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45" r:id="rId4"/>
    <p:sldId id="286" r:id="rId5"/>
    <p:sldId id="261" r:id="rId6"/>
    <p:sldId id="287" r:id="rId7"/>
    <p:sldId id="383" r:id="rId8"/>
    <p:sldId id="289" r:id="rId9"/>
    <p:sldId id="290" r:id="rId10"/>
    <p:sldId id="308" r:id="rId11"/>
    <p:sldId id="389" r:id="rId12"/>
    <p:sldId id="390" r:id="rId13"/>
    <p:sldId id="391" r:id="rId14"/>
    <p:sldId id="392" r:id="rId15"/>
    <p:sldId id="393" r:id="rId16"/>
    <p:sldId id="398" r:id="rId17"/>
    <p:sldId id="399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387" r:id="rId29"/>
    <p:sldId id="388" r:id="rId30"/>
    <p:sldId id="395" r:id="rId31"/>
    <p:sldId id="306" r:id="rId32"/>
    <p:sldId id="307" r:id="rId33"/>
    <p:sldId id="397" r:id="rId34"/>
  </p:sldIdLst>
  <p:sldSz cx="12192000" cy="6858000"/>
  <p:notesSz cx="6858000" cy="9144000"/>
  <p:embeddedFontLst>
    <p:embeddedFont>
      <p:font typeface="Arial Black" panose="020B0604020202020204" pitchFamily="34" charset="0"/>
      <p:bold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  <p:embeddedFont>
      <p:font typeface="Century Gothic" panose="020B0502020202020204" pitchFamily="34" charset="0"/>
      <p:regular r:id="rId46"/>
      <p:bold r:id="rId47"/>
      <p:italic r:id="rId48"/>
      <p:boldItalic r:id="rId49"/>
    </p:embeddedFont>
    <p:embeddedFont>
      <p:font typeface="Verdana" panose="020B060403050404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6ABC5E"/>
    <a:srgbClr val="BFBFBF"/>
    <a:srgbClr val="C9DF6F"/>
    <a:srgbClr val="417DBF"/>
    <a:srgbClr val="3F2A67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398" autoAdjust="0"/>
    <p:restoredTop sz="94694"/>
  </p:normalViewPr>
  <p:slideViewPr>
    <p:cSldViewPr snapToGrid="0">
      <p:cViewPr varScale="1">
        <p:scale>
          <a:sx n="128" d="100"/>
          <a:sy n="128" d="100"/>
        </p:scale>
        <p:origin x="272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87303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15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817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4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8103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637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059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428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014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320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865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0109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790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819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7430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6359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0397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215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9145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8530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4300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8322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74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Probability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185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MA.7.DP.1.3</a:t>
            </a:r>
          </a:p>
          <a:p>
            <a:pPr marL="552450" lvl="1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categorical data from a random sample, use proportional relationships to make predictions about a population. </a:t>
            </a:r>
          </a:p>
          <a:p>
            <a:pPr marL="552450" lvl="1" indent="0"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5250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MA.7.DP.2.4</a:t>
            </a:r>
          </a:p>
          <a:p>
            <a:pPr marL="552450" lvl="1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simulation of a simple experiment to find experimental probabilities and compare them to theoretical probabilities.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D66E1D7-C8ED-8A4A-9EE6-BDBA39B9912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103763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probability of an event happening using data.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79372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5.2.1 Warm-Up: Line Plot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26821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Ms. Field asked the students in her homeroom to make a line plot showing their favorite colors. Each x above a color represents one student’s response.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" name="Picture 22" descr="Table&#10;&#10;Description automatically generated">
            <a:extLst>
              <a:ext uri="{FF2B5EF4-FFF2-40B4-BE49-F238E27FC236}">
                <a16:creationId xmlns:a16="http://schemas.microsoft.com/office/drawing/2014/main" id="{D767257D-9D2B-5246-80A6-D45E0FFC6AC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6200" y="2856503"/>
            <a:ext cx="4571999" cy="297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students are in Ms. Field’s homeroom?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fraction of students like pink best?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 how to calculate the percent of students who say green is their favorite color.  </a:t>
            </a:r>
          </a:p>
        </p:txBody>
      </p:sp>
    </p:spTree>
    <p:extLst>
      <p:ext uri="{BB962C8B-B14F-4D97-AF65-F5344CB8AC3E}">
        <p14:creationId xmlns:p14="http://schemas.microsoft.com/office/powerpoint/2010/main" val="150917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85472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5.2.2 Guided Instruction: Determine the Probability of an Event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59432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probability of an event tells us how likely that event is to happen.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the probabilities with the event described. Write the letter of the event in the space next to the probability of it occurring. </a:t>
            </a:r>
          </a:p>
        </p:txBody>
      </p:sp>
      <p:pic>
        <p:nvPicPr>
          <p:cNvPr id="11" name="image6.png" descr="Icon&#10;&#10;Description automatically generated">
            <a:extLst>
              <a:ext uri="{FF2B5EF4-FFF2-40B4-BE49-F238E27FC236}">
                <a16:creationId xmlns:a16="http://schemas.microsoft.com/office/drawing/2014/main" id="{797A3092-3E73-EA40-89DD-C952113E9EA5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299" cy="74729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D078A-B538-EE10-3F29-AC564ED21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642" y="345900"/>
            <a:ext cx="755650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A6907D5-A96F-3F4F-8906-3B21ADE523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071" y="1752659"/>
            <a:ext cx="4489858" cy="2954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can also be used to determine the probability of an event. Here is an example using the line plot from the warm-up.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line plot can be used to find the probability that a student in Ms. Field’s homeroom, chosen at random, picked purple as their favorite color. </a:t>
            </a:r>
          </a:p>
        </p:txBody>
      </p:sp>
    </p:spTree>
    <p:extLst>
      <p:ext uri="{BB962C8B-B14F-4D97-AF65-F5344CB8AC3E}">
        <p14:creationId xmlns:p14="http://schemas.microsoft.com/office/powerpoint/2010/main" val="1212686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439271"/>
                <a:ext cx="10515600" cy="316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fraction of students who chose purple as their favorite color.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x-none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number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students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who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chose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purple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as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their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favorite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color</m:t>
                              </m:r>
                            </m:e>
                          </m:eqArr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students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x-non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 20  </m:t>
                          </m:r>
                        </m:den>
                      </m:f>
                    </m:oMath>
                  </m:oMathPara>
                </a14:m>
                <a:endParaRPr lang="x-none" sz="2000" dirty="0"/>
              </a:p>
              <a:p>
                <a:r>
                  <a:rPr lang="en-US" sz="2000" dirty="0"/>
                  <a:t> </a:t>
                </a:r>
                <a:endParaRPr lang="x-none" sz="2000" dirty="0"/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Recall that probabilities are values between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that can be represented as a fraction, decimal, or percentage.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9271"/>
                <a:ext cx="10515600" cy="3168111"/>
              </a:xfrm>
              <a:prstGeom prst="rect">
                <a:avLst/>
              </a:prstGeom>
              <a:blipFill rotWithShape="1">
                <a:blip r:embed="rId3"/>
                <a:stretch>
                  <a:fillRect l="-580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1A4011-BE42-BA4D-AC13-91A4CA740B60}"/>
              </a:ext>
            </a:extLst>
          </p:cNvPr>
          <p:cNvSpPr/>
          <p:nvPr/>
        </p:nvSpPr>
        <p:spPr>
          <a:xfrm>
            <a:off x="7988578" y="1193324"/>
            <a:ext cx="457200" cy="4572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02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0E18220-AA38-AE47-B365-C4968E0C0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14974"/>
                  </p:ext>
                </p:extLst>
              </p:nvPr>
            </p:nvGraphicFramePr>
            <p:xfrm>
              <a:off x="1497012" y="1095030"/>
              <a:ext cx="637794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0250">
                      <a:extLst>
                        <a:ext uri="{9D8B030D-6E8A-4147-A177-3AD203B41FA5}">
                          <a16:colId xmlns:a16="http://schemas.microsoft.com/office/drawing/2014/main" val="1837679422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:a16="http://schemas.microsoft.com/office/drawing/2014/main" val="244903199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11910235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01688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  10 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=10%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08056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0E18220-AA38-AE47-B365-C4968E0C0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14974"/>
                  </p:ext>
                </p:extLst>
              </p:nvPr>
            </p:nvGraphicFramePr>
            <p:xfrm>
              <a:off x="1497012" y="1095030"/>
              <a:ext cx="637794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025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837679422"/>
                        </a:ext>
                      </a:extLst>
                    </a:gridCol>
                    <a:gridCol w="200025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44903199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1910235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Percentage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65101688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8462" t="-33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1608056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B23825-4928-6146-9E29-FB2617B30191}"/>
              </a:ext>
            </a:extLst>
          </p:cNvPr>
          <p:cNvSpPr/>
          <p:nvPr/>
        </p:nvSpPr>
        <p:spPr>
          <a:xfrm>
            <a:off x="5623893" y="1770324"/>
            <a:ext cx="457200" cy="4572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2FE2D56-7C05-8049-A2C4-4C1DE214B896}"/>
              </a:ext>
            </a:extLst>
          </p:cNvPr>
          <p:cNvSpPr/>
          <p:nvPr/>
        </p:nvSpPr>
        <p:spPr>
          <a:xfrm>
            <a:off x="6493994" y="1770324"/>
            <a:ext cx="457200" cy="4572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3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 the probability in each form. </a:t>
            </a:r>
          </a:p>
        </p:txBody>
      </p:sp>
    </p:spTree>
    <p:extLst>
      <p:ext uri="{BB962C8B-B14F-4D97-AF65-F5344CB8AC3E}">
        <p14:creationId xmlns:p14="http://schemas.microsoft.com/office/powerpoint/2010/main" val="210392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439271"/>
                <a:ext cx="105156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According to the data, the probability that a student selected at random from Ms. Field’s homeroom chose purple as their favorite color is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4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probability of a student selected at random from Ms. Field’s homeroom choosing pink as their favorite color?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9271"/>
                <a:ext cx="10515600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580" t="-157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041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5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probability that a student selected at random from Ms. Field’s homeroom did </a:t>
            </a:r>
            <a:r>
              <a:rPr lang="en-US" altLang="en-US" sz="2000" b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choose orange as their favorite color? </a:t>
            </a:r>
          </a:p>
        </p:txBody>
      </p:sp>
    </p:spTree>
    <p:extLst>
      <p:ext uri="{BB962C8B-B14F-4D97-AF65-F5344CB8AC3E}">
        <p14:creationId xmlns:p14="http://schemas.microsoft.com/office/powerpoint/2010/main" val="88302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676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85471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5.2.3 Guided Practice: Determine the Probability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15196"/>
            <a:ext cx="10515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Fifty readers of the comic </a:t>
            </a:r>
            <a:r>
              <a:rPr lang="en-US" alt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Probability Princess 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were surveyed on what superpower they would like for the new hero in the series to have. The results are in the bar chart below. </a:t>
            </a: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C1A623A4-375D-1245-AB19-099EA111153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299" cy="74729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54884B-A3C1-0656-6320-DA7C3B2F4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0" y="2758875"/>
            <a:ext cx="71247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2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439271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these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people are representative of all the readers of </a:t>
                </a:r>
                <a:r>
                  <a:rPr lang="en-US" altLang="en-US" sz="2000" i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Probability Princess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is the probability a reader of the series chosen at random wants the new hero to have the power of invisibility?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9271"/>
                <a:ext cx="10515600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580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186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439271"/>
                <a:ext cx="10515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Fifty readers of the comic book </a:t>
                </a:r>
                <a:r>
                  <a:rPr lang="en-US" altLang="en-US" sz="2000" i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Super Scale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additional readers of the comic book </a:t>
                </a:r>
                <a:r>
                  <a:rPr lang="en-US" altLang="en-US" sz="2000" i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Icey Integer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were also surveyed on what superpower they would like for the new hero in the series to have. Here are the results from the three sets of unique readers.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9271"/>
                <a:ext cx="10515600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580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:\Upwork Jobs\misc_jobs\Study Edge\Compress Images PPTs\Verifying PPTs Phase 2\7th Grade\Unit 5\00AEC29EA6D8CA83E1D8DDAE301E8856.pn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7062" y="2192001"/>
            <a:ext cx="6010275" cy="396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52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72F5453-B8AE-F742-8FF2-559A5421C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060758"/>
                  </p:ext>
                </p:extLst>
              </p:nvPr>
            </p:nvGraphicFramePr>
            <p:xfrm>
              <a:off x="1990852" y="2083614"/>
              <a:ext cx="7392035" cy="3352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4037771896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19388179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1859038005"/>
                        </a:ext>
                      </a:extLst>
                    </a:gridCol>
                    <a:gridCol w="1196975">
                      <a:extLst>
                        <a:ext uri="{9D8B030D-6E8A-4147-A177-3AD203B41FA5}">
                          <a16:colId xmlns:a16="http://schemas.microsoft.com/office/drawing/2014/main" val="2580172354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2081760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Freeze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Super Strength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Fly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Invisibility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99261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The Probability Princess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Cambria" panose="02040503050406030204" pitchFamily="18" charset="0"/>
                                  </a:rPr>
                                  <m:t>= 4%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113738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Super Scale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Cambria" panose="02040503050406030204" pitchFamily="18" charset="0"/>
                                  </a:rPr>
                                  <m:t>= 22%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415206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The Icey Integer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26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Cambria" panose="02040503050406030204" pitchFamily="18" charset="0"/>
                                  </a:rPr>
                                  <m:t> = 26%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7826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72F5453-B8AE-F742-8FF2-559A5421C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060758"/>
                  </p:ext>
                </p:extLst>
              </p:nvPr>
            </p:nvGraphicFramePr>
            <p:xfrm>
              <a:off x="1990852" y="2083614"/>
              <a:ext cx="7392035" cy="3352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3736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037771896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19388179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859038005"/>
                        </a:ext>
                      </a:extLst>
                    </a:gridCol>
                    <a:gridCol w="119697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580172354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208176083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Freeze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Super Strength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Fly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Invisibility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8399261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The Probability Princess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5614" t="-75333" r="-35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01113738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Super Scale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8835" t="-175333" r="-35048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4415206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The Icey Integer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3469" t="-275333" r="-145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547826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to show the probability of each superpower that a randomly selected reader from each category wants the series’ new hero to have. Some of the probabilities have already been completed in the table.</a:t>
            </a:r>
          </a:p>
        </p:txBody>
      </p:sp>
    </p:spTree>
    <p:extLst>
      <p:ext uri="{BB962C8B-B14F-4D97-AF65-F5344CB8AC3E}">
        <p14:creationId xmlns:p14="http://schemas.microsoft.com/office/powerpoint/2010/main" val="3355931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FD62F6-3D10-6242-9605-99BEB51D2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88662"/>
              </p:ext>
            </p:extLst>
          </p:nvPr>
        </p:nvGraphicFramePr>
        <p:xfrm>
          <a:off x="1940560" y="1381340"/>
          <a:ext cx="6863080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2451100">
                  <a:extLst>
                    <a:ext uri="{9D8B030D-6E8A-4147-A177-3AD203B41FA5}">
                      <a16:colId xmlns:a16="http://schemas.microsoft.com/office/drawing/2014/main" val="1426418730"/>
                    </a:ext>
                  </a:extLst>
                </a:gridCol>
                <a:gridCol w="2382520">
                  <a:extLst>
                    <a:ext uri="{9D8B030D-6E8A-4147-A177-3AD203B41FA5}">
                      <a16:colId xmlns:a16="http://schemas.microsoft.com/office/drawing/2014/main" val="3782715365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424635639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Power 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Probability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7260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The Probability Princess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79829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Super Scale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90628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The Icey Integer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8248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reader is chosen at random, which superpower are they most likely to want the new hero to have?</a:t>
            </a:r>
          </a:p>
        </p:txBody>
      </p:sp>
    </p:spTree>
    <p:extLst>
      <p:ext uri="{BB962C8B-B14F-4D97-AF65-F5344CB8AC3E}">
        <p14:creationId xmlns:p14="http://schemas.microsoft.com/office/powerpoint/2010/main" val="3775041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3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probabilities, work with your partner to complete the statements.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writers of 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Probability Princess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 the new hero the ability to fly because …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writers of 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Scale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give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the new hero the ability to fly because …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writers of 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i="1" dirty="0" err="1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Icey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Integer                     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 </a:t>
            </a: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1225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new hero the ability to fly because …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F7F3CB50-8957-314B-A064-4B5C4AB7A7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5920" y="1181238"/>
            <a:ext cx="1639096" cy="720977"/>
          </a:xfrm>
          <a:prstGeom prst="rect">
            <a:avLst/>
          </a:prstGeom>
        </p:spPr>
      </p:pic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520B5DBB-59BC-7E4F-AB71-F0E887A766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2388" y="3021685"/>
            <a:ext cx="1639096" cy="720977"/>
          </a:xfrm>
          <a:prstGeom prst="rect">
            <a:avLst/>
          </a:prstGeom>
        </p:spPr>
      </p:pic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0EC3508D-E602-D649-A81F-09BFE2A64E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3072" y="4877367"/>
            <a:ext cx="1639096" cy="72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70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4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summary.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1225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3657600" algn="l"/>
              </a:tabLst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Readers of three different comic books were surveyed on what superpower they want the new hero in the series to have. If a reader of any of the three series is chosen at random, they are most likely to say the new hero should have the power to                  </a:t>
            </a: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was also the most common response in readers of</a:t>
            </a: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However, readers of 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Probability Princess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more likely to choose                   for the new hero’s superpower.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0D1BF366-E682-3246-89F6-069C9F1B957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9028" y="2902331"/>
            <a:ext cx="1347694" cy="741232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3F4DFF9-F072-8840-B41E-5CA31961784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1833" y="4118450"/>
            <a:ext cx="2679700" cy="743372"/>
          </a:xfrm>
          <a:prstGeom prst="rect">
            <a:avLst/>
          </a:prstGeom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739A1B6A-D809-B94A-A28D-05098908631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374" y="4880872"/>
            <a:ext cx="1464609" cy="98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97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survey shows these readers are nearly evenly distributed among the four choices, making it difficult to predict which power a reader chosen at random from this group would prefer the new hero to have.</a:t>
            </a:r>
          </a:p>
        </p:txBody>
      </p:sp>
    </p:spTree>
    <p:extLst>
      <p:ext uri="{BB962C8B-B14F-4D97-AF65-F5344CB8AC3E}">
        <p14:creationId xmlns:p14="http://schemas.microsoft.com/office/powerpoint/2010/main" val="2840111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ED17136C-AF81-AB4C-93CE-D5ABB71E8A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8304" y="439271"/>
            <a:ext cx="4722808" cy="387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439270"/>
                <a:ext cx="5581650" cy="434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ts val="200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carnival game has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rubber ducks floating in a pool. The person playing the game takes out one duck and looks for a mark on the bottom of it.</a:t>
                </a:r>
              </a:p>
              <a:p>
                <a:pPr marL="801688" indent="-3476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there is a blue mark, the person wins a small prize.</a:t>
                </a:r>
              </a:p>
              <a:p>
                <a:pPr marL="801688" indent="-3476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there is a green mark, the person wins a large prize.</a:t>
                </a:r>
              </a:p>
              <a:p>
                <a:pPr marL="801688" indent="-3476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there is no mark the, person does not win a prize. 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Rea kept track of how many people won a large prize, a small prize, and no prize.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9270"/>
                <a:ext cx="5581650" cy="4349909"/>
              </a:xfrm>
              <a:prstGeom prst="rect">
                <a:avLst/>
              </a:prstGeom>
              <a:blipFill rotWithShape="1">
                <a:blip r:embed="rId5"/>
                <a:stretch>
                  <a:fillRect l="-1092" t="-840" r="-2402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153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 made a circle graph of the results, but she forgot to label the sections of the graph. Use her data to correctly label the sections of the circle graph.</a:t>
            </a:r>
          </a:p>
        </p:txBody>
      </p:sp>
      <p:pic>
        <p:nvPicPr>
          <p:cNvPr id="3074" name="Picture 2" descr="D:\Upwork Jobs\misc_jobs\Study Edge\Compress Images PPTs\Verifying PPTs Phase 2\7th Grade\Unit 5\E990B9CD56CA7D0BEC0A05E854E95994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876" y="1792139"/>
            <a:ext cx="6094247" cy="450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463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circle graph to determine the probability of winning a large prize. </a:t>
            </a: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to use the circle graph to determine the probability of winning either a large prize or a small prize. </a:t>
            </a:r>
          </a:p>
        </p:txBody>
      </p:sp>
    </p:spTree>
    <p:extLst>
      <p:ext uri="{BB962C8B-B14F-4D97-AF65-F5344CB8AC3E}">
        <p14:creationId xmlns:p14="http://schemas.microsoft.com/office/powerpoint/2010/main" val="1576197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5598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9852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5.2.4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914400" y="1344168"/>
                <a:ext cx="105156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Andre picks a block out of a bag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times, replacing the block after each pick. He picks a green block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times.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5349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should Andre estimate for the probability of picking out a green block from the bag?</a:t>
                </a:r>
              </a:p>
              <a:p>
                <a:pPr marL="989013" indent="-5349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5349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5349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Mai looks in the bag and sees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blocks. Explain whether Andre should change his probability estimate in light of this new information.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44168"/>
                <a:ext cx="105156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70" t="-1449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id="{8FB17DB4-5FBE-CC44-BC45-B0BA60AB96B6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1774" cy="75177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7806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Before a number cube is sold, it is subjected to rigorous testing. The table below shows how one number cube performed on its three rounds of rolling tests. 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these results, write a recommendation explaining whether or not this number cube is functioning properly and should be sold.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5E406-7F68-8745-842F-38FA91549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52689"/>
              </p:ext>
            </p:extLst>
          </p:nvPr>
        </p:nvGraphicFramePr>
        <p:xfrm>
          <a:off x="1497965" y="1649273"/>
          <a:ext cx="6243320" cy="2057400"/>
        </p:xfrm>
        <a:graphic>
          <a:graphicData uri="http://schemas.openxmlformats.org/drawingml/2006/table">
            <a:tbl>
              <a:tblPr firstRow="1" firstCol="1" bandRow="1"/>
              <a:tblGrid>
                <a:gridCol w="2249170">
                  <a:extLst>
                    <a:ext uri="{9D8B030D-6E8A-4147-A177-3AD203B41FA5}">
                      <a16:colId xmlns:a16="http://schemas.microsoft.com/office/drawing/2014/main" val="2962955495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947981265"/>
                    </a:ext>
                  </a:extLst>
                </a:gridCol>
                <a:gridCol w="1331595">
                  <a:extLst>
                    <a:ext uri="{9D8B030D-6E8A-4147-A177-3AD203B41FA5}">
                      <a16:colId xmlns:a16="http://schemas.microsoft.com/office/drawing/2014/main" val="60603997"/>
                    </a:ext>
                  </a:extLst>
                </a:gridCol>
                <a:gridCol w="1331595">
                  <a:extLst>
                    <a:ext uri="{9D8B030D-6E8A-4147-A177-3AD203B41FA5}">
                      <a16:colId xmlns:a16="http://schemas.microsoft.com/office/drawing/2014/main" val="196665672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D3D3D3"/>
                          </a:highlight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Rolling Test 1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Rolling Test 2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Rolling Test 3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5593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Number of Sixes Rolled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71987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Total Number of Rolls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154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807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27937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5.2.5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914400" y="1346521"/>
                <a:ext cx="98679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below represents the survey results of three unique sets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comic book readers who were surveyed on what superpower they would like for a new hero in a comic book series to have.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46521"/>
                <a:ext cx="9867900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618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D:\Upwork Jobs\misc_jobs\Study Edge\Compress Images PPTs\Verifying PPTs Phase 2\7th Grade\Unit 5\7DA6365707AF14819D4421DDA4F2B1C2.pn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7275" y="2629988"/>
            <a:ext cx="5149850" cy="389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439271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probability that a randomly selected reader of any of the three comics wants the new hero in the series to have the power of invisibility? 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the probability of a reader of </a:t>
            </a:r>
            <a:r>
              <a:rPr lang="en-US" sz="20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Scale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wanting the new hero to have the ability to fly compare to the probability of a reader of any of the three comic books wanting the new hero to have super strength?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84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1605</Words>
  <Application>Microsoft Macintosh PowerPoint</Application>
  <PresentationFormat>Widescreen</PresentationFormat>
  <Paragraphs>243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Calibri</vt:lpstr>
      <vt:lpstr>Arial Black</vt:lpstr>
      <vt:lpstr>Cambria Math</vt:lpstr>
      <vt:lpstr>Wingdings</vt:lpstr>
      <vt:lpstr>Verdana</vt:lpstr>
      <vt:lpstr>Arial</vt:lpstr>
      <vt:lpstr>Cambria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42</cp:revision>
  <dcterms:created xsi:type="dcterms:W3CDTF">2015-03-17T18:51:18Z</dcterms:created>
  <dcterms:modified xsi:type="dcterms:W3CDTF">2023-01-27T17:25:43Z</dcterms:modified>
</cp:coreProperties>
</file>