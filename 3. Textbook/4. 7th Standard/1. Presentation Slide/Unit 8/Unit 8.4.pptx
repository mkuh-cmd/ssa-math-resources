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0.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85" r:id="rId4"/>
    <p:sldId id="286" r:id="rId5"/>
    <p:sldId id="261" r:id="rId6"/>
    <p:sldId id="287" r:id="rId7"/>
    <p:sldId id="288" r:id="rId8"/>
    <p:sldId id="326" r:id="rId9"/>
    <p:sldId id="327" r:id="rId10"/>
    <p:sldId id="358" r:id="rId11"/>
    <p:sldId id="289" r:id="rId12"/>
    <p:sldId id="290" r:id="rId13"/>
    <p:sldId id="356" r:id="rId14"/>
    <p:sldId id="362" r:id="rId15"/>
    <p:sldId id="363" r:id="rId16"/>
    <p:sldId id="364" r:id="rId17"/>
    <p:sldId id="314" r:id="rId18"/>
    <p:sldId id="315" r:id="rId19"/>
    <p:sldId id="352" r:id="rId20"/>
    <p:sldId id="323" r:id="rId21"/>
    <p:sldId id="324" r:id="rId22"/>
    <p:sldId id="357" r:id="rId23"/>
    <p:sldId id="365" r:id="rId24"/>
    <p:sldId id="302" r:id="rId25"/>
    <p:sldId id="303" r:id="rId26"/>
    <p:sldId id="366" r:id="rId27"/>
    <p:sldId id="360" r:id="rId28"/>
    <p:sldId id="306" r:id="rId29"/>
    <p:sldId id="307" r:id="rId30"/>
    <p:sldId id="361" r:id="rId31"/>
  </p:sldIdLst>
  <p:sldSz cx="12192000" cy="6858000"/>
  <p:notesSz cx="6858000" cy="9144000"/>
  <p:embeddedFontLst>
    <p:embeddedFont>
      <p:font typeface="Arial Black" panose="020B0604020202020204" pitchFamily="34" charset="0"/>
      <p:bold r:id="rId33"/>
    </p:embeddedFont>
    <p:embeddedFont>
      <p:font typeface="Calibri" panose="020F0502020204030204" pitchFamily="34" charset="0"/>
      <p:regular r:id="rId34"/>
      <p:bold r:id="rId35"/>
      <p:italic r:id="rId36"/>
      <p:boldItalic r:id="rId37"/>
    </p:embeddedFont>
    <p:embeddedFont>
      <p:font typeface="Cambria Math" panose="02040503050406030204" pitchFamily="18" charset="0"/>
      <p:regular r:id="rId38"/>
    </p:embeddedFont>
    <p:embeddedFont>
      <p:font typeface="Century Gothic" panose="020B0502020202020204" pitchFamily="34" charset="0"/>
      <p:regular r:id="rId39"/>
      <p:bold r:id="rId40"/>
      <p:italic r:id="rId41"/>
      <p:boldItalic r:id="rId42"/>
    </p:embeddedFont>
    <p:embeddedFont>
      <p:font typeface="Verdana" panose="020B0604030504040204" pitchFamily="3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B0DD"/>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73"/>
    <p:restoredTop sz="94694"/>
  </p:normalViewPr>
  <p:slideViewPr>
    <p:cSldViewPr snapToGrid="0">
      <p:cViewPr varScale="1">
        <p:scale>
          <a:sx n="121" d="100"/>
          <a:sy n="121" d="100"/>
        </p:scale>
        <p:origin x="1008" y="17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15T17:39:48.072"/>
    </inkml:context>
    <inkml:brush xml:id="br0">
      <inkml:brushProperty name="width" value="0.05" units="cm"/>
      <inkml:brushProperty name="height" value="0.05" units="cm"/>
    </inkml:brush>
  </inkml:definitions>
  <inkml:trace contextRef="#ctx0" brushRef="#br0">20 78 1128,'-11'-19'946,"9"16"-436,1 0 1,0 0-1,0 0 1,0 0 0,0 0-1,1 0 1,-1-1-1,1 1 1,0 0-1,0 0 1,0-6-1,4 2 798,-4 7-1035,0 0 1,1-1-1,-1 1 0,0-1 0,0 1 0,1-1 0,-1 1 1,0-1-1,0 1 0,0-1 0,0 1 0,1-1 0,-1 1 1,0-1-1,0 0 261,1 3-322,26 50 94,-19-34-91,-6-12-30,0 0-144,0-1 0,-1 1 0,0 0-1,1 6 1,1 7 0,5 44 49,-1-9 16,-4-40-49,0 0-1,6 15 1,-5-19-13,0 0-1,-1 0 1,-1 1 0,0-1 0,1 19-1,3 71 175,-6-69-92,0-18-64,0-11-51,0-1 0,0 1 1,0 0-1,0-1 0,-1 1 0,1-1 1,0 1-1,-1 1 0,-6 0 100,6-1-83,0 0 0,1 1 0,0-1 0,-1 0 0,1 1 1,0-1-1,0 1 0,1 4 0,3 25 217,-3-30-234,0 7 56,-1-7-36,1 0 1,-1 1-1,0-1 0,1 1 1,-2 3-1,-1-5 47,2-1-74,-1 0-1,1 0 1,0 0-1,0 0 1,0 0-1,-1 0 0,1 0 1,0 0-1,0 0 1,0 0-1,-1 0 1,1 0-1,0 0 1,0 0-1,0 1 0,0-1 1,-1 0-1,1 0 1,0 0-1,0 0 1,0 0-1,0 0 1,-1 1-1,1-1 1,0 0-1,0 0 0,0 0 1,0 0-1,0 1 1,0-1-1,0 0 1,-1 0-1,1 1-1,0-1 0,0 0 0,0 0 0,0 0 0,0 0-1,0 0 1,0 0 0,0 0 0,0 0 0,0 0 0,0 0 0,0 0 0,0 0-1,0 1 1,-1-1 0,1 0 0,0 0 0,0 0 0,0 0 0,0 0 0,0 0 0,0 0-1,0 0 1,0 0 0,0 0 0,-1 0 0,1 0 0,0 0 0,0 0 0,0 0 0,0 0-1,0 0 1,0 0 0,0 0 0,0 0 0,-1 0 0,1 0 0,0 0 0,0-1 0,0 1-1,0 0 1,0 0 0,0 0-1,0 0-1,0 0 0,0 0 0,0 0 1,0 0-1,0 0 0,0 1 1,0-1-1,0 0 0,0 0 1,0 0-1,0 0 0,0 0 1,0 0-1,0 0 0,0 0 1,0 0-1,0 0 0,0 0 1,0 0-1,0 0 0,0 0 1,0 0-1,0 0 0,0 0 1,0 0-1,0 0 0,0 1 1,0-1-1,0 0 0,0 0 1,0 0-1,0 0 0,0 0 1,0 0-1,-1 0 0,1 0 1,0 0-1,0 0 0,0 0 1,0 0-1,0 0 0,0 0 1,0 0-1,0 0 0,0 0 1,0 0-1,0 0 0,0 0 1,0 0-1,0 0 0,0 0 1,0 0-1,0 0 0,0 0 1,0 0-1,-1 0 0,1 0 1,0 0-1,0 0 0,0 0 1,0 0-1,0 0 0,0 0 1,0 0-1,0 0 0,0 0 0,0 0 1,0-1-1,2 7-10,-1-1 0,1-1 0,1 1 0,-1 0 0,4 4 0,-4-9-1017</inkml:trace>
  <inkml:trace contextRef="#ctx0" brushRef="#br0" timeOffset="812.8">364 85 2272,'2'2'2536,"-3"-6"182,1 4-2502,0-1 0,0 1-1,-1-1 1,1 1 0,0 0 0,0-1-1,0 1 1,0-1 0,-1 1-1,1 0 1,0-1 0,-1 1 0,1 0-1,-1 0 1,1-1 0,-1 1-1,0 0 1,1 0-207,-1 0 365,2 5-175,3 21 93,-3-15-113,1 0 1,0 16-1,1 53 950,-3-71-945,-1 17 0,0-9-11,0-4 29,0-12-178,1 0-1,0 0 1,0 0 0,-1 0 0,1 0 0,0 0-1,0 0 1,0 0 0,1 0 0,-1 0 0,0 0 0,0 0-1,0 0 1,1 0 0,0 2 0,-1-2 23,1 1 0,-1-1 0,1 0 0,0 0 0,-1 1 0,1-1 0,0 0 0,0 0 0,0 0 1,-1 0-1,1 0 0,0 0 0,0 0 0,1 0 0,-1-1 0,0 1 0,0 0 0,0-1 0,0 1 0,1 0 0,-1-1 0,0 0 0,1 1 0,-1-1 0,0 0 1,1 0-1,-1 1 0,0-1 0,1 0 0,2-1 0,19 0 124,-21 1-156,-1 0 0,0 0 0,1 0 0,-1-1 0,0 1 0,0 0 0,1-1 0,-1 1 0,0-1 0,0 1 0,0-1 0,0 0 0,0 0 0,2-1 0,-2 1-4,0 0 0,0 0 0,1 1 0,-1-1 1,0 0-1,0 1 0,3-2 0,11-3 66,-8 2-38,1 1 0,0 0-1,9-2 1,82-10 123,-76 10-132,-13 1-46,-10 3 6,1 0-1,-1-1 0,1 1 1,-1 0-1,0 0 0,1 0 1,-1 0-1,1 0 0,-1 0 1,1 0-1,-1 0 0,1 0 1,-1 0-1,1 0 0,-1 0 1,0 0-1,2 0 0,-7 0-3001</inkml:trace>
  <inkml:trace contextRef="#ctx0" brushRef="#br0" timeOffset="1344.74">572 48 5153,'4'-2'404,"8"-2"630,-10 4-451,-4 4 173,1-3-691,1 0 0,-1 0-1,0 0 1,1 0 0,-1 0 0,1 0 0,-1 1 0,1-1 0,0 0 0,-1 0 0,1 1 0,0-1 0,0 0 0,0 0 0,0 1 0,0-1 0,0 0-1,0 1 1,1 1 0,-1 15 592,-1-13-546,1 1 0,0-1 0,0 1 0,0-1 0,0 1 1,1-1-1,0 1 0,0-1 0,3 8 0,2 2 312,14 24 0,-14-26-135,1-1 0,6 21 1,3 18 609,6 19 402,-21-66-1235,0 1 0,-1 0 0,1 0 0,-1-1 0,0 1 0,0 0 0,-1 4 0,1-4-34,0 0 1,0 0-1,1-1 1,0 1-1,-1-1 1,2 1-1,-1 0 1,0-1-1,1 0 1,2 5-1,5 16 93,-7-22-105,-1 0 0,-1 0-1,1 0 1,0 1-1,-1-1 1,0 0-1,0 1 1,0-1 0,0 0-1,0 1 1,-1-1-1,0 5 1,0-6-12,1-1-1,0 1 1,0 0 0,0-1 0,0 1 0,0 0 0,0 0 0,1-1-1,-1 1 1,1 0 0,0 1 0,-1-1-4,1-1-1,-1 0 1,1 0-1,-1 0 1,0 0 0,0 1-1,0-1 1,1 0-1,-1 0 1,0 0 0,-1 1-1,1-1 1,0 0 0,-1 2-1,1-3-2,0 1 0,-1-1 0,1 0 0,0 0 0,0 0-1,-1 0 1,1 0 0,0 0 0,-1 0 0,1 0 0,0 0 0,0 0 0,-1 0 0,1-1-1,0 1 1,-1 0 0,1 0 0,0 0 0,0 0 0,-1 0 0,1 0 0,0-1-1,0 1 1,-1 0 0,-1-1-7,4 4-4,2 1-28,-1-1 0,0 1 1,3 6-1,-7-8-105,0 0-93,3 3-81,0-2-4,5 9-419,-7-12 677,0 0 0,0 0 0,0 0 0,0 1 0,0-1 0,1 0 0,-1 0 0,0 0-1,0 0 1,0 1 0,0-1 0,0 0 0,0 0 0,0 0 0,0 1 0,0-1 0,0 0-1,0 0 1,0 0 0,0 0 0,0 1 0,0-1 0,0 0 0,0 0 0,0 0 0,0 0-1,0 1 1,0-1 0,-1 0 0,1 0 0,0 0 0,0 0 0,0 0 0,0 1-1,0-1 1,0 0 0,0 0 0,-1 0 0,1 0 0,0 0 0,0 0 0,0 0 0,0 1-1,-1-1 1,1 0 0,0 0 0,0 0 0,0 0 0,0 0 0,-1 0 0,1 0 0,0 0-1,0 0 1,-1-1-584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5-05T18:06:59.394"/>
    </inkml:context>
    <inkml:brush xml:id="br0">
      <inkml:brushProperty name="width" value="0.05" units="cm"/>
      <inkml:brushProperty name="height" value="0.05" units="cm"/>
    </inkml:brush>
  </inkml:definitions>
  <inkml:trace contextRef="#ctx0" brushRef="#br0">371 294 2425,'0'0'2280,"1"-8"-206,-1 7-1835,0-1 0,-1 1 0,1-1 0,0 0 1,0 1-1,-1-1 0,1 1 0,-1-1 0,0 1 1,1-1-1,-1 1 0,0 0 0,0-1 0,-2-1 0,-2-5-221,1 1 92,3 4-52,-1 0 0,1 0 0,-1 1 0,0-1 0,0 1 0,0 0 0,0-1 0,-5-3 0,2 2 71,4 2-87,-1 1 1,1-1-1,-1 1 0,0 0 1,1 0-1,-1 0 0,0 0 1,1 0-1,-1 0 0,0 0 1,-3 0-1,0-1 19,3 2-42,1-1-1,-1 1 1,0-1 0,0 1-1,0 0 1,0 0-1,1-1 1,-3 2-1,1-1-2,1 0-1,-1 0 1,1-1 0,-1 1-1,-2-1 1,3 0-9,0 1 1,0-1-1,0 1 1,0 0-1,1 0 0,-1 0 1,0 0-1,0 0 1,-2 1-1,-1 0 12,1 1 0,0-1 0,0 1 0,0 0-1,0 1 1,0-1 0,0 1 0,-6 5 0,0 1 45,0-1 0,-1 0 0,-18 11 0,26-18-53,1 1 1,-1 0-1,1 0 1,0 0-1,-1 0 1,1 0-1,0 0 1,1 0-1,-1 1 1,-3 4-1,2-1 7,-12 11 61,2-3 27,13-13-98,-1 0 0,1 0 0,-1 0 0,1 0 0,-1 1 0,1-1 0,-1 0 0,1 0 0,0 0 0,0 1 0,0-1 0,-1 0 0,1 0 0,1 1 0,-1-1 0,0 0 1,0 0-1,0 1 0,1-1 0,-1 0 0,0 0 0,1 0 0,-1 0 0,1 1 0,-1-1 0,1 0 0,0 0 0,0 0 0,-1 0 0,2 1 0,2 2 37,0 0 0,0 0 1,1-1-1,-1 1 0,7 3 0,2 1 71,72 38 468,-62-35-483,-1 2-1,1 0 0,-2 2 0,0 0 0,-1 2 1,34 35-1,-46-43-9,0 0 0,10 17 0,-16-23-70,0 0 0,0 0 0,-1 1-1,1-1 1,-1 1 0,0-1 0,0 1 0,0 0 0,0-1 0,-1 1 0,1 0 0,-1-1-1,0 5 1,-1 6 77,1 17 0,0-23-49,1 1 0,-2 0 0,1 0 1,-1 0-1,-3 11 0,4-18-41,-1-1 0,1 0 0,-1 0 1,0 0-1,0 1 0,1-1 0,-1 0 0,0 0 0,0 0 0,0 0 0,0 0 0,0 0 1,0 0-1,0-1 0,0 1 0,-2 1 0,-1 0 20,0-1 1,-1 1-1,-6 1 0,4-1 6,-53 16 196,52-16-199,0 0 0,0-1 0,0 0 1,0-1-1,-12 0 0,-6 1 39,19-1-40,0 0 0,0-1 0,-14-2 0,15 1-4,0 1 0,0 0 1,0 1-1,0-1 0,-11 2 1,12-1-15,-1 0 0,1 0 0,-1-1 0,1 0 0,0 0 1,-1 0-1,-9-3 0,11 2-3,-17-6 24,17 6-23,0 1-1,1-1 1,-1 1 0,0 0-1,0 0 1,0 0 0,0 0-1,-1 1 1,1-1-1,-4 1 1,5 1 5,2-1-7,0 0 0,0 0-1,0 0 1,0 0 0,0 0 0,0 0-1,0 0 1,0 0 0,0 0 0,0 0-1,0 0 1,0-1 0,0 1 0,0 0-1,0-1 1,1 1 0,-1-1-1,0 1 1,0-1 0,0 1 0,0-2-1,-8-8 87,9 10-91,0 0 1,0 0 0,0 0-1,0-1 1,0 1 0,0 0-1,0 0 1,0-1 0,0 1-1,0 0 1,0 0 0,0 0-1,0-1 1,0 1-1,0 0 1,0 0 0,0-1-1,0 1 1,0 0 0,0 0-1,0 0 1,1-1 0,-1 1-1,0 0 1,0 0 0,0 0-1,0 0 1,0-1 0,1 1-1,-1 0 1,0 0 0,0 0-1,1 0 1,2-5 48,-4-2-12,1 6-31,0-1 1,-1 1-1,1-1 1,0 0-1,0 1 1,0-1-1,1 1 0,-1-1 1,1-2-1,0-9 30,-1 11-33,0 0 0,0 0 0,0-1 0,0 1 0,1 0 0,-1 0 0,2-3 0,9-4 22,-10 8-25,0 0 0,0 0 0,0 0 0,-1 0 0,1 0 0,0 0 0,-1-1 0,1 2 0,-1-1 0,1-1 0,-1 1 0,1-2-1,1-18 37,0 5-20,-2 13-15,1 1 0,-1 0-1,1-1 1,0 1 0,0 0 0,0-1-1,0 1 1,0 0 0,0 0 0,1 0-1,-1 0 1,1 0 0,-1 0 0,1 0-1,0 0 1,0 1 0,0-1 0,0 1-1,0-1 1,0 1 0,0 0 0,0 0-1,0 0 1,1 0 0,2-1 0,6-2 13,-7 3-6,1-1 0,0 1 0,-1-1 0,1-1 0,-1 1 0,6-5 0,6-7 48,16-18 0,-2 1 14,-8 9 30,21-25 1,-37 40-68,13-10 1,-3 2 0,-4 5-16,-10 8-14,0 0 0,0 1 0,0-1 1,-1 0-1,1 0 0,0 0 0,-1 0 0,2-3 1,-3 5-5,1-1 1,-1 1 0,0-1 0,1 1 0,-1-1 0,1 1-1,-1 0 1,1-1 0,-1 1 0,0 0 0,1-1-1,-1 1 1,2-1 0,1-2 47,-3 2-33,0-1 1,-1 1 0,1 0-1,-1-1 1,1 1-1,-1-1 1,0 1 0,0 0-1,1 0 1,-1-1 0,0 1-1,-2-1 1,-14-15 159,16 17-177,0-1 0,1 1-1,-1-1 1,0 1 0,0-1 0,0 1 0,1-1 0,-1 1 0,0 0 0,0-1-1,0 1 1,0 0 0,0 0 0,0 0 0,0-1 0,0 1 0,0 0 0,0 0-1,1 1 1,-1-1 0,0 0 0,0 0 0,0 0 0,0 1 0,0-1 0,0 0-1,0 1 1,0-1 0,1 1 0,-1-1 0,0 1 0,0-1 0,1 1 0,-1-1-1,0 1 1,1 0 0,-2 1 0,-5 6 101,5-7-316,0-5-1026,5 2 49,9-2 485</inkml:trace>
  <inkml:trace contextRef="#ctx0" brushRef="#br0" timeOffset="1">781 0 2425,'57'9'842,"-45"-7"-396,-13-2-251,-2 0 158,2 0-204,1 0 0,-1-1 0,0 1 0,1 0 0,-1 0 0,0 0-1,1 0 1,-1-1 0,0 1 0,1 0 0,-1 0 0,0 0 0,1 1 0,-1-1 0,-1 0 0,-15 8 166,-37 23 790,42-24-667,7-4-290,0 0 1,0 0-1,0 0 0,-1-1 1,1 1-1,-1-1 0,-9 2 1,6-2 42,-1 0 0,0 1 1,-12 5-1,20-8-174,1 1 0,-1-1 0,0 1 0,0-1 0,1 0-1,-1 0 1,0 1 0,0-1 0,0-1 0,0 1 0,1 0 0,-1 0 0,0-1-1,0 1 1,-2-2 0,-1 1 24,-1-3 490,5 4-87,1 2-76,1 3-220,8 26 29,-7-25-156,-1-1 0,1 0 1,-1 0-1,0 1 0,0 7 0,8 67 902,-8-78-803,-2-3 22,1-6 176,-1 6-290,1 0 0,0 1 1,0-1-1,0 0 0,0 0 0,1 0 0,-1 0 1,0 0-1,0 0 0,0 0 0,1 0 1,-1 1-1,1-1 0,-1 0 0,0 0 1,1 0-1,0-1 0,4 0 83,-4 1-104,0 1 1,0-1-1,-1 1 0,1-1 1,0 0-1,0 1 0,-1-1 1,1 0-1,0 1 0,-1-1 1,1 0-1,-1 0 0,1 1 1,-1-1-1,1-1 0,2-3 1,-1 0 1,0 0 1,1 0-1,0 0 0,7-8 0,-9 12-8,0 0 0,0 0 0,0 0 0,0 0 0,0 1 0,0-1-1,1 0 1,-1 0 0,0 1 0,1-1 0,-1 1 0,0-1 0,1 1 0,-1 0-1,1-1 1,-1 1 0,1 0 0,-1 0 0,1 0 0,-1 0 0,0 0 0,1 0-1,-1 0 1,3 1 0,7 3-6,1 0 0,16 9-1,-24-11 8,0 0 0,0 0 0,-1 0 0,1 1 0,-1-1 0,1 1 0,-1 0 1,0 0-1,0 0 0,0 0 0,-1 1 0,1-1 0,-1 1 0,4 7 0,-5-8 10,0 0 7,0-1 1,0 1-1,-1 0 1,1-1-1,0 1 1,-1 0 0,0-1-1,0 1 1,0 0-1,0 0 1,0 2 0,-1 0 34,0-1 1,0 0 0,0 0 0,0 0 0,0 0-1,-1 0 1,0 0 0,0 0 0,0 0 0,-5 6-1,-1 0 48,6-7-74,0-1-1,0 1 1,0-1 0,-1 1 0,1-1-1,-1 0 1,1 0 0,-1 0 0,0 0-1,-4 2 1,3-2 0,0 0-1,0-1 0,0 1 1,0-1-1,0 0 1,-7 1-1,-14 2 73,19-3-84,0 1 1,0-2 0,-7 1 0,-4 2 8,15-2-25,0-1 0,0 1 0,0-1 0,0 0 0,0 1 0,0-1 0,0 0 0,0 0 0,0 0 0,-3-1 0,4 1-13,1 0 0,0-1 0,0 1 0,-1 0-1,1 0 1,0 0 0,0 0 0,-1 0 0,1-1 0,0 1-1,0 0 1,0 0 0,-1 0 0,1-1 0,0 1 0,0 0-1,0 0 1,0-1 0,0 1 0,-1 0 0,1 0 0,0-1 0,0 1-1,0 0 1,0 0 0,0-1 0,0 1 0,0 0 0,0 0-1,0-1 1,0 1 0,0 0 0,0-1 0,0 1 0,0 0-1,0 0 1,0-1 0,1 1 0,-1 0 0,0 0 0,0-1 0,0 1-1,0 0 1,0 0 0,1 0 0,-1-1 0,1 0-158,0 0 0,0 0 1,0-1-1,0 1 0,0 1 0,0-1 1,0 0-1,1 0 0,0-1 0,16-3-582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15T17:40:58.433"/>
    </inkml:context>
    <inkml:brush xml:id="br0">
      <inkml:brushProperty name="width" value="0.05" units="cm"/>
      <inkml:brushProperty name="height" value="0.05" units="cm"/>
    </inkml:brush>
  </inkml:definitions>
  <inkml:trace contextRef="#ctx0" brushRef="#br0">80 195 792,'23'18'340,"-22"-18"-337,-1 0-1,0 0 1,1 0-1,-1 0 1,0 0-1,1 0 1,-1 0-1,0 0 1,0 0-1,1-1 1,-1 1-1,0 0 1,1 0 0,-1 0-1,0 0 1,0-1-1,1 1 1,-1 0-1,0 0 1,0-1-1,1 1 1,-1 0-1,0 0 1,0-1-1,0 1 1,0 0-1,0-1 1,1 1-1,-1 0 1,0 0-1,0-1 1,-1-7 2954,0 8-2785,1 0 1,0 0-1,0-1 0,-1 1 1,1 0-1,0 0 0,0 0 0,0 0 1,-1 0-1,1 0 0,0 0 1,0 0-1,-1 0 0,1 0 1,0 0-1,-1 0-115,1 0 0,0 0 0,0 0 0,0 0 0,-1 0 0,1 0 0,0 0 0,0 0 0,-1 0 0,1 0 0,0 0 1,0 0-1,-1 0 0,1 0 0,0 0 0,0 0 0,-1 0 0,1 0 0,0 0 0,0 0 0,0 0 0,-1-1 0,1 1 0,0 0 0,0 0 0,0 0 0,-1 0 1,1-1-1,0 1 0,0 0 0,0 0 0,0 0 0,0-1 0,0 1-41,0-1 0,0 1-1,0-1 1,1 1 0,-1 0 0,0-1 0,1 1 0,-1 0 0,0-1 0,1 1-1,-1 0 1,0-1 0,1 1 0,-1 0 0,0 0 0,2-1 0,37-24 404,-34 21-242,0 0 0,9-8 1,3-4 231,17-4-38,-12 8-253,-21 12-116,0-1 0,-1 1 0,1 0 0,-1-1 0,1 1 1,-1-1-1,0 1 0,1-1 0,-1 1 0,1-1 0,-1 1 0,0-1 0,1 1 0,-1-1 0,0 0 0,0 1 1,0-1-1,1 1 0,-1-1 0,0 0 0,0 0 0,2-6 25,-1 6-23,0 0 0,0 0 0,0 0 1,0 0-1,1 0 0,-1 0 0,0 0 0,0 1 0,1-1 0,-1 0 1,0 1-1,1-1 0,-1 1 0,1-1 0,-1 1 0,1 0 0,2-1 1,2 0 11,1 1 1,8 0 0,-13 0-12,6 0 27,-1 1 1,1 0-1,10 2 0,-15-2-22,1 0 0,-1 1 1,0-1-1,1 1 0,-1-1 0,0 1 0,0 0 0,4 4 0,6 5 31,-7-8 0,-1 1-1,-1 0 1,6 7 0,-8-9-27,-1 0-1,1 0 1,-1 0 0,0 0 0,0 0-1,0 1 1,0-1 0,0 0 0,0 1-1,0-1 1,0 6 0,0 22 136,-2 1 0,-6 50 0,6-68-129,-4 14 60,-15 52 0,16-69-63,0 0-1,0-1 1,0 0 0,-1 0 0,-9 12 0,-35 39 106,34-43-85,8-10-11,1 0 0,-1-1 0,0 1 0,0-1 0,0-1 0,-1 1 0,0-1 0,-16 7-1,15-8 55,-1-1 0,1 0 0,-1 0 0,1-1-1,-1 0 1,-16 0 0,21-2-38,0 0 0,0 0 1,0-1-1,0 0 0,0 0 1,0 0-1,0 0 0,0-1 1,1 0-1,-1 0 0,0 0 0,1-1 1,0 1-1,-7-6 0,4 2-21,1 0-1,-1-1 0,2 0 0,-1 0 1,1 0-1,0 0 0,0-1 0,-4-10 1,8 16-22,0 0 0,1 0 0,-1 0 0,1 0 0,0 0 0,-1 0-1,1 0 1,0 0 0,0 0 0,1 0 0,-1-1 0,0 1 0,1 0 0,0-2 0,-1 2 0,1 1-1,-1 0 1,1 0-1,-1 0 1,1-1 0,0 1-1,0 0 1,0 0-1,-1 0 1,1 0-1,0 0 1,0 0-1,0 0 1,0 0 0,1 1-1,-1-1 1,0 0-1,0 1 1,0-1-1,1 1 1,-1-1 0,2 0-1,1 1 0,47-8 19,-45 7-19,0 1 1,-1 0-1,1 0 0,-1 1 1,1 0-1,-1 0 1,8 2-1,-6-1 0,-1 1 0,0 0 0,0 0-1,0 1 1,-1-1 0,1 1 0,-1 0 0,0 1-1,7 6 1,2 4 6,-4-3 2,11 14 0,-15-18 2,0-1 0,1 0-1,0-1 1,0 1 0,11 7-1,8-1 60,-22-12-58,0 1 0,0-1 0,0 0 0,0 0 0,5 0 0,-6 0-35,-1-1 0,1 0 0,0 1 0,-1-1 0,0 1 0,1 0 0,-1 0 0,1 0 0,-1 0 0,0 0 0,4 3 0,-6-4-62,0 1 1,0-1-1,1 1 1,-1 0-1,0-1 1,0 1 0,0 0-1,0-1 1,0 1-1,0 0 1,0-1-1,0 1 1,0 0-1,0-1 1,0 1-1,0-1 1,0 1 0,0 0-1,-1-1 1,1 1-1,0 0 1,0-1-1,-1 2 1,0 0-234,-5 11-613</inkml:trace>
  <inkml:trace contextRef="#ctx0" brushRef="#br0" timeOffset="1034.06">641 183 1896,'26'0'1317,"-20"0"13,-7 1-555,-6 0 1675,8 3 959,0-66-2791,-1 55-445,1 0 0,3-14 1,-1 4 138,-3 15-270,1-1 0,0 0 0,-1 1 1,1-1-1,0 1 0,0 0 0,1-1 1,-1 1-1,0 0 0,1 0 0,0 0 1,2-4-1,1 0 34,-3 5-48,-1-1 0,1 0 0,0 1 0,0-1 0,0 0 0,0 1 0,0 0 0,0 0 0,0 0 0,0 0 0,0 0 0,0 0 0,1 0 0,-1 0 0,4 0 0,-1 0 9,0 0 0,0 0 0,7 0 0,9-1 18,-9 0-36,-10-1-15,2 0 1,0 3-3,0 0-1,0 0 1,0 0 0,0 0-1,0 1 1,4 1-1,8 1 5,30-1 14,-32-2-17,13-1 6,-23 0-7,-1 0-1,0 1 1,1 0-1,-1 0 1,1 0-1,-1 0 1,0 1-1,1-1 1,3 2-1,7 5 4,-10-5-1,-1-1-1,1 1 0,-1 0 0,1-1 0,5 1 0,-4-1 3,-2 0 1,0 0 0,0-1 1,-1 0-1,1 1 0,0-1 0,0 0 0,0-1 1,6 0-1,-8 1-3,-1 0 1,1-1-1,0 1 1,0 0-1,-1 0 1,1-1-1,0 1 1,0 0-1,-1 0 1,1 0-1,0 0 1,0 0-1,0 0 0,-1 1 1,1-1-1,0 0 1,0 0-1,-1 0 1,1 1-1,0-1 1,1 1-1,-2-1 28,-3 1 88,2-1-117,1 0 1,0 0-1,-1 0 1,1 0 0,0 0-1,-1 0 1,1 0-1,0 0 1,0 0-1,-1 1 1,1-1-1,0 0 1,-1 0-1,1 0 1,0 0 0,0 1-1,0-1 1,-1 0-1,1 0 1,0 1-1,0-1 1,0 0-1,-1 0 1,1 1-1,-8 8 12,1 0-1,0 1 1,-9 17-1,13-22-9,-2 4 10,1-1 0,0 1 0,-5 18 0,5-12 6,-27 98 99,23-76-18,-3 0 1,-23 59-1,29-86-59,-3 6 129,-7 24 0,7-14 206,-2 0 0,-18 37 0,23-53-225,0 0 0,1 1 0,1 0 0,-4 14 0,7-24-142,-2 3 44,-1 1 11,3-5-66,0 0 0,0 0 1,0 0-1,0 0 0,0 0 0,0 0 0,0 0 0,0 0 1,0 0-1,0 0 0,0 0 0,0 1 0,0-1 1,1 0-1,-1 0 0,0 0 0,0 0 0,0 0 1,0 0-1,0 0 0,0 0 0,0 0 0,0 0 1,0 0-1,0 0 0,0 0 0,0 0 0,0 0 1,0 0-1,0 0 0,0 0 0,0 0 0,0 0 1,0 0-1,1 0 0,-1 0 0,0 0 0,0 0 1,0 0-1,0 0 0,0 0 0,0 0 0,0 0 1,0 0-1,0 0 0,0 0 0,0 0 0,0 0 1,0 0-1,0 0 0,0 0 0,1 0 0,-1 0 0,0 0 1,0 0-1,0 0 0,0 0 0,0 0 0,0 0 1,0 0-1,0 0 0,1-4-2698,2 1 1794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19T09:55:40.759"/>
    </inkml:context>
    <inkml:brush xml:id="br0">
      <inkml:brushProperty name="width" value="0.05" units="cm"/>
      <inkml:brushProperty name="height" value="0.05" units="cm"/>
    </inkml:brush>
  </inkml:definitions>
  <inkml:trace contextRef="#ctx0" brushRef="#br0">86 638 1472,'-64'19'848,"63"-19"-764,-1 1 0,1-1-1,-1 0 1,1 0-1,-1 1 1,1-1-1,-1 0 1,1 0-1,-3-1 1,4 1-66,0 0 0,-1 0-1,1 0 1,0 0 0,0 0 0,0 0 0,0 0 0,-1 0 0,1 0-1,0-1 1,0 1 0,0 0 0,0 0 0,0 0 0,0 0 0,-1 0-1,1-1 1,0 1 0,0 0 0,0 0 0,0 0 0,0 0-1,0-1 1,0 1 0,0 0 0,0 0 0,0-1 0,-1 0 164,0-5 2936,10 10-830,-6-3-2522,4 3 452,0-1 0,0 0 1,1 0-1,-1-1 0,12 2 1,-17-4-149,0 0 0,1 1 0,-1-1 0,1 0 1,2-1-1,0 1 66,75 1 1183,-79-1-1306,89-4 802,-19 1-522,-21 1-95,-32 1-112,-6 1 9,1-1 0,-1 0-1,20-5 1,-16 2 24,3-1-18,-19 5-94,1 0 0,-1 0 0,1 0 0,-1 0 0,1-1 0,-1 1 0,1 0 0,-1 0-1,1-1 1,-1 1 0,0 0 0,1-1 0,-1 1 0,1-1 0,-1 1 0,0 0 0,1-1 0,-1 1 0,0-1 0,1 0 0,-1 1-6,0 0 0,0 0 1,0 0-1,0 0 0,0 0 1,0 0-1,0-1 0,0 1 1,0 0-1,0 0 0,0 0 1,0 0-1,0 0 0,0 0 1,0 0-1,0 0 0,0 0 1,1 0-1,-1 0 0,0 0 1,0 0-1,0 0 0,0 0 1,0 0-1,0 0 0,0 0 1,0 0-1,0 0 0,0 0 1,0 0-1,0 0 0,0 0 1,0 0-1,0 0 0,0 0 1,0 0-1,0 0 0,1 0 1,-1 0-1,0 0 0,0 0 1,0 0-1,0 0 0,0 0 1,0 0-1,0 0 0,0 0 1,0 0-1,0 0 0,0 0 1,0 0-1,0 0 0,0 0 1,0 0-1,5 1 68,-10-5-39,5 4-137,-1 0 0,0-1 0,1 1 0,-1 0 0,1 0 0,-1 0 0,0 0 0,1 0 0,-1 0 0,1 0 0,-1 1 0,0-1-1,1 0 1,-1 0 0,0 1 0</inkml:trace>
  <inkml:trace contextRef="#ctx0" brushRef="#br0" timeOffset="1">32 914 5953,'1'1'283,"1"0"0,-1-1 0,0 1 0,0 0 0,1-1 0,-1 1 0,0 0 0,1-1 0,-1 0 0,0 1 0,4-1 0,18 2 272,-7-1-326,3 2 101,1-2-1,-1 0 1,33-2 0,33-5 837,10-1-634,-88 6-493,0 0 0,0-1 0,0 0-1,0 0 1,0 0 0,12-7 0,-11 6 3,0 1 0,1-1 0,-1 2 1,1-1-1,-1 1 0,1 0 0,8 1 0,-17 0-56,0 0-1,0 0 1,1 0-1,-1-1 1,0 1-1,0 0 1,0 0-1,0 0 1,0 0-1,0 0 1,1 0-1,-1 0 1,0 0-1,0 0 1,0 0-1,0 0 1,0 0-1,0 0 1,1 1-1,-1-1 1,0 0-1,0 0 1,0 0-1,0 0 1,0 0-1,0 0 1,0 0-1,0 0 1,1 0-1,-1 0 1,0 0-1,0 0 1,0 1-1,0-1 1,0 0-1,0 0 1,0 0-1,0 0 1,0 0-1,0 0 1,0 0-1,0 1 1,0-1-1,0 0 0,0 0 1,0 0-1,0 0 1,0 0-1,0 0 1,0 1-1,0-1 1,0 0-1,0 0 1,0 0-1,8 1-6034</inkml:trace>
  <inkml:trace contextRef="#ctx0" brushRef="#br0" timeOffset="2">901 523 3729,'0'7'455,"1"7"515,1-12-403,1-7 129,-3 5-668,1-1 0,-1 1 0,0-1 0,1 0 0,-1 1 0,0-1-1,1 1 1,-1-1 0,1 1 0,-1 0 0,0-1 0,1 1 0,-1-1-1,1 1 1,0 0 0,-1 0 0,1-1 0,-1 1 0,1 0 0,0-1 0,0 1-11,-1 0 1,0 0-1,1 0 1,-1 0 0,1 0-1,-1 0 1,0 0 0,1 0-1,-1 1 1,0-1 0,1 0-1,-1 0 1,1 0 0,-1 0-1,0 0 1,1 1-1,-1-1 1,0 0 0,0 0-1,1 1 1,-1-1 0,0 0-1,1 0 1,-1 1 0,0-1-1,0 1 1,1-1 21,-1 1 0,0-1 0,0 1 0,0-1 1,0 1-1,0 0 0,0-1 0,0 1 0,0-1 0,0 1 0,0-1 0,0 1 1,0 0-1,0-1 0,-1 1 0,1 0 0,-1 2 167,1-2-132,0 1 0,-1-1 0,1 0 1,0 0-1,-1 0 0,1 0 0,-1 0 1,-1 2-1,-2 6 275,-8 39 848,0 19 122,8-54-917,-7 15 1,5-14-115,-2 2 112,0 0 0,-14 19 0,9-15 178,12-20-560,1 1 0,0-1 0,0 0 0,0 0 0,-1 1 0,1-1 0,0 0 0,0 0 0,0 1 0,0-1 0,0 0-1,0 0 1,-1 1 0,1-1 0,0 0 0,0 1 0,0-1 0,0 0 0,0 1 0,0-1 0,9 0 257,0-1-287,3-1 60,0 0 1,0-1 0,0 0-1,13-5 1,11-4 145,46-8 0,-14 5-12,-5 1-38,-34 8-99,-18 4-35,0 0 1,0 0 0,0 2 0,-1-1 0,1 1 0,0 1-1,17 3 1,1 0-52,-29-4 39,0 0 0,0 0 0,-1 0-1,1 0 1,0 0 0,0 0 0,0 0 0,0 0 0,0 0 0,0 0 0,0-1 0,0 1 0,0 0-1,0 0 1,0 0 0,0 0 0,0 0 0,0 0 0,0 0 0,0 0 0,0 0 0,0-1-1,0 1 1,0 0 0,0 0 0,0 0 0,0 0 0,0 0 0,0 0 0,0 0 0,0 0 0,0 0-1,1 0 1,-1-1 0,0 1 0,0 0 0,0 0 0,0 0 0,0 0 0,0 0 0,0 0 0,0 0-1,0 0 1,0 0 0,0 0 0,0 0 0,1 0 0,-1 0 0,0 0 0,0 0 0,0 0-1,0 0 1,0 0 0,0 0 0,0 0 0,0 0 0,0 0 0,1 0 0,-1 0 0,0 0 0,0 0-1,0 0 1,0 0-35,0 0 0,0 0-1,0 0 1,0 0 0,-1 0-1,1-1 1,0 1 0,0 0-1,0 0 1,0 0-1,0 0 1,0 0 0,0 0-1,0 0 1,0 0 0,0 0-1,0-1 1,0 1 0,0 0-1,0 0 1,0 0 0,0 0-1,0 0 1,0 0-1,0 0 1,0 0 0,0-1-1,0 1 1,0 0 0,0 0-1,0 0 1,0 0 0,0 0-1,0 0 1,0 0 0,0-1-1,0 1 1,0 0-1,0 0 1,0 0 0,0 0-1,0 0 1,0 0 0,0 0-1,0 0 1,1 0 0,-1 0-1,0 0 1,0-1 0,0 1-1,0 0 1,0 0 0,0 0-1,0 0 1,0 0-1,1 0 1,-1 0 0,0 0-1,2 0-487,-2 0 413,1 0 1,-1 0-1,0 0 0,1 0 0,-1 0 0,0 0 0,1 0 0,-1 0 0,0 0 0,1 0 0,-1 0 0,0 0 0,1 0 0,-1 0 0,0 0 0,1-1 0,-1 1 0,0 0 0,0 0 0,1 0 0,-1-1 0,0 1 0,0 0 0,1 0 0,-1-1 0,0 1 1,0 0-1,1 0 0,-1-1 0,0 1 0,0 0 0,0-1 0,2-6-1323</inkml:trace>
  <inkml:trace contextRef="#ctx0" brushRef="#br0" timeOffset="3">1377 492 2176,'-3'-11'779,"1"2"-224,0 1 1,-1 0-1,0 0 0,0 1 1,-1-1-1,-5-9 1,8 16-502,0 0 0,0 0 0,0 0 0,0 0 0,0 1 0,-1-1 0,1 0 0,0 0 0,0 1 0,0-1 0,-1 0 1,1 1-1,0 0 0,-1-1 0,1 1 0,0 0 0,-1-1 0,1 1 0,-1 0 0,1 0 0,0 0 0,-1 0 0,1 0 0,-1 1 0,1-1 0,0 0 0,-1 1 0,-1 0 1,0 0 26,1 0 1,-1 0-1,0 1 1,0-1 0,1 1-1,-1 0 1,1-1 0,0 1-1,-1 0 1,1 0-1,-4 5 1,3-1 34,0 0 0,1 0 0,-1 0 0,1 0 0,0 0 0,-1 7 0,1-3 2,-62 253 2397,6-3-59,56-244-2284,-9 22 0,10-36-149,0 0-1,0 0 1,0 0 0,0 0-1,-1-1 1,-1 3-1,-6 8 109,9-12-125,-1 0-1,1 1 0,0-1 1,0 1-1,0-1 0,-1 1 0,1-1 1,0 1-1,0-1 0,0 1 1,0-1-1,0 1 0,0-1 0,0 1 1,0-1-1,0 1 0,0-1 1,0 1-1,0-1 0,1 1 0,-1 0 1,1-2-110,0 0 0,-1 0 0,1 1 0,0-1 0,-1 0 0,1 0 0,-1 0 0,1 0 0,-1 0 0,0 0 0,1 0 1,-1 0-1,0 0 0,1-1 0,-1 1-32,0 0 1,1 0 0,-1-1-1,0 1 1,1 0 0,0 0-1,-1 0 1,1 0 0,-1 0-1,1 0 1,1-2-1,32-37-814</inkml:trace>
  <inkml:trace contextRef="#ctx0" brushRef="#br0" timeOffset="4">1425 237 3561,'-12'-8'2662,"12"8"-2626,0 0 0,-1-1 0,1 1 0,0 0 0,0-1 0,0 1 0,-1 0 0,1-1 0,0 1 0,0 0 0,0-1 0,0 1 0,0 0 0,0-1 0,-1 1 0,1 0 0,0-1 0,0 1 0,0 0 0,0-1 0,0 1 0,0 0 0,1-1 0,-1 1 0,0-1 0,4-12 142,-1 4 65,-2 6-181,-1 0 1,1 1-1,0-1 0,0 0 0,1 1 1,-1-1-1,0 1 0,1 0 0,0-1 0,-1 1 1,1 0-1,0 0 0,4-3 0,3-5 174,-4 5-90,1 0-1,0 1 1,0-1-1,0 1 1,0 0 0,1 0-1,-1 1 1,1 0-1,0 0 1,0 1-1,0 0 1,15-3 0,-19 5-91,0 0 0,-1-1 0,1 2 1,0-1-1,0 0 0,0 0 1,-1 1-1,1 0 0,0-1 0,-1 1 1,1 0-1,4 3 0,11 3 273,-8-5-92,-9-2-206,1 0 1,-1 0-1,0 0 0,0 1 1,0-1-1,0 0 1,0 1-1,0-1 1,0 1-1,0-1 0,0 1 1,2 1-1,-1 0 24,0-1-1,0 1 1,-1 0-1,1 0 0,0-1 1,-1 1-1,0 1 1,1-1-1,-1 0 0,0 0 1,0 0-1,0 1 1,0-1-1,0 3 0,-1-1-23,1-1 0,-1 1-1,0 0 1,-1-1 0,1 1-1,-1 0 1,1-1 0,-1 1-1,-2 6 1,1-5-10,0 1 0,-1-1-1,1 0 1,-1 0 0,0 0 0,0 0 0,-4 5 0,-6 4 79,0-2 0,-1 1 0,-1-2 0,-24 16 1,34-24-47,-1-1 0,1 0 0,-1 1 0,0-2 0,-10 3 1,9-2-13,6-2-31,0 0 1,0 0-1,-1 0 1,1 0-1,0 0 1,-1 0-1,1 0 1,0 0-1,0-1 1,-1 1-1,1 0 0,0-1 1,0 1-1,0-1 1,-1 1-1,1-1 1,0 0-1,0 1 1,0-1-1,0 0 1,0 0-1,0 0 1,0 0-1,0 0 1,1 0-1,-1 0 1,0 0-1,1 0 1,-1 0-1,0 0 1,1 0-1,-1 0 1,1-1-1,-1-1 0,1 2-9,0 1-1,0-1 1,0 1-1,0-1 0,0 1 1,0-1-1,0 1 0,1-1 1,-1 0-1,0 1 1,0-1-1,0 1 0,1-1 1,-1 1-1,0-1 0,1 1 1,-1 0-1,0-1 0,1 1 1,-1-1-1,1 0 1,11-7-6,-10 7 4,6-3 1,1 0-1,-1 0 1,1 0-1,0 1 0,0 1 1,0-1-1,0 2 1,1-1-1,10 1 1,0-1 15,34 0 153,-48 2-112,0 0 0,0 1 0,0 0 1,0 1-1,0-1 0,10 5 0,-7-2 83,0 1-1,0 0 1,9 7 0,-21-9 111,3-3-282,0 0 1,0 0 0,0 0 0,0 1 0,0-1-1,0 0 1,0 0 0,0 0 0,0 0-1,0 0 1,0 0 0,0 0 0,0 0 0,0 0-1,0 0 1,0 0 0,0 0 0,0 0 0,-1 0-1,1 0 1,0 0 0,0 0 0,0 0-1,0 0 1,0 0 0,0 0 0,0 0 0,0 0-1,0 0 1,0 0 0,0 0 0,-1 0-1,1 0 1,0 0 0,0 0 0,0 0 0,0 0-1,0 0 1,0 0 0,0 0 0,0 0-1,0 0 1,0 0 0,0 0 0,0 0 0,0 0-1,-1 0 1,1 0 0,0 0 0,19-2-4022,27 0 2754</inkml:trace>
  <inkml:trace contextRef="#ctx0" brushRef="#br0" timeOffset="5">2086 444 4625,'6'65'1730,"1"-21"-557,-5-35-1018,-1 0 0,0 0-1,0 9 1,-7 103 2033,3-87-1569,-7 58 381,0 15-447,5-25-247,3-50-201,2-30-151,0-1 0,0 1 1,-1 0-1,1 0 0,-1 0 1,0-1-1,1 1 0,-1 0 1,0 0-1,0-1 0,0 1 1,-1 1-1,2-3-113,-1 0 0,1 0 0,0 1 0,0-1 0,0 0 0,0 0 0,0 1-1,0-1 1,0 0 0,0 0 0,0 1 0,0-1 0,0 0 0,0 0 0,0 1 0,0-1 0,0 0 0,0 0 0,0 1 0,0-1 0,0 0 0,2-8-1096</inkml:trace>
  <inkml:trace contextRef="#ctx0" brushRef="#br0" timeOffset="6">1856 856 5297,'1'0'105,"-1"1"0,0-1 0,0 1 0,1-1 0,-1 1 0,0-1 0,1 1 0,-1-1 0,1 0 0,-1 1 0,0-1 0,1 1-1,-1-1 1,1 0 0,-1 0 0,1 1 0,-1-1 0,1 0 0,-1 0 0,1 1 0,-1-1 0,1 0 0,0 0 0,1 1 173,0-1-196,-1 1 0,0-1 0,0 0 1,1 1-1,-1-1 0,0 0 0,1 0 1,-1 0-1,0 0 0,1 0 0,-1 0 1,1 0-1,1-1 0,3 0 162,19-4 778,-7 0-556,133-32 1370,-125 31-1753,0 1 0,30-2 0,2-1 6,-49 6-62,-4 1 2,0 1 1,0-1 0,0 1 0,0-1-1,1 1 1,8 2 0,0 1-849</inkml:trace>
  <inkml:trace contextRef="#ctx0" brushRef="#br0" timeOffset="7">2933 384 6033,'3'5'476,"-1"1"-1,0 0 1,3 8-1,-5-13-440,0-1 0,-1 1 1,1 0-1,0 0 0,0-1 0,0 1 0,0 0 0,-1-1 0,1 1 1,0 0-1,-1 0 0,1-1 0,0 1 0,-1-1 0,1 1 1,-1 0-1,1-1 0,-1 1 0,1-1 0,-2 1 0,-11 8 70,8-7-99,-1-1-1,1 1 1,0-1 0,-1 0 0,1 0-1,-1-1 1,1 1 0,-1-1 0,-8-1-1,-6-2 6,-25-6 1,25 4-5,7 2-21,0 1 0,0 1 0,-1 0 0,-14 0 0,23 2 34,0-1 0,0 1 0,0-1 1,0 1-1,0 1 0,0-1 0,1 1 0,-1 0 1,0 0-1,1 0 0,-1 1 0,1-1 1,0 1-1,-4 3 0,5-3 91,0 0 0,0-1 0,1 1 0,-1 0 0,1 0 0,0 0 1,0 1-1,0-1 0,0 0 0,0 1 0,1 0 0,0-1 0,-1 1 0,1 0 0,1-1 0,-1 1 0,0 0 1,1 0-1,0 6 0,1 4 41,1 1-1,0 0 1,1-1 0,6 16 0,-6-21 112,8 13 1,-1 1 403,-9-22-629,-1 0-1,0 0 0,0-1 1,1 1-1,-1 0 1,0-1-1,1 1 1,-1-1-1,1 1 0,-1-1 1,1 1-1,-1-1 1,1 1-1,-1-1 1,1 1-1,0-1 0,-1 1 1,1-1-1,0 0 1,-1 1-1,1-1 1,1 0-1,-1 1 14,1-1 0,-1 0 0,1 0 1,0 0-1,-1 0 0,1-1 0,-1 1 0,1 0 0,-1-1 1,3 0-1,2-1 21,1-1 0,-1 0 0,12-9 0,-9 6-59,-6 4-10,1-1 0,-1 1 1,1 0-1,0 0 1,7-3-1,-5 3-3,0 0 0,1 0-1,-1 1 1,0 0 0,0 0 0,1 1 0,-1 0-1,0 0 1,1 1 0,-1-1 0,0 1 0,7 2 0,-3 0-1,21 7 23,47 20-1,-69-25-12,0 0-1,0 0 1,0 1-1,10 8 1,-16-11 6,-1 0 0,1-1 0,0 1 0,-1 1 0,1-1 1,-1 0-1,0 1 0,0-1 0,-1 1 0,1-1 0,-1 1 0,1 0 0,-1 0 0,0 3 0,0-1 32,-1-1 0,1 1-1,-1-1 1,-1 1-1,1-1 1,-1 1 0,0-1-1,0 0 1,-1 1-1,1-1 1,-1 0 0,-1 0-1,1 0 1,-1 0-1,1 0 1,-1-1 0,-6 7-1,-4 4 73,-1-1 1,-1 0-1,-23 17 0,30-25-101,-14 11 80,-39 25 1,52-38-85,0 1 0,0-1 1,0-1-1,0 0 1,-1 0-1,1 0 0,-1-2 1,-13 2-1,10-2-3,-1-1-1,1-1 1,-26-5 0,38 6-152,0 0-1,-1-1 1,1 1 0,0-1 0,0 0 0,0 1 0,0-1 0,0 0 0,0 0-1,0 0 1,0 1 0,0-1 0,0 0 0,0 0 0,0 0 0,0-1 0,1 1-1,-1 0 1,0 0 0,1 0 0,-1 0 0,1-1 0,0 1 0,-1 0 0,1 0-1,0-1 1,0-1 0,-1-6-1125</inkml:trace>
  <inkml:trace contextRef="#ctx0" brushRef="#br0" timeOffset="8">307 1405 5193,'25'35'2075,"-24"-35"-1973,-1 1 0,1-1 0,-1 0 0,1 0-1,-1 1 1,1-1 0,0 0 0,-1 0 0,1 0 0,-1 0-1,1 0 1,-1 0 0,1 0 0,-1 0 0,1 0 0,0 0-1,0 0 1,14-3 100,-8 2 56,-2-1-32,0 1 0,1-1 1,-1 0-1,0 0 1,0 0-1,6-4 0,13-5 297,-15 8-450,1 1 1,0 0-1,0 0 0,13 1 1,40 2 100,-38 0-78,12 2-245,-37-3 96,0 0 1,0 1-1,0-1 0,0 0 1,0 0-1,0 0 0,1 0 1,-1 0-1,0-1 1,0 1-1,0 0 0,0 0 1,0 0-1,0 0 0,1 0 1,-1 0-1,0 0 0,0 0 1,0 0-1,0 0 1,0 0-1,0 0 0,0 0 1,1 0-1,-1-1 0,0 1 1,0 0-1,0 0 0,0 0 1,0 0-1,0 0 1</inkml:trace>
  <inkml:trace contextRef="#ctx0" brushRef="#br0" timeOffset="9">457 1675 6721,'18'-1'1462,"72"-9"695,-80 8-2103,0-1-1,-1 0 1,1 0 0,-1 0-1,0-2 1,0 1-1,9-6 1,-1-2 160,-12 8-186,0 0 0,0 0-1,1 1 1,-1 0 0,1 0 0,0 0-1,9-2 1,-15 5-22,0 0 0,0 0 0,1 0 1,-1 0-1,0 0 0,0 0 0,1 0 0,-1 0 0,0 0 1,1 0-1,-1 0 0,0 0 0,0 0 0,1 0 0,-1 0 0,0 0 1,0 0-1,1 1 0,-1-1 0,0 0 0,0 0 0,0 0 0,1 0 1,-1 1-1</inkml:trace>
  <inkml:trace contextRef="#ctx0" brushRef="#br0" timeOffset="10">1134 1337 3553,'58'-8'2059,"-58"8"-2012,0 0 0,0 0 0,1 0 0,-1 0 0,0 0 0,1 0 0,-1 0 0,0 0-1,1 0 1,-1 0 0,0 0 0,1 0 0,-1 0 0,0 0 0,0 0 0,1 1 0,-1-1 0,0 0 0,1 0 0,-1 0 0,0 0 0,0 1 0,1-1 0,-1 0 0,0 0 0,0 1 0,0-1 0,1 0 0,-1 0 0,0 1 0,0-1 0,0 0-1,0 1 1,0-1 0,0 0 0,1 1 0,-3 11 637,0-6-533,-11 98 938,11-81-628,-1 0 1,-7 28-1,5-33-249,0 4 104,0-1 0,-2-1 0,-17 36 0,14-37 114,-15 20 0,22-36-380,1 1-1,0-1 0,-2 6 0,3-8-37,1 1 1,-1-1-1,1 0 0,0 1 0,-1-1 1,1 0-1,0 1 0,0-1 1,0 0-1,0 1 0,0 2 1,-2-7-161,2 3 120,-1 0 0,1 0 0,0 0 0,0 0 1,0 0-1,-1-1 0,1 1 0,0 0 0,0 0 0,0 0 1,0 0-1,0-1 0,0 1 0,-1 0 0,1 0 0,0 0 1,0-1-1,0 1 0,0 0 0,0 0 0,0 0 1,0-1-1,0 1 0,0 0 0,0 0 0,0-1 0,0 1 1,0 0-1,0 0 0,0-1 0,0 1 0,0 0 0,0 0 1,0 0-1,0-1 0,0 1 0,1 0 0,-1 0 1,0 0-1,0-1 0,0 1 0,0 0 0,0 0 0,0 0 1,1 0-1,-1 0 0,0-1 0,0 1 0,1 0 1,5-8-1556,6-1 649</inkml:trace>
  <inkml:trace contextRef="#ctx0" brushRef="#br0" timeOffset="11">1601 1224 5177,'0'1'200,"0"-1"1,-1 0-1,1 1 1,0-1-1,-1 1 0,1-1 1,0 0-1,0 1 0,-1-1 1,1 1-1,0-1 0,0 1 1,0-1-1,0 1 0,0-1 1,-1 1-1,1-1 1,0 1-1,0 0-102,-1 4-19,-1 1 1,1 0-1,-1-1 1,-1 1-1,1-1 0,-1 1 1,0-1-1,-4 5 1,-5 7 135,1-1 0,1 3 0,0 0 0,-8 25 0,1 5 165,-6 21-24,15-48-235,5-14-34,1-1 0,0 1 0,-3 16 0,5-18-16,0 1 0,0-1-1,1 1 1,1 7 0,-1-10-31,-1 0 1,1 0 0,1-1-1,-1 1 1,1 0 0,-1-1-1,1 1 1,0-1 0,3 4-1,-3-5-8,1 1 1,0-1-1,-1 0 0,1 0 0,0 0 0,0 0 0,1 0 0,-1-1 0,0 1 0,0-1 0,1 0 0,6 1 0,-5-1 16,1 0-1,-1 0 0,1-1 0,0 0 1,-1 0-1,1-1 0,9-1 0,12-7 119,4 2-26,17-11 59,-36 13-148,-7 3-25,-1-1 0,1 0 0,0 0 0,-1 0-1,0 0 1,0-1 0,0 0 0,0 0 0,0 0-1,5-8 1,-6 7 2,0 1 0,-1 0 0,0-1 0,0 0 0,0 1 0,0-1 0,-1 0 0,1 0 0,-1 0 0,-1 0 0,1 0 0,-1-7 1,0 10-14,0 0 0,0 0 0,0 0 0,0 0 0,-1 0 0,1 0 1,-1 0-1,1 0 0,-1 0 0,0 1 0,0-1 0,0 0 1,0 0-1,0 1 0,0-1 0,-1 1 0,1-1 0,0 1 1,-1-1-1,1 1 0,-1 0 0,1 0 0,-1 0 0,0 0 1,0 0-1,-1-1 0,-1 1-5,1 0 0,0 0-1,-1 0 1,1 1 0,0 0 0,-1-1 0,1 1-1,-1 0 1,1 1 0,0-1 0,-1 0 0,1 1-1,-1 0 1,1 0 0,0 0 0,0 0 0,0 1-1,0-1 1,-5 4 0,-1 0-10,0 1 1,1 0-1,0 1 1,-9 8-1,14-12-2,0 1 0,0 0-1,0 0 1,1 0 0,-1 0 0,1 0 0,0 0 0,0 1-1,0-1 1,1 1 0,-2 8 0,2-10-64,1 1 0,0-1-1,0 1 1,0-1 0,0 1 0,0-1-1,1 1 1,-1-1 0,1 0 0,0 1 0,0-1-1,0 0 1,1 1 0,-1-1 0,1 0 0,2 4-1,0-2-667,0-1-1,0 1 1,7 5-1,4 1-185</inkml:trace>
  <inkml:trace contextRef="#ctx0" brushRef="#br0" timeOffset="12">2300 1266 7394,'-6'23'2731,"5"-17"-2697,-1 0 0,-4 9-1,-7 18 717,2 0 0,-8 36 0,17-63-656,0 5 42,-1 0 0,-5 13 1,-1-1-87,1 1 0,2 0 0,-4 25 0,9-45-202,-1 10 138,2-13-136,0-1 1,0 1-1,0-1 0,0 1 0,0 0 0,0-1 0,0 1 1,0 0-1,0-1 0,0 1 0,1-1 0,-1 1 1,0 0-1,0-1 0,1 1 0,0 0 0</inkml:trace>
  <inkml:trace contextRef="#ctx0" brushRef="#br0" timeOffset="13">2132 1542 5977,'-10'-63'2399,"10"62"-2358,-1 1-1,1-1 1,0 1-1,0-1 1,0 1-1,0-1 1,0 1-1,0-1 1,0 1-1,1-1 1,-1 1-1,0-1 1,0 1-1,0-1 1,0 1-1,1-1 1,-1 1-1,0 0 0,0-1 1,1 1-1,-1-1 1,0 1-1,1 0 1,-1-1-1,0 1 1,1 0-1,-1-1 1,1 1-1,-1 0 1,1-1-1,-1 1 1,1 0-1,1 0 16,-1-1 0,0 1-1,1 1 1,-1-1 0,0 0 0,1 0 0,-1 0-1,3 1 1,-1 0 34,7 1 23,9 2 264,2 0-1,22 0 0,-29-4-94,-7 1-47,0-1 1,1 0-1,10-2 0,57-13 772,-59 12-954,1 1 0,28 1-1,-7 1-83,-35 0-125,0-1 1,-1 1-1,1-1 0,0 0 1,0 1-1,-1-1 1,1 0-1,3-2 0,1 0-998,2 0 248</inkml:trace>
  <inkml:trace contextRef="#ctx0" brushRef="#br0" timeOffset="14">2855 1321 6521,'2'-3'363,"0"1"-1,0-1 1,0 1-1,0 1 1,0 0-1,3-4 1,3-2-196,-8 7-123,1-1 0,0 0-1,0 1 1,-1-1 0,1 0 0,0 1 0,0-1-1,0 1 1,0 0 0,0-1 0,0 1-1,0 0 1,0-1 0,0 1 0,0 0 0,0 0-1,2 0 1,2-1 192,5 0 157,-1 0-1,0 1 0,1 0 1,-1 0-1,0 1 0,15 2 1,-18-1-347,-1-1 1,1 1-1,0 0 1,-1 0-1,1 1 1,-1-1-1,0 1 1,0-1-1,0 1 1,9 7-1,-13-8-33,1 0 0,-1 0 1,0 0-1,1-1 0,-1 1 0,0 0 0,0 1 0,0-1 0,-1 0 1,1 0-1,0 0 0,-1 0 0,1 1 0,-1-1 0,0 0 0,0 1 0,0-1 1,0 0-1,-1 4 0,0 1 28,0 0 0,-1-1 0,0 1 0,-1-1 1,-4 9-1,1-4 14,0 0 0,-1-1 0,-11 13 0,-27 25 88,44-47-138,-10 10 38,-1-1 0,0 0 0,-1-1 0,0 0 0,0-1 0,0-1 0,-17 7 0,17-9 12,0-1 1,-2 0 0,-17 3 0,6-2 26,24-5-75,-1 1 0,1-1 0,-1 1-1,1-1 1,-1 0 0,1 0 0,0 0 0,-1-1-1,1 1 1,-1 0 0,1-1 0,-1 0 0,1 1-1,0-1 1,-1 0 0,1 0 0,0-1 0,0 1-1,-3-3 1,4 4-5,1-1 1,-1 1-1,1-1 0,-1 1 0,1-1 0,-1 0 1,1 1-1,0-1 0,-1 0 0,1 1 0,0-1 0,-1 0 1,1 0-1,0 1 0,0-1 0,0 0 0,0 0 1,0 1-1,0-1 0,0 0 0,0 0 0,0 1 1,0-1-1,0 0 0,1-1 0,0 0 1,-1 0 0,1 0 0,0 0 0,0 1 0,0-1 0,0 0 0,1 0 0,-1 1 0,2-3 0,1 1 3,0 0-1,0 0 1,0 1-1,0-1 1,0 1 0,1 0-1,-1 0 1,1 0 0,5-1-1,49-8 104,-43 8-70,66-15 298,-74 17-276,0 0-1,0 1 0,-1 0 0,1 0 0,0 0 0,0 1 1,0 1-1,14 3 0,-17-4-14,1 0 1,-1 1-1,0 0 1,0 0-1,0 0 1,0 0-1,0 1 0,-1 0 1,1 0-1,-1 0 1,8 8-1,1 2 69,21 21 294,-33-33-397,0 0-6,0 0-1,1 0 1,-1 1-1,0-1 0,0 0 1,0 1-1,0-1 1,0 0-1,0 1 1,0-1-1,0 1 0,-1-1 1,1 1-1,-1 0 1,1 2-1,3 9-42,-2-3-636,6 14-1,-8-24 618,0 0 0,0 0 0,0 0 0,0 0 0,0 0-1,0 0 1,0 0 0,0 0 0,0 1 0,0-1 0,0 0 0,0 0 0,0 0 0,0 0 0,0 0 0,0 0 0,0 0 0,0 0 0,0 0 0,0 0 0,0 0 0,1 1-617,-1-1 617,0 0 0,0 0 0,0 0 0,1 0 0,-1 0 0,0 0 0,0 0-1,0 0 1,0 0 0,0 0 0,0 0 0,0 0 0,0 0 0,0 0 0,0 0 0,1 0 0,-1 0-243,3-2-701</inkml:trace>
  <inkml:trace contextRef="#ctx0" brushRef="#br0" timeOffset="15">3641 1148 5993,'6'0'2700,"-9"-1"-1083,1 1-1485,-1 1 0,0-1 0,1 1-1,-1-1 1,-3 2 0,1 0-88,1 0-23,1-1-1,-1 0 1,1 1 0,-1-2-1,0 1 1,1 0 0,-1-1-1,0 1 1,0-1 0,0 0-1,1 0 1,-1-1 0,-5 0-1,4 0 3,0 1-1,0-1 0,-1 1 0,-7 1 1,-5 0 21,4-2-16,5 1-10,0 0 0,-16 2 0,16-1-8,-1 0-1,-16-1 1,-6 1 13,30-1-17,-1 0 0,1 1 0,-1-1 0,0 1 0,1 0 0,-1 0 1,1 0-1,-1 0 0,1 0 0,0 0 0,-1 1 0,1-1 0,0 1 0,0-1 0,0 1 0,0 0 0,0 0 1,1 0-1,-1 0 0,-1 3 0,-6 7 53,8-11-43,-1 1 1,1-1 0,0 1 0,0 0-1,-1-1 1,1 1 0,0 0-1,0 0 1,1 0 0,-1 0-1,0 0 1,1 0 0,-1 0 0,1 0-1,0 0 1,-1 4 0,2-3 38,0 0 0,0 0 0,0 1 0,1-1 0,-1 0 0,1 0 0,-1-1 0,4 5 0,5 9 371,-5-7-136,-4-7-222,0 0 0,0 0 0,0-1 0,0 1 1,0 0-1,0 0 0,-1-1 0,1 0 0,-1 1 0,0 0 0,1 1 0,-1-1 0,0 2 0,0-1 7,0 0 0,0-1 0,0 1 1,0 0-1,1-1 0,-1 1 0,1 0 0,0-1 0,0 1 0,0-1 0,0 1 1,0-1-1,0 1 0,3 3 0,-3-5-28,0 0 0,0 0 0,0 0 0,0 0 0,0-1 0,0 1 0,0 0 0,0 0-1,0-1 1,2 2 0,-2-2-4,1 0 0,0 0 0,0 0 1,0 0-1,-1 0 0,1 0 0,0-1 0,0 1 0,1-1 0,3-1 3,0 1 0,0-1 0,0-1 0,7-3 1,-2 1-41,0-1 0,0 1 0,0 1 0,1 0 0,-1 1 0,1 0 0,0 1 0,21-2 1,0 3-15,62 7 1,-84-5 33,0 0 0,0 1 0,19 6 0,-27-7 6,0 1 1,0-1 0,1 0 0,-1 1 0,0 0 0,0 0-1,-1 0 1,1 0 0,0 0 0,-1 1 0,1-1 0,-1 1 0,0 0-1,1-1 1,2 6 0,-5-6 4,1 0 0,0 0 1,-1 0-1,1 0 0,-1 0 0,1 0 1,-1-1-1,0 1 0,0 0 0,0 0 1,0 0-1,0 0 0,-1 4 0,0-2 24,-1-1-1,1 1 0,-1 0 1,1 0-1,-1-1 1,-3 5-1,-4 3 111,0 0 0,-19 18 0,25-26-153,-5 5 46,-1-1-1,-10 7 1,15-11-48,0 0 0,-1-1 0,1 0 0,-1 0 0,0 0 0,-9 2 0,3-2 3,-2 1-4,-1-1-1,1 2 1,0 0-1,1 0 1,-1 1 0,-14 8-1,20-8-13,1 0 1,-7 6-1,9-7-6,0-1 0,0 1 0,0-1 0,-1 0-1,1 0 1,-6 2 0,7-4-21,0 0 1,0-1-1,0 1 0,0-1 1,0 1-1,-1-1 0,1 0 1,0 0-1,0-1 0,0 1 0,-5-2 1,-4-1-530,-18-9 1,0 2-958,11 7 740</inkml:trace>
  <inkml:trace contextRef="#ctx0" brushRef="#br0" timeOffset="16">699 2206 8578,'12'-11'3153,"8"18"-2393,-6-12-632,7 3-72,0 7-40,0-7-8,10 3 8,-6-8 16,4 0 0,-4-4-8,2 7-16,-2-2-272,-9-7-240,-4 5-433,-3-2-199,-7 2-208,2 6-313,-4 3 1137</inkml:trace>
  <inkml:trace contextRef="#ctx0" brushRef="#br0" timeOffset="17">769 2279 7194,'-35'58'2624,"55"-61"-2200,2 1-72,4-2-176,-3 1 0,6 0 64,2-1 32,-7-1 57,-5 4-1,-2-2-96,0-1-56,-6 2-176,14-2-104,-11 2-568,0 1-641,5-2 817</inkml:trace>
  <inkml:trace contextRef="#ctx0" brushRef="#br0" timeOffset="18">1614 1985 7778,'54'32'2768,"-47"-25"-1968,-7-3-300,0-3-431,-4 20 419,3-13-433,-1-1 0,0 0 0,0 0 0,0 0 0,-4 8 0,-4 3 135,6-9 11,-2 1 0,1-1 0,-13 16 0,17-24-184,0 0-1,0-1 1,0 1 0,0 0-1,0-1 1,0 1 0,0 0-1,0-1 1,-1 1-1,1-1-5,0 0 0,0 1-1,0-1 1,0 1-1,1-1 1,-1 1-1,0-1 1,0 1 0,0-1-1,-1 2 1,1 0 10,1 0 0,-1-1 0,0 1 0,1 0 0,-1-1 0,0 1 0,1 0 0,0 0 0,0 0 0,-1 0 0,1-1 0,0 1 0,0 0 0,1 0 0,-1 0 0,0 0 0,0-1 1,2 4-1,-2-3 33,1-1 0,-1 1 0,1 0 0,0 0 0,0 0 0,0-1 0,0 1 0,0 0 0,0-1 0,0 1 0,1-1 0,-1 1 0,1-1 0,-1 0 0,1 1 0,-1-1 1,1 0-1,2 1 0,3 1 78,0-1 0,0-1-1,0 1 1,1-1 0,-1 0 0,10 0 0,47-5 30,-37 2-116,55-3-792,83 7 1,-117-2-3105,-42 0 3216,9-1-317</inkml:trace>
  <inkml:trace contextRef="#ctx0" brushRef="#br0" timeOffset="19">2093 2011 5977,'-7'-8'837,"1"0"0,-10-8 0,16 16-801,-1-1 0,1 1 0,0 0 0,0 0 0,-1 0-1,1 0 1,0 0 0,-1 0 0,1 0 0,0 0-1,0 0 1,-1 0 0,1 0 0,0 0 0,0 0-1,-1 0 1,1 0 0,0 0 0,-1 0 0,1 0-1,0 1 1,0-1 0,-1 0 0,1 0 0,0 0-1,0 0 1,0 0 0,-1 1 0,1-1 0,0 0-1,0 0 1,0 0 0,-1 1 0,1-1 0,0 0-1,0 0 1,0 1 0,0-1 0,0 0 0,0 0-1,0 1 1,-1-1 0,1 1 0,-5 16 550,4-12-390,-5 13 474,-3 25-1,4-20-123,-5 36 918,4-19-505,6-36-881,-3 13 250,0 0-1,-1-1 1,-9 23-1,-12 11 41,12-27-218,12-19-121,0-1 1,0 1 0,0-1 0,0 1 0,0-1-1,1 1 1,-1 0 0,1-1 0,1 8-1,-1 4 86,0-4-36,1-10-71,-1 1 0,0-1 0,0 1 0,0-1 0,0 1 0,0 0 0,0-1 0,0 1 0,0-1 0,-1 1 0,1-1 0,0 1 0,-1-1 0,0 1 0,1-1 0,-1 0 0,0 1 0,1-1-1,-1 0 1,-2 3 0,-1-1 2,3-3-9,1 0 0,-1 1 0,0-1 0,0 1 0,1 0 0,-1-1-1,0 1 1,1 0 0,-1-1 0,1 1 0,-1 0 0,1 0 0,-1-1-1,1 1 1,0 0 0,-1 0 0,1 0 0,0 0 0,0 0 0,-1 0-1,1-1 1,0 1 0,0 0 0,0 0 0,0 0 0,0 0 0,0 0-1,0 0 1,1 0 0,-1 0 0,0 0 0,1 1-3,-1-1 1,1 1-1,-1-1 1,1 1 0,-1-1-1,1 1 1,0-1-1,0 0 1,0 1-1,0-1 1,0 0 0,0 0-1,0 0 1,0 0-1,0 0 1,3 2-1,-1-1-9,-3-2 5,0 1 0,1-1-1,-1 0 1,0 0 0,0 0 0,1 1 0,-1-1 0,0 0 0,0 0 0,0 1 0,1-1-1,-1 0 1,0 0 0,0 1 0,0-1 0,0 0 0,0 1 0,1-1 0,-1 1 0,-2 0-146,2-2 79,-1 1-1,1 0 0,-1-1 1,1 1-1,0-1 0,-1 1 1,1-1-1,0 1 0,-1-1 1,1 1-1,0-1 0,-1 1 1,1-1-1,0 1 0,0-1 1,0 0-1,0 1 0,-1-1 1,1 1-1,0-1 0,0 1 1,0-1-1,0 0 0,0 1 1,1-1-1,-1 1 0,0-1 1,0 0-1,0 1 0,0-1 1,1 1-1,-1-2 0,9-6-1539,7 1 702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19T09:55:40.779"/>
    </inkml:context>
    <inkml:brush xml:id="br0">
      <inkml:brushProperty name="width" value="0.05" units="cm"/>
      <inkml:brushProperty name="height" value="0.05" units="cm"/>
    </inkml:brush>
  </inkml:definitions>
  <inkml:trace contextRef="#ctx0" brushRef="#br0">0 422 984,'30'59'11018,"-31"-63"-9766,3-3-1155,1-1-27,-1 0-1,0 0 1,-1 0-1,0 0 1,0-15-1,-2-3 174,1 22-211,-1 0-1,1 0 0,0 0 1,0 1-1,0-1 1,0 0-1,1 0 1,0 0-1,0 0 1,0 0-1,3-6 0,-1 5-15,-1 0 0,1 0 0,-1 0 0,0-1 0,0 1 0,0 0 0,-1-1 0,2-11 0,-3 13-2,1-1 0,0 1 0,0-1 0,0 1 0,0-1 0,1 1 0,-1 0-1,1 0 1,3-6 0,-4 9-9,0 0 1,0 0-1,0-1 0,0 1 0,-1 0 1,1 0-1,-1-1 0,1 1 1,-1-1-1,1 1 0,-1-1 0,0 1 1,1-1-1,-1 1 0,0-1 0,0 1 1,0-1-1,-1-1 0,1-10 38,1 0-1,0 0 0,4-17 1,2-18 59,-8 34-70,1 12-28,-1 0 1,1 0 0,0 1 0,0-1 0,0 0 0,0 0 0,1 0 0,-1 0 0,0 1 0,1-1 0,-1 0 0,2-3 0,-2 5-3,1-1 0,-1 0 0,0 0-1,1 1 1,-1-1 0,0 0 0,0 0 0,0 0-1,1 1 1,-1-2 0,0 1 0,0 0 1,0 1-1,0-1 1,0 1-1,0-1 1,0 0-1,0 1 1,1-1-1,-1 1 0,0-1 1,0 0-1,1 1 1,-1-1-1,0 1 1,1-1-1,0 0 1,-1 0-1,1 1 1,-1 0-1,0-1 0,0 1 1,0-1-1,0 1 1,0-1-1,0 1 1,0-1-1,0 1 1,0-1-1,0 1 1,0 0-1,0-1 1,0 1-1,0-1 1,0 1-1,0-1 1,0 1-1,0-1 1,-1 0-1,-1-2 24,3 6-32,7 23 6,-6-20 0,0 0 0,0 1 0,0 6 0,-2-12 0,0 0 1,0 0-1,0 0 0,0-1 0,0 1 0,0 0 0,0 0 0,0 0 1,0-1-1,-1 1 0,1 0 0,0 0 0,-1 0 0,1-1 0,-1 1 0,1 0 1,0-1-1,-1 1 0,0 0 0,1-1 0,-1 1 0,1-1 0,-1 1 1,-1 0-1,-3 4 4,3-3-2,1-1-1,-1 1 0,1 0 1,0 0-1,-1-1 0,1 1 1,0 0-1,0 0 0,0 1 1,1-1-1,-1 0 0,-1 3 1,2 18 11,-5-4-2,5-17-10,-1-1 0,1 1 0,0-1 0,-1 1 0,1-1 0,-1 0 0,1 1-1,-1-1 1,0 0 0,1 1 0,-1-1 0,0 0 0,0 0 0,0 0 0,0 0 0,0 0 0,0 0 0,0 0 0,-1 0 0,1 0 0,0 0 0,-3 1 0,3-2 0,0 1-1,-1 0 1,1 0 0,0 0-1,0 0 1,0 0-1,0 0 1,-1 1-1,2-1 1,-1 0 0,0 0-1,0 1 1,0-1-1,1 1 1,-1-1-1,0 0 1,1 1 0,0-1-1,-1 1 1,1 0-1,0-1 1,0 1-1,0 2 1,0 2 1,1 0 0,-1 0 0,2 0 0,2 9 0,-4-13-2,1 1 1,-1 0-1,1 0 1,-1 1-1,0-1 1,0 0-1,0 1 0,0-1 1,-1 0-1,1 0 1,-1 1-1,0-1 1,0 0-1,0 0 1,-2 4-1,2-5 2,1 0-1,-1 0 1,1 1 0,0-1 0,-1 0-1,1 0 1,0 0 0,0 0 0,1 1 0,-1-1-1,0 0 1,1 0 0,-1 0 0,1 0-1,0 0 1,-1 0 0,1 0 0,2 3-1,-3-5 1,0 1-1,1-1 1,-1 1-1,0 0 1,0-1-1,0 1 0,0-1 1,0 1-1,0 0 1,0-1-1,0 1 1,0-1-1,0 1 1,0 0-1,0-1 1,0 0-1,0 0 0,-1 1 1,1 0-1,0-1 1,0 1-1,-1-1 1,1 1-1,0-1 1,-1 1-1,1-1 1,-1 1-1,1-1 0,0 1 1,-1-1-1,1 0 1,-1 1-1,0 0 1,0-1 1,0 1 0,0-1 0,1 1-1,-1 0 1,0-1 0,1 1 0,-1 0 0,1 0 0,-1-1 0,1 1 0,-1 0 0,1 0 0,0 0 0,-1-1 0,1 1 0,0 0 0,-1 0 0,1 0 0,0 0 0,0 0-1,0 0 1,0 0 0,0 1 0,3 7 24,-2-6-15,0-1 1,0 1 0,0 0 0,1 5-1,-2-8-8,0 0-1,0 1 1,0-1 0,0 1-1,0-1 1,0 0-1,0 1 1,0-1 0,-1 0-1,1 1 1,0-1-1,0 0 1,0 1-1,0-1 1,0 0 0,-1 1-1,1-1 1,0 0-1,0 1 1,-1-1 0,1 0-1,0 0 1,0 1-1,-1-1 1,1 0-1,0 0 1,-1 0 0,1 1-1,0-1 1,-1 0-1,1 0 1,0 0 0,-1 0-1,1 0 1,0 0-1,-1 0 1,1 0-1,0 0 1,-1 0 0,1 0-1,-1 0 1,1 0-1,-5-1 656,4 1-648,0 0 0,0 0-1,1 0 1,-1 0 0,0 0 0,1 0-1,-1 0 1,0 0 0,0 0-1,1 1 1,-1-1 0,0 0 0,1 0-1,-1 1 1,0-1 0,1 0-1,-1 1 1,1-1 0,-1 1 0,1-1-1,-1 1 1,0-1 0,1 1 0,-1 0-1,0 1 1,1-1 0,0 1 0,-1-1 0,1 1 0,0 0 0,0-1 0,0 1 0,0 3 0,0-1 8,0-3-11,-6-1-306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19T09:55:40.780"/>
    </inkml:context>
    <inkml:brush xml:id="br0">
      <inkml:brushProperty name="width" value="0.05" units="cm"/>
      <inkml:brushProperty name="height" value="0.05" units="cm"/>
    </inkml:brush>
  </inkml:definitions>
  <inkml:trace contextRef="#ctx0" brushRef="#br0">34 112 2665,'32'5'816,"-27"-4"-656,-4-1-58,-2 4-42,1-4-42,0-1 77,0 0 0,0 0 1,0-1-1,1 1 0,-1 0 1,0 0-1,1 0 0,-1-1 1,1 0-1,-1 1-67,10-10 386,13-15 114,-21 24-387,-1-1 0,1 0 0,-1 0 1,0 0-1,0 1 0,0-1 0,0 0 0,1-5 0,1-3 180,-2 8-200,0 0 0,0 0 1,0 0-1,3-4 0,-3 7-102,-1-1-1,0 1 1,1-1 0,-1 1-1,0 0 1,1-1-1,-1 1 1,1-1-1,-1 1 1,1 0-1,-1-1 1,1 1-1,-1 0 1,1-1 0,-1 1-1,1 0 1,-1 0-1,1-1 1,0 1-1,-1 0 1,1 0-1,-1 0 1,1 0-1,0 0 1,-1 0 0,1 0-1,-1 0 1,2 0-1,0 1 9,-1-1 0,1 0 0,0 1 0,0-1 0,0 0 0,0 0 0,-1 0 0,1-1 0,0 1 0,0 0 0,0-1 0,0 1 0,3-2 0,-2 1 22,-1 2 30,0 0 1,-1 1-1,1 0 1,0-1-1,0 1 1,-1 0 0,3 3-1,22 26 148,-24-29-188,-1 0 0,1 0 1,-1 0-1,0 0 0,1 1 0,-1-1 1,0 0-1,1 4 0,-2-5-17,0 0-1,0 1 1,0-1 0,0 0-1,0 0 1,0 0 0,0 0-1,0 0 1,-1 0 0,1 0 0,0 0-1,-1 0 1,1 0 0,-1 0-1,0 1 1,0 0-3,0 0 0,0 0 0,0 0 0,0-1 0,0 1 0,1 0-1,-1 0 1,0 0 0,1 0 0,0 0 0,-1 0 0,1 1 0,0-1 0,0 3 0,2 11 106,6 29-1,-8-43-111,1 0 0,-1 0-1,0 0 1,0 0 0,0 0-1,0 0 1,0 0 0,0 0-1,-1 0 1,1 0 0,-1 0-1,1-1 1,-1 1 0,0 0-1,1 0 1,-1 0 0,0-1-1,0 1 1,-1 0 0,1-1-1,-2 2 1,1 0 22,0 0 0,0 0 1,1 0-1,-3 4 0,4-6-20,-1 1 1,0-1-1,0 1 0,0-1 0,0 1 1,0-1-1,0 1 0,0-1 0,-1 0 1,1 0-1,0 0 0,-3 2 0,-1 0 47,1-1 0,-10 4 0,5-3 24,8-3-69,0 1 0,0-1 0,0 1 0,0-1 0,1 1 0,-1 0 0,0-1 0,0 1 0,1 0 0,-1-1 0,0 2 0,0-1-5,1-1 0,-1 1 0,1-1 1,-1 1-1,1-1 0,-1 1 0,0-1 0,1 1 0,-1-1 0,1 1 0,-1-1 0,0 0 0,0 1 0,0-1 0,-22 8 218,17-5-186,0-1 0,0 0 0,0 0 0,-10 0-1,14-1-33,1-1-4,0 0 0,0 0 0,0 0-1,0 0 1,0 0 0,0 1 0,0-1 0,0 0 0,0 1-1,1-1 1,-1 0 0,0 1 0,0-1 0,-1 2 0,-15 10 124,16-12-123,0 1-1,1-1 0,-1 0 1,0 1-1,0-1 0,1 0 1,-1 0-1,0 0 0,0 0 1,0 1-1,1-1 0,-1 0 1,0 0-1,0 0 0,1-1 1,-1 1-1,0 0 0,0 0 1,-1-1-1,-8 0 122,10 1-92,-1 0 0,0 0-1,0 0 1,1 0 0,-1 0 0,0 0 0,1 0-1,-1 0 1,0 0 0,0 0 0,1 0-1,-1-1 1,0 1 0,0-1 0,1 1-22,-1 0 0,1-1 1,0 1-1,-1 0 0,1 0 1,0-1-1,0 1 0,0 0 0,-1-1 1,1 1-1,0 0 0,0-1 1,0 1-1,0-1 0,0 1 1,-1 0-1,1-1 0,0 1 1,0 0-1,0-1 0,0 0 0,1-1-3,-1 0-1,1 0 0,-1 0 0,1 1 0,0-1 0,0 0 1,0 0-1,0 1 0,0-1 0,0 0 0,1 1 0,-1-1 1,3-1-1,26-26 26,-24 24-13,0 0-1,1 0 1,11-6 0,-15 9-19,0 1-1,0-1 1,0 1 0,0 0-1,0 0 1,0 1 0,1-1-1,-1 1 1,4-1 0,-4 2-3,0-1 1,-1 0-1,1 1 1,-1 0 0,1 0-1,-1 0 1,1 0-1,-1 0 1,1 0 0,-1 0-1,0 1 1,0-1-1,1 1 1,-1 0-1,3 3 1,12 9 22,-7-7 10,0-1 0,1 0 1,17 7-1,-22-11-3,-1-1 0,1 1 0,-1-1 0,1 0 0,-1 0 0,1 0 0,0-1 0,-1 0 0,11-1 0,-4-1 30,6-2 16,-18 4-88,1 0 1,0 0-1,0 0 0,0 1 1,0-1-1,0 0 1,0 0-1,0 0 0,0 1 1,0-1-1,0 0 0,0 1 1,0-1-1,-1 1 0,2 0 1,4 9-2813,4-4 1686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15T17:45:13.789"/>
    </inkml:context>
    <inkml:brush xml:id="br0">
      <inkml:brushProperty name="width" value="0.05" units="cm"/>
      <inkml:brushProperty name="height" value="0.05" units="cm"/>
    </inkml:brush>
  </inkml:definitions>
  <inkml:trace contextRef="#ctx0" brushRef="#br0">59 593 2048,'-4'-5'4458,"2"4"-3674,0-1-1,0 0 1,0 0 0,0 0-1,-1-3 1,3 5-744,0-1 1,0 1 0,0 0-1,0-1 1,0 1-1,0-1 1,0 1 0,0 0-1,0-1 1,0 1 0,1 0-1,-1 0 1,0-1 0,0 1-1,0 0 1,1-1-1,-1 1 1,0 0 0,0 0-1,0-1 1,1 1 0,-1 0-1,0 0 1,1 0-1,-1-1 1,0 1 0,1 0-1,-1 0 1,1 0 0,0-1 71,16-8 121,-14 7-212,0 1 1,0 0-1,0-1 0,1 1 1,-1 0-1,1 1 0,-1-1 1,1 1-1,-1-1 0,1 1 1,-1 0-1,1 0 0,-1 0 1,1 1-1,-1 0 0,5 1 1,2 1 58,-6-1-38,0 0 1,1 0-1,-1-1 0,1 0 0,-1 0 0,1 0 0,-1 0 0,1-1 0,8 0 0,-11 0-37,9-1 202,19 1-1,-26 1-205,-3-1 53,1 0-1,0 1 1,0-1-1,0 0 1,-1 0-1,1 0 0,0 0 1,0-1-1,0 1 1,1-1-1,-1 0-9,0 0 0,1 1 0,-1-1 0,0 1 0,0 0 1,0-1-1,0 1 0,0 0 0,0 0 0,1 0 0,2 1 0,0 0 22,1 0-1,10 4 1,-7 1 32,4 1-36,-13-7-58,0 0 0,1 1 0,-1-1 0,1 0 0,-1 0 1,0 0-1,1 0 0,-1 0 0,1 0 0,-1 0 0,0 0 0,1 0 1,-1 0-1,1 0 0,-1 0 0,0 0 0,1 0 0,-1 0 0,0-1 1,1 1-1,-1 0 0,1 0 0,-1 0 0,0-1 0,1 1 0,-1 0 1,1-1-1,-1 1-1,0-1 1,1 1 0,-1-1 0,1 1-1,-1-1 1,1 1 0,-1 0 0,0-1-1,1 1 1,-1 0 0,1-1 0,0 1-1,-1 0 1,1 0 0,-1 0-1,1-1 1,-1 1 0,1 0 0,0 0-1,-1 0 1,1 0 0,-1 0 0,1 0-1,-1 0 1,1 0 0,0 0 0,-1 0-1,1 0 1,-1 1 0,2-1-1,0 1 7,1-1 5,7 1 29,-9-1-44,-1 0 0,0 0 0,0 0 0,0 0 1,1 0-1,-1 0 0,0 0 0,0-1 0,0 1 0,1 0 1,-1 0-1,0 0 0,0 0 0,0 0 0,1 0 1,-1 0-1,0-1 0,0 1 0,0 0 0,0 0 0,0 0 1,1 0-1,-1 0 0,0-1 0,0 1 0,0 0 1,0 0-1,0 0 0,0-1 0,0 1 0,0 0 0,0 0 1,0 0-1,0-1 0,0 1 0,0 0 0,0 0-10,3 5-1632,18 33-1189,-17-31 697,-2-7 934</inkml:trace>
  <inkml:trace contextRef="#ctx0" brushRef="#br0" timeOffset="738.42">27 839 2601,'-11'11'341,"10"-9"-230,0-1 0,-1 1 0,1-1 0,-1 0 0,1 1 0,-4 1 0,5-3-100,0 0-1,0 0 1,0 0 0,0 0 0,-1 0-1,1 0 1,0 0 0,0 0-1,0 0 1,0 0 0,0 0-1,0-1 1,0 1 0,0 0-1,0 0 1,-1 0 0,1 0-1,0 0 1,0 0 0,0 0-1,0 0 1,0 0 0,0 0-1,0-1 1,0 1 0,0 0-1,0 0 1,0 0 0,0 0-1,0 0 1,0 0 0,0 0-1,0 0 1,0-1 0,0 1-1,0 0 1,0 0 0,0 0-1,0 0 1,0 0 0,0 0-1,0 0 1,0-1 0,3-12 500,-2 11-382,-1 0 1,1 0-1,0 0 1,0 0 0,1 0-1,-1 0 1,0 1-1,1-1 1,-1 0-1,1 1 1,2-3 0,22-13 1409,-19 13-1234,-2 1-83,1 1-1,-1-1 1,1 1 0,-1 1-1,8-2 1,13-5 388,-18 5-368,-1 1-1,16-4 1,-20 5-188,1 1 0,-1 0 0,0 0 0,0 0 1,0 0-1,1 1 0,-1-1 0,0 1 0,0 0 1,5 1-1,6 4 104,15 6 369,36 9 0,-52-18-378,12 3 347,39 14-1,-58-18-415,0 1 0,1-1 0,0-1-1,-1 1 1,10 0 0,-14-2-56,0 0 1,0 0-1,0 1 0,0-1 1,0 1-1,0-1 0,0 1 1,0 0-1,0 0 0,0 0 1,3 2-1,-11-4 140</inkml:trace>
  <inkml:trace contextRef="#ctx0" brushRef="#br0" timeOffset="1457.37">913 448 2673,'24'-55'1481,"-22"46"-1147,-2 6 814,-4 5 1238,1 9-2076,0-1 0,-2 17 1,2-12-167,-4 32 865,-4 88 0,10-96-599,1 91 538,2-107-770,1 0-1,1 0 0,12 38 1,-14-56-154,20 55 319,-18-53-278,-1-1 0,0 0 0,1 0-1,1 0 1,-1 0 0,1-1 0,5 6-1,3 0 140,0 0 0,26 15 0,-32-22-176,-1-1-1,1 0 1,0 0 0,-1 0 0,1-1 0,0 0-1,1-1 1,11 2 0,-18-3-52,-1 0 0,1 0 0,0 0 1,-1 0-1,1 0 0,0 0 0,-1 0 0,1 0 0,-1 0 0,1 1 1,0-1-1,-1 0 0,1 0 0,0 0 0,-1 1 0,1-1 1,-1 0-1,1 1 0,-1-1 0,1 1 0,-1-1 0,1 1 1,-1-1-1,0 1 0,1-1 0,-1 1 0,1-1 0,-1 1 0,0-1 1,0 1-1,1-1 0,-1 1 0,0 0 0,4 6-571,8 11 138</inkml:trace>
  <inkml:trace contextRef="#ctx0" brushRef="#br0" timeOffset="3152.81">1154 767 4689,'-9'-9'1688,"8"6"-1167,2 2-154,4 3 24,-4-1-307,0-1 36,-1 0-104,0 0-1,0-1 1,0 1-1,-1 0 1,1 0-1,0 0 1,0 0-1,0 0 1,0 0-1,0 0 1,0 0-1,0 0 1,0-1-1,0 1 1,0 0-1,0 0 1,0 0-1,0 0 1,0 0-1,0 0 1,0 0-1,0 0 1,0-1-1,0 1 1,0 0-1,0 0 1,1 0-1,-1 0 1,0 0-1,0 0 1,0 0-1,0 0 1,0 0-1,0-1 1,0 1-1,0 0 1,0 0-1,0 0 1,0 0-1,0 0 1,1 0-1,-1 0 1,0 0-1,0 0 1,0 0-1,0 0 1,0 0-1,0 0 1,0 0-1,0 0 1,1 0-1,-1 0 1,0 0-1,0 0 1,16-7 275,-10 4-198,1 1-1,-1-1 1,1 1 0,0 0 0,0 1 0,10-1 0,19-5 402,-24 4-232,0 1 0,0 1 0,21-1 0,-19 2 157,29-4 0,-10 1-206,-32 3-209,0 0-3,0 0 1,-1 0-1,1 0 1,0 0-1,0 0 1,-1-1-1,1 1 1,0 0-1,0 0 0,-1 0 1,1-1-1,0 1 1,-1 0-1,1-1 1,0 1-1,-1-1 1,2 0-1,0-2 4,-1 1 3,1 7 0,0 2-7,-2-7-18,0 0 1,0 0-1,0 0 1,0 0-1,0 0 1,0 0-1,0 0 1,0 0-1,0 0 1,0 0-1,0 0 1,-1 0-1,1 0 1,0 0-1,0 0 1,0 1-1,0-1 1,0 0-1,0 0 1,0 0-1,0 0 1,0 0-1,0 0 1,0 0-1,0 0 1,0 0-1,0 0 1,0 0-1,0 0 1,0 0-1,0 0 1,0 0-1,0 0 1,0 0-1,0 0 1,0 0 0,0 0-1,0 0 1,0 0-1,0 0 1</inkml:trace>
  <inkml:trace contextRef="#ctx0" brushRef="#br0" timeOffset="3683.2">1643 463 3609,'22'7'1890,"-21"-7"-1814,-1 1 1,0-1-1,0 1 1,1-1 0,-1 1-1,0-1 1,0 1-1,0-1 1,0 1 0,0-1-1,0 1 1,0-1-1,0 1 1,0-1 0,0 1-1,0-1 1,0 1-1,0-1 1,0 1 0,0-1-1,-1 0 1,1 1 0,0-1-1,0 1 1,-1 0-1,0 4 144,0 1-97,0-1 1,-1 0 0,1 0 0,-1 0 0,-4 8 0,-15 25 452,5-11-98,-17 28 314,8-14-489,12-26-145,11-12-109,-1 0 0,1 0 0,0 0 0,-3 3 0,5-5-24,-1 0 0,1 0 0,0 0 0,-1 0 0,1 0 0,0 0 0,-1 0-1,1 0 1,0 1 0,0-1 0,0 0 0,0 0 0,0 0 0,0 0 0,1 0 0,-1 0 0,0 0 0,1 1-1,0 1 48,1 0-1,0-1 0,-1 0 0,1 1 0,0-1 0,0 0 0,0 0 0,1 0 1,-1 0-1,0-1 0,1 1 0,-1 0 0,1-1 0,3 2 0,3-4 88,-3 1-56,12 2 106,-15-2-174,1 1-1,-1-1 1,1 1-1,-1-1 0,7-1 1,39-5 177,-43 5-199,82-11 109,-77 12-114,1-1 0,-2-1 0,16-4 0,-21 5-34,0 0 0,0 1 1,0 0-1,0 0 0,1 0 1,-1 0-1,8 2 0,-4 0-287,-9-2 228,0 0 1,0 0 0,1 0 0,-1 0-1,0 0 1,0 0 0,1 0-1,-1 0 1,0 0 0,0 0-1,1 0 1,-1 0 0,0 0-1,0 0 1,1 0 0,-1 0-1,0 0 1,0-1 0,1 1-1,-1 0 1,0 0 0,0 0-1,1 0 1,-1 0 0,0 0 0,0-1-1,0 1 1,1 0 0,-1 0-1,0-1 1</inkml:trace>
  <inkml:trace contextRef="#ctx0" brushRef="#br0" timeOffset="4059.49">1871 491 5009,'-9'-30'1203,"6"20"-540,3 11-639,0-1 0,0 0 0,0 0 0,0 0 1,-1 0-1,1 0 0,0 0 0,0 0 0,0 0 0,0 0 0,0 0 0,0 0 0,0 0 0,0 0 0,0 0 0,0 0 0,0 0 0,0 0 0,0 0 0,0 0 0,0 0 0,0 0 0,0 1 0,0-1 1,0 0-1,0 0 0,0 0 0,0 0 0,0 0 0,0 0 0,0 0 0,0 0 0,0 0 0,-1 0 0,1 0 0,0 0 0,0 0 0,0 0 0,0 0 0,0 0 0,0 0 0,0 0 0,0 0 1,0 0-1,0 0 0,0 0 0,0 0 0,3 119 668,1-10-391,-19 62 1628,3-58-346,10-91-1424,1-15-189,0 1 0,0 0-1,1-1 1,1 11 0</inkml:trace>
  <inkml:trace contextRef="#ctx0" brushRef="#br0" timeOffset="4702.84">1864 241 1688,'0'-5'796,"0"1"-1,0-1 0,2-8 0,-2 12-676,1 0 0,-1 1 0,0-1 0,1 0 0,-1 0 0,0 1 0,1-1 0,-1 0 0,1 0 0,-1 1 0,1-1 0,0 0 0,0 0-91,-1 1 0,0 0 0,1 0 0,-1 0 1,1 0-1,-1-1 0,0 1 0,1 0 0,-1 0 0,1 0 0,-1 0 0,1 0 0,-1 0 1,0 0-1,1 0 0,-1 0 0,1 0 0,-1 0 0,1 1 0,-1-1 0,0 0 0,1 0 0,-1 0 1,1 0-1,-1 1 0,1-1 0,2 3 73,0-1 0,0 1 0,0-1 1,-1 1-1,1 0 0,0 0 0,-1 0 0,0 1 0,0-1 1,3 6-1,7 11 246,10 9 187,37 36 1,-18-22-27,-24-24-234,5 5 324,34 47 0,-44-51-430,0 0-1,-1 0 0,-1 1 0,-1 1 0,11 39 0,-11-23 32,-2 1 0,5 79 0,-12-100-67,-1 0 0,0 0 0,-1 0 0,-1 0 0,-1 0 0,-12 35 0,-2 1 93,16-51-215,1 0-1,-1 0 1,0 0-1,0 0 1,0-1-1,0 1 1,-1 0-1,-4 3 1,-2 3 11,8-8-19,0 1 1,0-1-1,-1 0 1,1 0-1,0 0 1,-1 0-1,1 0 1,0-1-1,-1 1 1,1 0-1,-1-1 1,1 1-1,-3 0 1,1-1-1,0 0-1,0 0 1,1 0 0,-1 0-1,0-1 1,-3 0 0,-14-3-7,8 4-79,10 1-56,2 0 124,-1-1 1,1 0-1,0 0 1,0 0 0,0 0-1,0 0 1,-1 0 0,1 0-1,0 0 1,0 0 0,0 0-1,0 0 1,-1 0-1,1 0 1,0 0 0,0 0-1,0 0 1,0 0 0,-1 0-1,1 0 1,0 0 0,0 0-1,0 0 1,0 0 0,-1 0-1,1 0 1,0 0-1,0-1 1,0 1 0,0 0-1,0 0 1,0 0 0,-1 0-1,1 0 1,0 0 0,0-1-1,0 1 1,0 0-1,0 0 1,0 0 0,0 0-1,0-1 1,0 1 0,0 0-1,0 0 1,0 0 0,-1-1-95,1 0 1,0 1 0,-1-1 0,1 1 0,0-1 0,0 0 0,0 1-1,-1-1 1,1 0 0,0 1 0,0-1 0,0 0 0,0 1 0,0-1-1,1 0 1,-1 0 0,0 1 0,0-2 0,1-7-1217,-4-14 62</inkml:trace>
  <inkml:trace contextRef="#ctx0" brushRef="#br0" timeOffset="6840.55">2404 12 664,'13'9'171,"5"4"1137,-19-13-1057,1-1 0,-1 1-1,1-1 1,-1 1 0,0 0 0,1-1 0,-1 1-1,0 0 1,1-1 0,-1 1 0,0 0-1,1 0 1,-1 0 0,0 0 0,0 0-1,1 0 1,-1 0 0,-1 0 0,-1 0-179,1 1 0,-1-1 1,0 1-1,1 0 0,-1 0 0,-2 2 1,-40 23 188,42-25-214,0 1 1,0-1-1,0 0 1,-4 0-1,6 0-6,1-1-1,-1 0 1,1 0 0,-1 0-1,0 0 1,1 0 0,-1 0-1,0 0 1,1 0 0,-1 0-1,1 0 1,-1 0-1,0 0 1,1 0 0,-1 0-1,0-1 1,1 1 0,-1 0-1,1 0 1,-1-1-1,1 1 1,-1 0 0,1-1-1,-1 1 1,1-1 0,-1 1-1,0-1 1,1-5 38,0 4 82,1 6 407,1 2-534,0 0 0,-1-1 0,0 1 0,-1 0-1,1 0 1,-1 8 0,0-13-31,0 3 27,-1-1-1,1 1 1,-1-1-1,1 1 1,-3 5-1,0 3 50,2-3-16,-1 1 90,0 1 0,0-1 0,0 0 0,-7 14 0,6-10 297,2-10-53,1-7 389,0 3-786,0 0 1,0-1 0,0 1 0,0 0-1,0 0 1,0 0 0,0 0-1,0 0 1,0 0 0,0 0 0,0 0-1,0 0 1,0 0 0,0 0 0,0 0-1,1 0 1,-1 0 0,0 0-1,0 0 1,0-1 0,0 1 0,0 0-1,0 0 1,0 0 0,0 0-1,0 0 1,0 0 0,0 0 0,0 0-1,0 0 1,0 0 0,1 0-1,-1 0 1,0 0 0,0 0 0,0 0-1,0 0 1,0 0 0,0 0-1,0 0 1,0 0 0,0 0 0,0 0-1,0 0 1,0 0 0,1 1-1,0-1 3,5 0-2,0 0 1,0 0 0,0 1-1,11 2 1,-13-2-1,-1 1-1,1-1 1,-1 1-1,1 0 1,-1 0 0,0 0-1,1 0 1,-1 1 0,3 3-1,-3-4 0,2 3 7,-1-1 0,1 1 0,-1 0 0,0 0 0,5 8 0,-8-11 7,-1-1 0,1 1 0,0-1 0,-1 1 0,1-1 0,-1 1 0,0 0 0,0-1 0,1 1 0,-1 0 0,0-1 0,0 1 0,0 0 0,-1-1 0,1 1 0,0 0 0,-1-1 0,1 1 0,-1 0 0,1-1 0,-1 1 0,0-1 0,0 1 0,0-1 0,0 0 1,-1 3-1,-2-1 29,1 1 1,0-1-1,-1 0 1,0 0-1,1 0 1,-1-1 0,0 1-1,-1-1 1,1 0-1,0 0 1,-1 0-1,1-1 1,-1 0 0,-5 2-1,-6-1 19,-1 0-1,-26-1 0,37-1-80,6-2 81,2-1-1005,-2 3 821,1-1 0,-1 0 0,0 1 1,1-1-1,-1 1 0,0-1 0,1 1 1,-1-1-1,1 1 0,-1-1 0,1 1 0,-1-1 1,1 1-1,0 0 0,-1-1 0,1 1 1,-1 0-1,2-1 0,5-4-419,36-23-409</inkml:trace>
  <inkml:trace contextRef="#ctx0" brushRef="#br0" timeOffset="7376.88">2712 16 1000,'0'0'33,"0"0"0,0 0 0,0 0 0,0 0 0,0 0 0,0-1 0,0 1-1,0 0 1,0 0 0,0 0 0,0 0 0,0 0 0,0 0 0,0-1 0,0 1 0,0 0-1,0 0 1,0 0 0,-1 0 0,1 0 0,0 0 0,0 0 0,0-1 0,0 1 0,0 0 0,0 0-1,0 0 1,0 0 0,-1 0 0,1 0 0,0 0 0,0 0 0,0 0 0,0 0 0,0 0 0,0 0-1,-1 0 1,1 0 0,0 0 0,0 0 0,0 0 0,0 0 0,0 0 0,0 0 0,-1 0 0,1 0-1,0 0 1,0 0 0,0 0 0,0 0 0,0 0 0,-1 0 0,-5 6 1337,1 0-1206,1 2 0,-1-1 0,2 0 0,-6 15 0,8-17-63,-1 0 0,1 1 0,0-1 0,0 0 0,1 1 0,0 10 0,0-5 57,-1 29 361,-5 99 1630,6-136-2069,0 0-16,0 0 1,-1 0 0,1 0 0,-1-1-1,1 1 1,-1 0 0,0 0-1,0-1 1,0 1 0,0-1 0,-1 1-1,1-1 1,-3 4 0,-5 1 97,8-5-130,-1-1 1,0 1 0,1-1 0,-1 1-1,1-1 1,-1 1 0,1 0 0,0 0-1,0 0 1,-1 0 0,0 4-1,0-2 8,2-3-32,-1 0 0,1 0-1,-1 0 1,1 0-1,0 0 1,-1 1 0,1-1-1,0 0 1,0 0 0,0 0-1,0 1 1,0-1-1,0 0 1,0 0 0,0 0-1,1 1 1,-1-1 0,0 0-1,1 0 1,0 2 0,1-1-1,6 13 27,-6-8-22,-2-7-13,0 0 1,0 1 0,0-1 0,0 0 0,0 0 0,0 0 0,0 0 0,0 0 0,-1 0 0,1 1 0,0-1 0,0 0 0,0 0 0,0 0 0,0 0 0,0 0-1,0 0 1,0 0 0,0 1 0,-1-1 0,1 0 0,0 0 0,0 0 0,0 0 0,0 0 0,0 0 0,-1 0 0,1 0 0,0 0 0,0 0 0,0 0 0,0 0-1,0 0 1,-1 0 0,1 0 0,0 0 0,0 0-61,0 0 27,0 0 1,0 0-1,1 0 1,-1 0 0,0 0-1,0 0 1,0 0-1,0 0 1,0 0-1,0 0 1,0 0 0,0 0-1,0 0 1,1 0-1,-1 0 1,0 0 0,0 0-1,0 0 1,0 0-1,0 0 1,0 0-1,0 0 1,0 0 0,0 0-1,0 0 1,0-1-1,0 1 1,1 0-1,-1 0 1,0 0 0,0 0-1,0 0 1,0 0-1,0 0 1,0 0-1,0 0 1,0 0 0,0-1-1,0 1 1,0 0-1,0 0 1,0 0-1,0 0 1,0 0 0,0-1-482</inkml:trace>
  <inkml:trace contextRef="#ctx0" brushRef="#br0" timeOffset="7762.38">2535 268 3417,'-3'-41'1480,"3"41"-1438,0-1 1,0 0-1,0 0 0,0 1 1,0-1-1,0 0 0,1 1 0,-1-1 1,0 0-1,0 1 0,0-1 1,1 0-1,-1 1 0,0-1 0,1 1 1,-1-1-1,1 0 0,-1 1 1,1-1-1,-1 1 0,1-1 1,-1 1-1,1-1 0,-1 1 0,1 0 1,-1-1-1,1 1 0,0 0 1,-1-1-1,1 1 0,0 0 0,-1 0 1,1 0-1,0 0 0,1-1 1,-1 1-10,19-3 568,28-1-1,12-1 337,-24 2-385,-24 3-288,16-3 0,-22 2-215,-2 0 4,1 1 0,-1-1 0,8 0 0,-11 2-42,1-1 1,0 0-1,0 1 1,-1-1-1,1 0 0,-1 1 1,1 0-1,0-1 1,-1 1-1,1 0 1,-1 0-1,3 2 1,6 6 50,7 7 60,-10-12-54,-7-4-67,0 0 0,0 0 1,0 0-1,0 0 0,0 0 1,0 0-1,1 0 0,-1 0 1,0 0-1,0 0 0,0 0 0,0 0 1,0 0-1,0 0 0,0 0 1,0 0-1,0 0 0,0 0 1,0 0-1,1 0 0,-1 0 1,0 0-1,0 0 0,0 0 0,0 0 1,0 0-1,0 0 0,0 0 1,0 0-1,0 0 0,0 0 1,0 0-1,0-1 0,0 1 1,0 0-1,0 0 0,0 0 1,0 0-1,0 0 0,0 0 0,1 0 1,-1 0-1,0 0 0,0 0 1,0-1-1,0 1 0,0 0 1,0 0-1,-1 0 0,1 0 1,-4-15-186,0 7-660,4 8 790,-1 0 1,1 0-1,0 0 1,0 0-1,0 0 1,0-1-1,0 1 1,-1 0-1,1 0 1,0 0-1,0 0 1,0 0-1,0 0 1,-1 0 0,1 0-1,0 0 1,0 0-1,0 0 1,-1 0-1,1 0 1,0 0-1,0 0 1,0 0-1,0 0 1,-1 0-1,1 0 1,0 0-1,0 0 1,0 0-1,0 0 1,-1 0-1,1 1 1,-2 4-817</inkml:trace>
  <inkml:trace contextRef="#ctx0" brushRef="#br0" timeOffset="8263.68">3094 0 2713,'1'0'69,"-1"1"1,0-1 0,0 0-1,1 0 1,-1 1-1,0-1 1,0 0 0,1 1-1,-1-1 1,0 0 0,0 1-1,0-1 1,1 0 0,-1 1-1,0-1 1,0 0 0,0 1-1,0-1 1,0 0 0,0 1-1,0-1 1,0 1 0,0-1-1,0 0 1,0 1-1,0-1 1,0 0 0,0 1-1,0-1 1,0 1 0,-1-1-1,1 0 1,0 1 0,0-1-1,0 0 1,-1 1 0,-10 11 61,7-8-24,2-3-92,1 1-1,0-1 1,0 1 0,1-1-1,-1 1 1,0 0 0,0-1 0,1 1-1,-1 0 1,1-1 0,-1 1-1,1 0 1,0 0 0,0 0 0,0-1-1,0 1 1,0 0 0,0 2-1,0 13 152,-1-15-130,0 0 1,1 0-1,-1 0 0,-1 0 0,1 0 0,0 0 1,0 0-1,-2 2 0,-1 1 61,-8 14 322,10-15-319,0 0 0,-1 0 0,0 0 0,1 0 0,-2 0 0,-3 3 0,-4 1 95,8-6-127,0 0 1,0 1-1,-4 4 0,5-4-26,0-1 0,0 1 0,1 0 0,-1 0 0,1 0 0,0 1 0,0-1 0,0 0 0,1 0 0,-1 1 0,0 3 0,0 7 150,2 17-1,-1-22-108,0 5 82,-1-11-115,1-1 0,0 1-1,0 0 1,0-1 0,1 1-1,-1 0 1,1-1 0,-1 1 0,1-1-1,0 1 1,0-1 0,0 1-1,2 3 1,-3-6-47,1 1 22,-1-1-1,0 1 1,1-1-1,-1 0 1,0 1-1,1-1 0,-1 1 1,1-1-1,-1 0 1,0 1-1,1-1 1,-1 0-1,2 1 1,3 1 73,1 0 0,-1-1 1,1 1-1,0-1 1,-1 0-1,1-1 0,0 1 1,0-1-1,10-1 1,-4-1 38,1 0 1,-1 0 0,22-8-1,-26 7-72,-1 0-1,1-1 0,0 1 0,-1-2 0,12-8 0,-15 10-24,-1 0 1,0 0 0,0 0 0,0 0-1,0-1 1,-1 1 0,1-1 0,-1 1 0,0-1-1,0 0 1,0 0 0,-1 0 0,2-7-1,-2 7-15,-1 1 0,0 0 0,0 0 0,0 0 0,-1 0 0,1 0 0,-1 0 0,0 0 0,0 0 0,0 0 0,0 0 0,0 0 0,0 1 0,-3-5 0,-2-2 22,-1-1 0,-11-12-1,8 12-27,0 0 0,-12-11 0,18 19-26,1-1 0,-1 0 0,0 1 0,1 0 0,-1 0 0,0 0-1,0 1 1,-1-1 0,1 1 0,0 0 0,-6-1 0,-3 1-96,6 0-141,0 1 0,1-1-1,-1 1 1,-7 1 0,-3 3-158</inkml:trace>
  <inkml:trace contextRef="#ctx0" brushRef="#br0" timeOffset="10141.67">165 1421 3289,'-3'1'4680,"7"2"-3559,13 5-622,8 2 190,-24-10-632,0 1-1,1-1 0,-1 0 1,0 0-1,0 1 1,1-1-1,-1 0 0,0 0 1,1 0-1,-1 0 1,0 0-1,0-1 0,1 1 1,-1 0-1,0-1 0,0 1 1,2-1-1,4-1 164,23-4 423,1 2-1,37-1 1,-39 4-366,20-3 124,44 0 106,-88 4-491,-3 0-10,-1 0 0,1 0 1,-1 0-1,0 0 1,1 0-1,-1 0 0,1 0 1,-1-1-1,0 1 0,1 0 1,-1-1-1,2 0 0,-3 1-3,1-1-1,0 1 1,-1 0-1,1 0 1,0-1-1,-1 1 1,1 0-1,0 0 1,-1 0-1,1 0 1,0 0-1,-1 0 1,2 0-1,-1 0-9,-1 0 0,0 1-1,0-1 1,1 0 0,-1 0-1,0 0 1,1 0 0,-1 0 0,0 0-1,0 0 1,1 0 0,-1 0-1,0 0 1,1-1 0,-1 1-1,0 0 1,0 0 0,1 0-1,-1 0 1,0 0 0,0 0-1,1-1 1,-1 1 0,0 0-1,0 0 1,1-1 0,1-1-773</inkml:trace>
  <inkml:trace contextRef="#ctx0" brushRef="#br0" timeOffset="10660.1">401 1567 3569,'0'1'177,"0"0"1,0 1-1,0-1 0,1 0 1,-1 0-1,0 0 1,1 1-1,-1-1 1,1 0-1,1 2 0,0 2 56,-1-4-209,-1 1 30,1-1 0,-1 1 0,1-1 0,-1 0 0,1 1 0,0-1 0,0 0 0,0 0 0,0 2 1,0-3-42,-1 0 1,0 0 0,0 0-1,0 0 1,0 0 0,0 0 0,1 0-1,-1 0 1,0 0 0,0 0-1,0 0 1,0 0 0,0 0 0,1 0-1,-1 0 1,0 0 0,0 0-1,0 0 1,0 0 0,0 0 0,1-1-1,-1 1 1,0 0 0,0 0-1,0 0 1,0 0 0,0 0-1,6-7 464,-6 6-449,0 1 0,0 0 1,1-1-1,-1 1 1,0 0-1,0 0 1,0-1-1,1 1 1,-1 0-1,0 0 0,0 0 1,1-1-1,-1 1 1,0 0-1,1 0 1,-1 0-1,0 0 1,1-1-1,-1 1 0,0 0 1,0 0-1,1 0 1,-1 0-1,0 0 1,1 0-1,-1 0 1,0 0-1,1 0 0,-1 0 1,0 0-1,1 0 1,-1 0-1,0 0 1,1 1-1,-1-1 1,1 0-1,9 9 485,-6-5-326,-2-3-96,1 0 0,-1 0 0,1 0 0,-1 0 0,1-1 0,-1 1 0,1-1 1,0 0-1,3 0 0,-5 1-78,1-2 54,1 1-1,-1 0 1,0-1 0,1 1-1,-1-1 1,0 1 0,4-3-1,6-1 212,-4 3-160,-1 1 0,1-1 1,0 1-1,-1 1 0,1 0 0,0 0 1,-1 0-1,9 3 0,-6-2-24,2 1 8,-5-1-32,-1 0-1,1-1 1,0 0-1,-1 0 1,1-1-1,13 0 1,-15-1-14,1 0 0,-1-1 0,0 0-1,1 1 1,-1-2 0,0 1 0,0 0 0,4-4 0,-7 5-49,-1 0 1,0 1-1,0 0 0,1-1 1,-1 1-1,0 0 0,1-1 1,-1 1-1,1 0 1,-1 0-1,0 0 0,3 0 1,-2 1 3,0-1 0,1 0 0,-1 0 0,0-1 0,4 0 0,-6 1-6,0 0-1,0 0 0,0 0 0,0 0 0,0 0 0,0 0 0,0 0 0,-1 0 0,1 0 0,0 0 0,0 0 0,0 0 0,0 0 0,0-1 0,0 1 0,0 0 0,0 0 0,0 0 0,0 0 0,0 0 0,0 0 0,0 0 0,0 0 1,0 0-1,0 0 0,0 0 0,0 0 0,0-1 0,0 1 0,0 0 0,0 0 0,0 0 0,0 0 0,0 0 0,0 0 0,1 0 0,-1 0 0,0 0 0,0 0 0,0 0 0,0 0 0,0 0 0,0 0 0,0 0 0,0 0 1,0 0-1,0-1 0,0 1 0,0 0 0,0 0 0,0 0 0,0 0 0,0 0 0,1 0 0,-1 0 0,0 0 0,0 0 0,0 0 0,0 0 0,0 0 0,0 0 0,-3-1-1317</inkml:trace>
  <inkml:trace contextRef="#ctx0" brushRef="#br0" timeOffset="12205.97">1341 1288 3553,'-3'-52'1415,"2"42"-547,1 11-583,-1 6-189,1-7-70,0 0-1,-1 0 0,1 0 0,-1 0 0,1 0 1,0 0-1,-1 0 0,1 0 0,-1 0 0,1 0 1,0 1-1,-1-1 0,1 0 0,-1 0 1,1 0-1,0 1 0,-1-1 0,1 0 0,0 0 1,-1 1-1,-43 50 600,40-47-530,0 1 0,1 0 0,-1 1 0,1-1 0,1 0 0,-1 1 0,1 0 0,-3 7 0,-1 7 244,-1-3-49,-18 54 892,20-53-932,-8 33 323,5-10-189,-2 17 29,8-49-342,2 1 0,-1 0 0,3 18 1,-2-25-62,10 57 190,-8-49-143,1-1 0,0 1-1,9 16 1,-9-22-30,0 0 1,0 0-1,1 0 1,0 0-1,0-1 0,0 1 1,7 4-1,1 1 78,25 13 0,-17-12-393,0-1 0,1-1-1,0-1 1,26 7 0,-44-14-1090,-2 1 558</inkml:trace>
  <inkml:trace contextRef="#ctx0" brushRef="#br0" timeOffset="13103.98">1866 1471 4433,'50'-58'1651,"-49"58"-1597,-1-1 0,0 1 0,1 0-1,-1-1 1,0 1 0,1 0 0,-1-1 0,0 1 0,1 0 0,-1 0-1,0-1 1,1 1 0,-1 0 0,1 0 0,0-1 0,-1 2-39,0-1 0,0 0 0,0 0 0,0 0 0,1 0 0,-1 0 0,0 0 0,0 0 0,0 1 0,0-1 0,0 0 0,0 0 0,0 0 0,0 0 0,0 0 0,0 1 0,0-1 0,0 0 0,0 0 0,0 0 0,0 0 0,0 0 0,0 1 0,0-1 0,0 0 0,0 0 0,0 0 0,0 0 0,0 1 0,-4 16 393,4-14-225,-6 23 1230,-2 41 0,8-64-1304,0 0 1,0-1-1,0 1 1,-1 0-1,0 0 1,1 0-1,-1 0 1,0-1-1,0 1 1,0 0-1,-3 3 1,3-4-33,0 0 0,0 0 0,0 1 0,1-1 0,-1 0 0,1 0 0,-1 1 0,1-1 0,0 4 1,1 20 291,1-21-188,0-6-21,-2 1-124,0-1-1,0 1 0,0 0 1,1-1-1,-1 1 1,0 0-1,1 0 1,-1-1-1,0 1 1,0 0-1,1 0 1,-1 0-1,0 0 0,1-1 1,-1 1-1,1 0 1,-1 0-1,1 0 1,10-1 31,0-1 1,14-3 0,9-2 47,-5 4-28,-21 3-68,0-1-1,-1 0 0,1 0 1,12-5-1,8-1 14,-12 4-25,-11 1-34,1 1-1,-1 0 1,0 0 0,0 1 0,1 0-1,-1 0 1,0 0 0,6 1-1,-6-1-959,0 1 0,1-1 0,-1 0 0,11-2 0,-6 1-384</inkml:trace>
  <inkml:trace contextRef="#ctx0" brushRef="#br0" timeOffset="13488.92">2204 1302 4385,'-1'0'164,"0"0"1,0 1-1,0-1 1,0 1-1,0-1 1,0 1-1,0-1 1,0 1-1,1 0 1,-1-1-1,0 1 1,0 0-1,0-1 1,1 1-1,-1 0 1,0 0-1,1 0 0,-1 0 1,1 0-1,-1 0 1,0 2-1,0 1-12,0 1 0,0 0-1,-1 8 1,1-3 111,-3 30 264,4-27-224,-4 16 0,-1 2 219,-5 28 395,6-41-489,-1 28 0,4-34-255,0 1 0,0-1 0,-2 0 0,1 0 0,-6 15 0,-7 1 149,10-20-181,-6 14 0,10-20-126,1 0 0,-1 0-1,1 0 1,0 1 0,0-1 0,0 0 0,0 0-1,0 4 1,1-3-6,-1-1-1,0 0 1,0 0 0,0 1-1,0-1 1,-1 4-1,-5 6 14,6-11-23,-1-1 0,1 0-1,-1 1 1,1-1 0,-1 1 0,1-1 0,-1 0-1,1 1 1,-1-1 0,1 0 0,-1 0 0,1 0-1,-1 1 1,1-1 0,-1 0 0,-1 0 0,2 0-2,0 0 1,0 0-1,0 0 0,0 0 1,0 0-1,-1 0 1,1 0-1,0 0 1,0 0-1,0 0 0,0 0 1,-1 0-1,1 0 1,0 0-1,0 0 1,0 1-1,0-1 0,0 0 1,-1 0-1,1 0 1,0 0-1,0 0 1,0 0-1,0 0 0,0 0 1,0 1-1,0-1 1,0 0-1,-1 0 0,1 0 1,0 0-1,0 0 1,0 1-1,0-1 1,0 0-1,0 0-50,1 1 0,-1-1-1,0 0 1,1 0 0,-1 0 0,0 1-1,0-1 1,1 0 0,-1 0 0,0 0-1,1 0 1,-1 0 0,1 0 0,-1 0-1,0 0 1,1 0 0,-1 0 0,0 0-1,1 0 1,0 0 0,1 0-423,0 0 0,1 0 1,-1 0-1,0-1 0,0 1 1,0-1-1,1 0 1,1-1-1,10-5-968</inkml:trace>
  <inkml:trace contextRef="#ctx0" brushRef="#br0" timeOffset="14003.44">2372 1108 4457,'5'-24'1934,"-5"24"-1914,0 0 1,0 0-1,0 0 1,0-1-1,0 1 0,0 0 1,0 0-1,0 0 1,0 0-1,0 0 1,0 0-1,0-1 1,0 1-1,0 0 1,0 0-1,0 0 0,0 0 1,0 0-1,0 0 1,0-1-1,0 1 1,1 0-1,-1 0 1,0 0-1,0 0 1,0 0-1,0 0 0,0 0 1,0 0-1,0 0 1,1 0-1,-1-1 1,0 1-1,0 0 1,0 0-1,0 0 1,0 0-1,0 0 0,1 0 1,-1 0-1,0 0 1,0 0-1,0 0 1,0 0-1,0 0 1,1 0-1,-1 0 1,0 0-1,0 0 0,0 0 1,0 0-1,0 1 1,0-1-1,1 0 1,-1 0-1,0 0 1,0 0-1,0 0 1,0 0-1,0 0 1,0 0-1,6 6 189,-1 0 0,-1 0 0,1 0 0,-1 1 0,7 12 0,-1-1-3,-5-9-110,21 34 527,-1 2 1,18 49-1,-37-79-347,-1 1 1,-1-1-1,-1 1 0,2 21 1,-7-16 56,0-8-160,1 2 103,2 26 0,0-5-10,-1 16 10,8 3-67,-6 17 4,-3-60-183,1-8-13,0 1 0,0 0-1,-1-1 1,0 1 0,0 0 0,0-1 0,0 1-1,-1-1 1,-3 8 0,4-10-9,-1 0 0,1 0-1,-1-1 1,1 1 0,-1 0 0,0 0 0,0-1-1,1 1 1,-1-1 0,0 1 0,-1-1 0,1 0-1,0 0 1,0 0 0,0 0 0,-1 0 0,1-1 0,0 1-1,-4 0 1,3-1-2,0 1-1,0-1 0,0 0 1,0 0-1,0 0 0,0-1 1,0 1-1,0-1 0,-5-1 1,7 2-36,0 0 0,0-1 0,0 1 0,1-1 0,-1 1 0,0-1 0,0 0 0,1 1 1,-1-1-1,1 0 0,-1 1 0,0-1 0,1 0 0,-1 0 0,1 1 0,0-1 0,-1 0 0,1 0 0,0 0 0,-1 0 0,1 0 1,0 0-1,0 0 0,0 1 0,0-1 0,0 0 0,0 0 0,0 0 0,0 0 0,0 0 0,0 0 0,0 0 0,0 0 0,1 0 0,-1 1 1,1-2-1,12-25-2418,-7 6 1676</inkml:trace>
  <inkml:trace contextRef="#ctx0" brushRef="#br0" timeOffset="14885.48">2810 976 2841,'35'-79'1228,"-26"60"-480,-5 16-323,-2 1-271,-16 6 3053,11-3-3165,0 0 0,-1 0 0,1 0 0,0 0 0,0 1 0,0 0 0,0-1 0,1 1-1,-1 0 1,-3 4 0,2-3 14,0 0-1,1 0 1,-1 0-1,0 0 1,-1-1-1,-4 3 1,-1-1 106,1 0 0,-1 0 1,0-1-1,-1-1 1,1 1-1,0-2 1,-1 1-1,-14-1 0,20-1-111,2 0-5,0 0 1,0 0-1,-1 0 0,1 0 0,0-1 0,-3 0 0,5 0-14,0 1-29,1 0-1,0-1 1,0 1-1,0 0 0,-1 0 1,1 0-1,0 0 0,0 0 1,0-1-1,0 1 1,-1 0-1,1 0 0,0 0 1,0-1-1,0 1 0,0 0 1,0 0-1,0 0 0,0-1 1,0 1-1,0 0 1,-1 0-1,1-1 0,0 1 1,0 0-1,0 0 0,0-1 1,0 1-1,0 0 1,1 0-1,-1-1 0,0 1 1,0 0-1,0 0 0,0-1 1,0 1-1,0 0 0,4-7 39,-4 5-38,0 1 1,1 0-1,0 0 0,-1 0 1,1-1-1,0 1 0,-1 0 1,3-2-1,-3 3-2,1 0 0,-1-1 0,1 1 0,-1-1-1,1 1 1,-1-1 0,1 1 0,-1-1 0,0 1 0,1-1 0,-1 0-1,0 1 1,0-1 0,1 1 0,-1-1 0,0 0 0,0 1 0,0-1-1,0 0 1,1 1 0,-1-1 0,0 0 0,0 0 0,-1 1 0,1-1-1,0 0 1,0 0 0,0 1 0,0 0-1,0 0 0,0-1 1,0 1-1,0 0 1,0 0-1,0 0 0,0 0 1,0 0-1,0 0 0,0 0 1,0-1-1,0 1 1,0 0-1,0 0 0,0 0 1,0 0-1,0 0 1,0 0-1,0 0 0,0-1 1,0 1-1,0 0 1,0 0-1,0 0 0,1 0 1,-1 0-1,0 0 1,0 0-1,0 0 0,0 0 1,0 0-1,0 0 1,0 0-1,0-1 0,0 1 1,1 0-1,-1 0 1,0 0-1,0 0 0,0 0 1,0 0-1,0 0 1,0 0-1,1 0 0,8 2 47,-6 0-30,0-1 0,0 0 0,0 1 0,0-1 0,0 1 0,-1 0 0,1 0 1,0 0-1,3 4 0,-6-6 7,1 1 0,0 0 1,0 0-1,-1 0 1,1 0-1,-1 0 1,1 0-1,-1 0 1,1 0-1,-1 0 1,0 0-1,1 0 1,-1 0-1,0 0 1,0 0-1,0 0 1,0 0-1,0 0 1,0 0-1,0 1 0,0-1 1,0 0-1,0 0 1,-1 0-1,1 0 1,-1 2-1,1-3-9,0 1-1,0-1 1,0 1-1,0 0 1,-1-1-1,2 1 0,-1-1 1,0 1-1,0-1 1,0 1-1,0 0 1,0-1-1,0 1 1,1-1-1,-1 1 1,0 0-1,3 8 122,-3-6-118,-1-1 0,1 0 0,-1 0 0,1 0 0,-1 1 0,0-1 0,0 0 0,0 0 0,0 0 0,0 0 0,-1 0 0,1 0 0,-3 2 0,2-2 5,0 1-1,0 0 1,1-1-1,-1 1 1,-2 6 0,2-4 11,2-3-17,-1 0 0,0 0 0,1 0 0,-1 0-1,1 0 1,-1 0 0,1 1 0,0-1 0,0 0 0,1 4 0,-1 1 23,0-7-35,0 1 1,0 0-1,0-1 1,1 1-1,-1 0 1,0-1-1,0 1 0,0 0 1,1-1-1,-1 1 1,0 0-1,1-1 0,-1 1 1,0 0-1,1-1 1,-1 1-1,1-1 1,-1 1-1,1-1 0,-1 1 1,1-1-1,-1 1 1,1-1-1,0 0 1,-1 1-1,1-1 0,-1 0 1,2 1-1,6 3 59,0 0 0,0 0 0,16 4 0,-22-8-35,1 1-1,0-1 0,-1 1 0,1 0 0,0 0 1,-1 0-1,1 0 0,-1 0 0,1 1 1,-1-1-1,0 1 0,0 0 0,0-1 0,0 1 1,0 0-1,0 0 0,0 1 0,0-1 1,-1 0-1,1 0 0,-1 1 0,0-1 1,0 1-1,0-1 0,0 1 0,0 0 0,0-1 1,-1 1-1,1 3 0,-1-5-19,0 0 0,0 0 0,0 0 0,0 0-1,0 0 1,0 0 0,-1 0 0,1-1 0,0 1 0,0 0 0,-1 0-1,1 0 1,-1 0 0,1-1 0,-1 1 0,1 0 0,-1 0 0,0-1 0,1 1-1,-1 0 1,0-1 0,1 1 0,-1-1 0,0 1 0,0-1 0,1 1-1,-1-1 1,-1 1 0,0 0 2,0 0 0,0 0 0,1 0 0,-1 1 0,-2 2 0,2-3-7,1 1-1,-1-1 1,1 0 0,-1 1-1,0-1 1,0 0 0,0 0 0,0 0-1,0 0 1,0 0 0,0-1-1,0 1 1,0 0 0,0-1-1,0 0 1,-4 1 0,-7 1 1,10-1-6,0-1 0,0 0 1,0 1-1,0-1 0,0 0 0,0 0 0,0-1 1,0 1-1,0-1 0,0 1 0,-6-3 0,-2-1-5,10 4 4,0 0 0,0 0 0,0 0-1,0 0 1,0 0 0,0 0 0,0 0 0,0 0 0,0 0 0,0 0 0,0 0 0,0 0-1,0 1 1,0-1 0,0 0 0,0 1 0,1-1 0,-3 2 0,3-2-12,-1 1 1,1-1-1,0 1 0,-1-1 1,1 1-1,0-1 1,0 1-1,-1-1 1,1 1-1,0-1 0,0 1 1,0 0-1,0-1 1,0 1-1,-1-1 0,1 1 1,0 0-1,1-1 1,-1 1-1,0-1 1,0 1-1,0-1 0,0 1 1,0 0-1,0-1 1,1 1-1,-1-1 0,0 1 1,1-1-1,-1 1 1,1 0-1,9 17-631,-10-18 615,0 0 0,0 0 0,1 0 0,-1 0 1,0 0-1,0 1 0,0-1 0,0 0 0,0 0 1,0 0-1,0 0 0,0 1 0,0-1 0,0 0 1,1 0-1,-1 0 0,0 0 0,0 1 0,0-1 1,0 0-1,0 0 0,0 0 0,0 0 0,0 1 1,0-1-1,-1 0 0,1 0 0,0 0 0,0 0 0,0 1 1,0-1-1,0 0 0,0 0 0,0 0 0,0 0 1,0 1-1,0-1 0,-1 0 0,1 0 0,0 0 1,0 0-1,0 0 0,0 0 0,0 0 0,-1 1 1,1-1-1,0 0 0,0 0 0,0 0 0,-1 0 1,-8-1-1219,8 0 1039,-21-5-870</inkml:trace>
  <inkml:trace contextRef="#ctx0" brushRef="#br0" timeOffset="16298.05">591 2161 3769,'44'9'1477,"-33"-8"-665,-6-2-421,-5 0-382,-1 1 0,1-1-1,0 1 1,0-1 0,0 1 0,0-1-1,0 1 1,0 0 0,-1-1 0,1 1-1,0-1 1,0 1 0,-1 0 0,1-1-1,0 1 1,-1-1 0,-2-5 165,3 6-154,0 0 1,0 0-1,0 0 1,0 0-1,0 0 1,0 0 0,0-1-1,0 1 1,0 0-1,1 0 1,-1 0-1,0 0 1,0 0 0,0 0-1,0 0 1,0 0-1,1 0 1,-1 0-1,0-1 1,0 1-1,0 0 1,0 0 0,1 0-1,-1 0 1,0 0-1,0 0 1,0 0-1,0 0 1,0 0 0,1 0-1,-1 0 1,0 1-1,0-1 1,0 0-1,0 0 1,1 0-1,-1 0 1,0 0 0,2 0 67,-1 1 1,1-1 0,0 1-1,0-1 1,-1 1 0,1 0-1,-1 0 1,1-1 0,-1 1 0,3 2-1,3 2 174,-7-5-212,1 0-1,0 1 1,0-1-1,0 0 1,-1 0-1,1 1 1,0-1-1,0 0 1,0 0-1,-1 0 1,1 0-1,0 0 1,0 0-1,0 0 1,0 0-1,-1-1 1,1 1-1,0 0 1,0 0-1,1-1 1,2 0 189,18 0 805,40-18 295,-49 16-1246,1-1-1,-1 2 1,27-2 0,-19 2-109,-10 2-72,4-2-436,-14 2 404,0-1 0,0 1 1,-1 0-1,1 0 0,0-1 1,0 1-1,0 0 0,0 0 0,-1 0 1,1 0-1,0 0 0,0 0 1,0 0-1,0 0 0,-1 0 0,1 0 1,0 1-1,0-1 0,0 0 1,0 1-1,0 0 0,5 2-772</inkml:trace>
  <inkml:trace contextRef="#ctx0" brushRef="#br0" timeOffset="16743.29">841 2237 5401,'-31'57'2401,"38"-53"-1129,7 2-832,-1-3-120,1-1-144,2-3 40,1-1 144,1-1 56,-1-4-32,2 5-63,1 2-193,-2-5-104,0 8-497,0-3-567,-3 0 664</inkml:trace>
  <inkml:trace contextRef="#ctx0" brushRef="#br0" timeOffset="17551.84">736 2287 2929,'-29'6'1280,"35"-12"-704,6 2-232,-1 1-280,2-4-32,4 2-16,-7-2 0,7 1 48,-2 1 32,-3 0 24,3 5-8,1 0-56,-1 1-56,2 8-256,-5-9-488,0 4 488</inkml:trace>
  <inkml:trace contextRef="#ctx0" brushRef="#br0" timeOffset="53275.57">1337 2229 1784,'-9'-6'7911,"5"4"-6012,4 2-1888,0 0-1,0 0 0,0 0 0,0 0 0,0 0 0,0 0 0,0 0 0,0 0 0,0 0 0,1 0 0,-1 0 0,0 0 0,0 0 0,0 0 0,0 0 0,0 0 0,0 0 0,0 0 1,0 0-1,0 0 0,0 0 0,0 0 0,0 0 0,0 0 0,0-1 0,0 1 0,0 0 0,0 0 0,0 0 0,0 0 0,0 0 0,0 0 0,0 0 0,0 0 0,0 0 1,0 0-1,0 0 0,0 0 0,0-1 0,0 1 0,0 0 0,0 0 0,0 0 0,0 0 0,0 0 0,0 0 0,0 0 0,0 0 0,0 0 0,0 0 0,0 0 0,0 0 0,0 0 1,0 0-1,0 0 0,0-1 0,0 1 0,0 0 0,-1 0 0,1 0 0,0 0 0,0 0 0,0 0 0,0 0 0,0 0 0,5-1 225,19-4 229,-21 4-439,-1 1 0,0-1 0,1 1 0,-1-1 0,1 1 0,-1 0 0,0 0 0,1 0 0,-1 1 0,0-1 0,1 0 0,2 2 0,2-1 210,-6-2-196,0 1 0,0 1 0,1-1 0,-1 0 0,0 0 0,0 0 0,0 1 0,0-1 0,0 0 0,0 1 0,0-1 0,0 1 0,1 0 0,0 0 4,0 0 1,0 0-1,0 0 0,0-1 0,0 1 1,1-1-1,-1 1 0,0-1 1,0 0-1,0 0 0,0 0 1,0 0-1,1 0 0,2-1 0,-3 1-19,0 0-1,-1-1 1,1 1-1,0 0 0,-1 0 1,1 0-1,0 0 1,0 0-1,-1 1 0,1-1 1,0 0-1,-1 1 0,1-1 1,2 2-1,0-1 16,1-1 0,-1 1 1,0-1-1,1 0 0,-1 0 0,1 0 0,-1-1 0,8-1 0,-11 1-36,2 1 16,-1-1-10,0 1 0,0-1 1,-1 1-1,1 0 1,0 0-1,0 0 1,0 0-1,0 0 0,-1 0 1,1 0-1,0 1 1,0-1-1,0 1 1,1 0-1,0 0 5,-1 0-1,0 0 1,1-1-1,-1 1 1,1-1 0,-1 1-1,1-1 1,-1 0-1,1 0 1,-1 0-1,1 0 1,-1 0 0,1 0-1,-1-1 1,4 0-1,-4 0-2,0 1-1,1-1 1,-1 1-1,0 0 0,0 0 1,0 0-1,0 0 0,0 1 1,3-1-1,-5 1-8,6-1 65,-5-2-48,-3 0 646,-2-2-155</inkml:trace>
  <inkml:trace contextRef="#ctx0" brushRef="#br0" timeOffset="54367.77">1943 1970 4585,'17'14'2673,"-17"-14"-2657,0 0 1,0 1 0,0-1-1,0 0 1,0 0 0,0 0 0,0 0-1,0 0 1,0 0 0,0 0 0,0 0-1,0 0 1,0 0 0,0 0 0,0 0-1,0 0 1,0 0 0,0 0-1,0 0 1,0 0 0,0 0 0,0 0-1,0 0 1,0 0 0,0 0 0,0 0-1,0 0 1,0 0 0,0 0 0,0 0-1,0 0 1,0 1 0,0-1 0,0 0-1,0 0 1,0 0 0,0 0-1,0 0 1,0 0 0,-1 0 0,1 0-1,0 0 1,0 0 0,0 0 0,0 0-1,0 0 1,0 0 0,0 0 0,0 0-1,0 0 1,0 0 0,0 0-1,0-1 1,0 1 0,0 0 0,0 0-1,0 0 1,0 0 0,0 0 0,0 0-1,0 0 1,0 6 215,0-4-201,1 14 236,3 16 0,0-2 238,2 19 508,10 112 792,-14-62-393,-1-95-889</inkml:trace>
  <inkml:trace contextRef="#ctx0" brushRef="#br0" timeOffset="55154.41">2279 2037 3129,'25'20'1505,"-24"-18"-661,-5-1-358,3-1-474,1 0 1,-1 0-1,1 0 1,-1 0-1,1 0 1,0 0-1,-1 0 1,1 0-1,-1 0 1,1 0-1,-1 0 1,1 0-1,0 0 1,-1 1-1,1-1 1,-1 0-1,1 0 1,0 0-1,-1 1 1,1-1-1,0 0 1,-1 1-1,1-1 1,-1 5 5,-2 8-7,3-12-9,0-1-1,0 1 1,0-1 0,-1 1 0,1-1 0,0 1 0,0-1-1,-1 0 1,1 1 0,0-1 0,-1 1 0,1-1 0,0 0-1,-1 1 1,1-1 0,-1 0 0,1 1 0,0-1 0,-1 0-1,1 0 1,-1 1 0,1-1 0,-1 0 0,0 0 0,-3 0 48,-1 2 329,4 7 191,3 8 372,0 11-255,1 85 587,-2-102-1139,-1 1 0,2-1-1,-1 0 1,2 0 0,-1 0 0,9 20 0,-9-25-33,1 0 1,0 0-1,0 0 1,1-1-1,0 1 1,0-1-1,0 0 1,0 0-1,1 0 1,0 0 0,0-1-1,0 0 1,7 4-1,-9-6-39,1-1 1,-1 1-1,1-1 0,0 0 1,-1 0-1,1 0 0,0-1 1,-1 1-1,1-1 0,0 0 1,0 0-1,0-1 0,-1 1 1,1-1-1,0 1 0,6-3 1,-3 0-36,-1 1 1,1-1-1,-1 0 0,0-1 1,0 0-1,-1 0 1,1 0-1,6-6 0,-8 6-15,0 1 0,-1-1 0,0 0 0,0 0 0,0 0 0,0 0 0,0 0 0,-1-1 0,0 1 0,0-1-1,0 0 1,0 1 0,-1-1 0,0 0 0,1-8 0,0-2 62,-1 7-7,-1 0 1,1 0 0,-1 0 0,-2-15 0,-1 9 30,-1 0 1,0 0 0,-12-25 0,10 25-46,3 7-7,-1 0 0,1 1 0,-7-9 0,6 9-20,-1 1 0,0 0 0,0 0 0,0 0 0,-1 0 0,1 1 0,-10-5 0,12 7-16,0 1-1,0-1 0,-1 1 1,1 0-1,0 0 0,-1 0 1,1 1-1,-1-1 0,1 1 1,-1 0-1,1 0 1,-1 0-1,1 0 0,-1 1 1,1-1-1,-7 3 0,2 0-11,0 1 1,0-1-1,-12 10 0,-4 1-4,14-11 144,10-3-197,0 0 0,-1 0 0,1 0 0,0 0 0,0 0 0,-1 0 0,1 0 0,0 0 1,0 0-1,0 0 0,-1 0 0,1 0 0,0 0 0,0 0 0,0 0 0,-1 0 0,1 0 0,0 0 0,0 0 0,0-1 0,-1 1 0,1 0 0,0 0 0,0 0 0,0 0 0,0 0 0,0-1 0,-1 1 0,1 0 1,0 0-1,0 0 0,0-1 0,0 1 0,0 0 0,0 0 0,0 0 0,0-1 0,0 1 0,0 0 0,0 0 0,0 0 0,0-1 0,0 1 0,0-1-691</inkml:trace>
  <inkml:trace contextRef="#ctx0" brushRef="#br0" timeOffset="57763.05">2768 2000 3121,'-4'24'1648,"4"-21"-988,1-3-41,5-11 222,-3 5-755,0 1-1,6-10 0,5-7 449,-12 18-406,0 0 1,1 0-1,0 0 0,0 0 0,0 0 1,1 1-1,-1-1 0,1 1 1,0 0-1,0 0 0,0 1 1,0-1-1,0 1 0,8-4 0,-5 4-35,-1 0 0,0 0 0,1 1 0,-1 0 0,1 0 0,0 0 0,-1 1 0,1 0 0,0 0 0,9 2 0,-7-1-46,1 1-1,-1 1 1,0 0-1,0 0 1,0 1 0,0 0-1,0 0 1,-1 1-1,0 0 1,10 8-1,-17-12-40,8 6 58,0 1 0,8 9 0,-14-14-41,-1 0 0,1 1 0,-1-1 0,1 1 0,-1 0 0,-1 0 0,1 0 0,0 0 0,1 6 0,-3-8-10,1 1-1,-1-1 0,1 1 1,-1-1-1,0 1 0,0-1 0,0 1 1,0-1-1,-1 3 0,-11 17 96,10-16-84,0 0-1,1 0 0,0 0 1,-1 10-1,0 4 23,0-8-12,1 14-1,1-16-16,-1-1-1,-1 10 0,1-15-10,0-1 0,0 1 0,0-1 0,-1 1 0,1-1 0,-1 0 0,0 0-1,-4 6 1,2-4 1,0-1 1,0 1-1,-1-1 0,0 0 0,0-1 0,0 1 0,0-1 0,-6 3 0,-8 2 21,-20 7 0,21-8-10,-37 15 52,33-12 81,-1-1-1,-38 9 0,55-16-84,1-1 0,-1 0 0,0-1 0,0 1 0,0-1 1,1-1-1,-1 1 0,0-1 0,0 0 0,-7-2 0,11 2-29,0 0 0,0 0 0,0-1 0,0 1 0,1 0 0,-1-1-1,1 1 1,-1-1 0,1 0 0,-1 0 0,1 1 0,-2-5 0,1 3-10,0-1 0,1 0 0,-1 0 1,1 0-1,-2-6 0,3 8-26,0 1 0,0-1 0,0 0 1,1 0-1,-1 1 0,0-1 1,1 0-1,-1 1 0,1-1 0,-1 0 1,1 1-1,0-1 0,1-1 0,14-21 3,-12 19-4,0 1 7,-1 0 0,1 0 0,0 0 0,1 0 0,-1 1 0,1-1 0,-1 1 0,1 0 0,0 1 0,0-1 0,0 1 0,1 0 0,-1 0 0,0 1 0,1-1 0,-1 1 0,1 1 0,-1-1 0,1 1 0,0 0 0,-1 0 0,1 0 0,6 2 0,6 2 51,0 0 0,0 2 0,32 14 0,-35-12 25,1 1-1,25 20 0,-39-28-71,4 4 35,14 11 96,-19-15-131,0 0-1,0 0 0,-1 0 1,1 0-1,0 0 1,-1 0-1,1 0 1,-1 0-1,1 1 1,-1-1-1,1 0 1,-1 0-1,0 1 1,1-1-1,-1 2 1,-1 5 32,1-7-37,0 0 0,-1 1 0,1-1 0,0 0 0,0 1 0,0-1 0,0 0 0,0 1 0,1-1 0,-1 0 0,0 0 0,1 1 1,0 1-1,13 16-787</inkml:trace>
  <inkml:trace contextRef="#ctx0" brushRef="#br0" timeOffset="58369.8">3267 1946 5049,'59'-15'2059,"-46"10"-589,-13 7-1230,1 0-184,-1-1-1,0 0 1,0 1 0,1-1-1,-1 1 1,0-1 0,0 1-1,0-1 1,-1 0 0,1 1 0,0-1-1,-1 2 1,-1 6 35,2-4-98,-9 66 1079,9-66-922,-1 0 0,1 1 0,-1-1 0,0 0 0,0 0 0,-1 0 0,0-1-1,0 1 1,-4 8 0,2-4-18,1 0 0,0 0 0,1 1 0,0-1-1,0 0 1,0 16 0,1-23-84,1-2-46,0 0 0,0 0 1,0 0-1,0 0 0,0 0 1,0 0-1,0 0 0,0 0 0,0 0 1,0 0-1,0 0 0,0 0 1,0 0-1,0 1 0,0-1 1,0 0-1,0 0 0,0 0 1,0 0-1,0 0 0,0 0 1,0 0-1,0 0 0,0 0 1,0 0-1,0 0 0,0 0 1,0 1-1,0-1 0,0 0 1,0 0-1,0 0 0,0 0 1,1 0-1,-1 0 0,0 0 0,0 0 1,0 0-1,0 0 0,0 0 1,0 0-1,0 0 0,0 0 1,0 0-1,0 0 0,0 0 1,0 0-1,0 0 0,0 0 1,1 0-1,-1 0 0,0 0 1,0 0-1,0 0 0,0 0 1,0 0-1,0 0 0,0 0 1,0 0-1,0 0 0,0 0 1,0 0-1,0 0 0,1 0 0,-1 0 1,0 0-1,0 0 0,7-1 499,77-2-52,-70 2-346,0 0-1,0-2 1,0 1 0,24-9-1,-35 10-89,1 0-1,-1 0 0,1 1 0,0-1 1,-1 1-1,1 0 0,-1 0 0,1 0 1,4 1-1,2 1 21,17 7 1,-20-7-18,-2 2 3,4 5 1,-7-6-22,-3-2 14,-6-4 1,1 0-95,5 3-23,4 1-61,3 4-3105</inkml:trace>
  <inkml:trace contextRef="#ctx0" brushRef="#br0" timeOffset="58818.45">3567 1873 6257,'-10'-9'841,"10"9"-762,-1 0 0,1-1 0,0 1 0,0 0-1,-1-1 1,1 1 0,0 0 0,0-1 0,-1 1-1,1 0 1,-1 0 0,1-1 0,0 1 0,-1 0 0,1 0-1,0 0 1,-1-1 0,1 1 0,-1 0 0,1 0-1,0 0 1,-1 0 0,0 0 0,0 1 32,1 1 0,-1-1-1,1 1 1,-1-1 0,1 1 0,-1-1 0,1 1 0,-1 1-1,-1 37 112,-5 13-63,3-13 46,0 3 138,3-26-63,-1 0 0,-6 23 0,-11 32 745,15-55-761,0 0-1,1 0 1,0 0-1,1 25 1,-2 2 166,1 22 76,1-37-344,2-22-139,-1-1 1,1 0 0,0 0-1,0 0 1,0 0 0,1 0-1,0 0 1,0 0 0,1 0-1,0 0 1,3 8 0,-5-14-33,0 0 1,0 0-1,0 0 1,0 0-1,0 0 1,0 0-1,0 0 1,0 0-1,0 0 1,0 0-1,0 0 1,0 0-1,0 0 1,0 0-1,0 1 1,0-1-1,0 0 1,0 0-1,0 0 1,0 0-1,0 0 1,0 0-1,0 0 1,0 0 0,0 0-1,0 0 1,0 0-1,0 0 1,0 0-1,0 0 1,0 0-1,0 0 1,0 0-1,0 0 1,0 0-1,0 0 1,0 0-1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15T17:46:25.124"/>
    </inkml:context>
    <inkml:brush xml:id="br0">
      <inkml:brushProperty name="width" value="0.05" units="cm"/>
      <inkml:brushProperty name="height" value="0.05" units="cm"/>
    </inkml:brush>
  </inkml:definitions>
  <inkml:trace contextRef="#ctx0" brushRef="#br0">1 0 3961,'8'42'1379,"-7"-38"-1125,1-5 752,1-7 1808,-2 3-1424,1 3-1274,-1 1 1,0 0-1,1 0 1,-1 0-1,1 0 1,-1 0-1,1 0 1,-1 0-1,1 0 1,0 1 0,-1-1-1,1 1 1,3-1-1,3-2 60,-1 1-95,0-1 100,0 1-1,0 0 1,1 0 0,-1 0 0,10 0-1,-15 2-110,0 1 1,0-1-1,0 1 0,0-1 0,0 1 0,0 0 1,0-1-1,3 3 0,10 3 232,-8-5-152,0 0 0,1 0-1,-1-1 1,1 0 0,13-1 0,-14 0 15,-3 1-113,0 0 0,1 0 1,-1 1-1,0 0 0,0 0 0,1 0 0,-1 0 0,0 0 1,4 3-1,0-1-10,-7-3-37,0 1 1,0-1-1,0 0 0,0 1 0,0-1 1,0 1-1,0-1 0,0 1 0,0 0 1,0-1-1,-1 1 0,1 0 0,0 0 1,0 0-1,0 1 0,1 0 57,-2-2-31,0-1 0,0 1 1,0 0-1,0-1 1,0 1-1,0 0 1,0-1-1,0 1 1,1 0-1,-1-1 1,0 1-1,0 0 1,0-1-1,0 1 1,0 0-1,1-1 0,-1 1 1,0 0-1,0-1 1,1 1-1,4-6 259,-5 6-282,3 0-5,-2 5 0,-2 9-39,1-12 20,0-1 0,0 1 1,-1 0-1,1 0 0,0 0 1,1 0-1,-1 0 0,0 0 1,0-1-1,1 1 0,-1 0 1,1 0-1,0 0 1,-1-1-1,1 1 0,0 0 1,0-1-1,1 3 0,0-2-228,0-2-710,0 0 452,3-1-157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15T17:47:52.261"/>
    </inkml:context>
    <inkml:brush xml:id="br0">
      <inkml:brushProperty name="width" value="0.05" units="cm"/>
      <inkml:brushProperty name="height" value="0.05" units="cm"/>
    </inkml:brush>
  </inkml:definitions>
  <inkml:trace contextRef="#ctx0" brushRef="#br0">352 23 472,'0'-3'77,"-1"-1"0,1 1 0,-4-7 0,4 9-60,0 1 1,-1 0-1,1 0 0,0-1 0,-1 1 1,1 0-1,0 0 0,-1 0 0,1 0 1,0 0-1,-1 0 0,1 0 0,0-1 1,-1 1-1,1 0 0,-1 0 0,1 0 1,0 0-1,-1 1 0,1-1 0,0 0 1,-1 0-1,1 0 0,0 0 0,-1 0 1,1 0-1,-1 0 0,1 1 1,-1-1-1,1 0 50,-1 1 1,0-1-1,1 0 0,-1 1 1,0-1-1,1 1 0,-1-1 1,0 1-1,1-1 1,-1 1-1,1-1 0,-2 2 1,2-1-10,0-1 0,0 0 0,0 1 0,-1-1 0,1 0 0,0 1 0,0-1 1,-1 1-1,1-1 0,0 0 0,-1 0 0,1 1 0,0-1 0,-1 1 0,-4 4 678,3 0-117,2-4-538,0-1 0,0 1 0,0-1 0,0 1 0,0 0 0,-1-1 0,1 1 0,0-1 0,0 0 0,0 1 0,-1-1 0,1 1 0,0-1 0,-1 1 0,1-1 0,0 1-1,-1-1 1,1 0 0,-1 1 0,1-1 0,0 0 0,-1 1 0,1-1 0,-1 0 0,0 1-33,1 1 1,0-1-1,0 0 0,-1 0 0,1 0 1,0 1-1,0-1 0,0 0 0,0 0 1,1 2-1,-1 0 22,-3 125 1064,3-113-1003,0 0 0,-2-1 0,0 1 0,0 0 0,-2 0-1,-8 23 1,9-28-64,0-1-1,1 1 0,0 0 1,-1 18-1,3-19-2,-1 1 1,-1-1-1,1 0 0,-1 0 0,-6 16 1,4-18-3,0 0 0,-6 8 1,6-10-23,1 0 1,0 0-1,0 0 1,-2 9-1,2-5 36,1-1 0,-1 10-1,1-3 86,0-11-185,1-5 622,0-6-4006</inkml:trace>
  <inkml:trace contextRef="#ctx0" brushRef="#br0" timeOffset="611.73">63 305 2937,'-47'6'1081,"46"-6"-1015,0 0-1,0 0 1,0 1 0,0-1-1,0 0 1,0 0 0,0-1-1,0 1 1,0 0-1,0 0 1,-1-1 0,1 1-24,1 0 0,0 0 0,0 0 0,0 0 0,0-1 0,0 1 1,0 0-1,-1 0 0,1 0 0,0 0 0,0 0 0,0-1 0,0 1 1,0 0-1,0 0 0,0 0 0,0 0 0,0-1 0,0 1 0,0 0 0,0 0 1,0 0-1,0-1 0,0 1 0,0 0 0,0 0 0,0-1 634,4 0 136,15-3-177,1 2 0,24 0 1,-16 2 31,70 3 903,-79-1-1323,2 0-1,-1-1 0,38-3 0,-30-2-93,27-3 18,-52 7-149,1 0 1,-1-1-1,0 1 0,5-2 1,-5 3-2576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15T17:47:12.431"/>
    </inkml:context>
    <inkml:brush xml:id="br0">
      <inkml:brushProperty name="width" value="0.05" units="cm"/>
      <inkml:brushProperty name="height" value="0.05" units="cm"/>
    </inkml:brush>
  </inkml:definitions>
  <inkml:trace contextRef="#ctx0" brushRef="#br0">1049 615 2312,'30'-18'1249,"-27"15"571,-4 3-1106,-5 0 517,-70 23-410,52-15-624,16-5-141,-1 0 0,-16 4 0,-13-3 40,25-3-40,0 1 0,1 0 0,-1 0-1,-13 6 1,-15 4 236,31-6-187,9-6-91,0 1-1,0 0 1,0-1 0,0 1-1,0-1 1,0 1 0,0-1-1,0 0 1,0 1-1,0-1 1,-1 0 0,1 0-1,0 0 1,0 0-1,-2 0 1,0 0 9,0 0 2,1 0 0,-1-1 0,0 1 0,1-1 0,-1 1 0,0-1 0,1 0 0,-1 0 0,-2-1 0,-1-2 25,4 3-6,0 0 1,0-1-1,0 1 1,0 0 0,0 0-1,-1 0 1,1 1 0,0-1-1,-1 0 1,-3 0 0,5-1 139,5 17-89,1-1 0,0 0 1,8 15-1,-7-15 12,-4-11-58,0 1 1,-1-1-1,1 1 1,-1 0-1,0 0 1,0 0-1,-1 0 1,1 0-1,-1 6 0,1 3 128,5 25-1,-4-29-131,0 1-1,-1-1 1,0 1 0,-1-1 0,0 1-1,-2 17 1,1-22-20,0 0-1,0 0 1,0 0-1,1 0 1,0 1-1,0 5 1,0-1 72,0 2 0,-1-1 0,-3 17 0,-1-14 28,5-12-104,-1 0 0,0 0 0,0 0-1,1 0 1,-1 0 0,1 4 0,0-1 27,0 1-1,1-1 1,1 9 0,0-8 40,-1 0 1,0 9-1,0-7 10,0-1-1,4 10 1,-18-32 41,13 15-136,-1 0 1,1 0-1,0 0 1,0 0-1,0 0 1,0 0-1,0 0 1,-1 0-1,1 0 1,0 0-1,0 1 1,0-1-1,0 0 1,0 0-1,0 0 1,-1 0-1,1 0 1,0 0-1,0 1 1,0-1-1,0 0 1,0 0-1,0 0 1,0 0-1,0 0 1,0 1-1,0-1 1,0 0-1,0 0 1,0 0-1,0 0 1,0 0-1,0 1 1,-1 0 64,1 0-56,4 7 33,-4-8-42,0 0 0,0 0 1,0 0-1,0 0 1,0 0-1,0 1 0,1-1 1,-1 0-1,0 0 0,0 0 1,0 0-1,0 0 0,0 0 1,0 0-1,0 1 0,0-1 1,0 0-1,1 0 0,-1 0 1,0 0-1,0 0 0,0 0 1,0 0-1,0 0 0,0 0 1,1 0-1,-1 0 0,0 0 1,0 0-1,0 0 0,0 0 1,0 0-1,0 0 0,1 0 1,-1 0-1,0 0 0,0 0 1,0 0-1,0 0 0,0 0 1,0 0-1,1 0 0,-1 0 1,0-1 4,1 1-1,-1 0 1,1 0 0,-1 0 0,1 0 0,-1 0 0,1 0-1,-1 0 1,1 0 0,0 0 0,-1 0 0,1 0 0,-1 0-1,1 0 1,-1 0 0,1 1 0,5-1 47,-5 0-51,0 0-1,-1 0 1,1-1 0,0 1 0,0 0-1,0 0 1,-1 0 0,1 0 0,0 0 0,0 0-1,0 1 1,-1-1 0,1 0 0,0 0 0,0 0-1,-1 1 1,1-1 0,0 0 0,0 1 0,0 0-1,4 2 8,-5-3-10,0 0-1,0 0 0,1 0 1,-1 0-1,0 0 0,0 0 1,0 0-1,0 0 0,0 0 1,1 0-1,-1 1 0,0-1 1,0 0-1,0 0 0,0 0 1,0 0-1,1 0 0,-1-1 1,0 1-1,0 0 0,0 0 0,0 0 1,1 0-1,-1 0 0,0 0 1,0 0-1,0 0 0,0 0 1,0 0-1,0 0 0,1 0 1,-1-1-1,0 1 0,0 0 1,0 0-1,0 0 0,0 0 1,0 0-1,0 0 0,0-1 1,0 1-1,0 0 0,0 0 0,1 0 1,-1-1-1,0-5 4,0 6-4,1-16-1,-1 16 1,0 0-1,0 0 1,0 0 0,1 0 0,-1-1 0,0 1 0,0 0 0,0 0-1,0 0 1,0 0 0,0 0 0,1 0 0,-1-1 0,0 1-1,0 0 1,0 0 0,0 0 0,0 0 0,1 0 0,-1 0 0,0 0-1,0 0 1,0 0 0,0 0 0,1 0 0,-1 0 0,0 0-1,0 0 1,0 0 0,1 0 0,-1 0 0,0 0 0,0 0-1,0 0 1,0 0 0,1 0 0,-1 0 0,0 0 0,0 0 0,0 0-1,0 0 1,1 1 0,6 1-4,0 1 0,9 5 0,16 7-7,-6-5 14,-1 1-1,39 22 0,-56-29 0,-5-1 5,1 0-1,-1-1 1,1 0 0,0 0-1,0 0 1,-1-1-1,2 1 1,-1-1 0,0 0-1,0 0 1,0 0 0,6 0-1,-4-1 3,-1-1-1,0 0 1,0 1-1,1-2 1,-1 1-1,0 0 1,0-1-1,0 0 1,0-1-1,4-2 0,-6 3-2,0 1-1,1-1 0,-1 1 0,0 0 0,0 0 0,0 0 0,1 0 0,-1 1 0,5-1 0,-8 1-5,0-1 0,1 1-1,-1 0 1,0 0 0,0 0 0,0 0-1,1-1 1,-1 1 0,0 0 0,0 0-1,0-1 1,0 1 0,0 0 0,0 0 0,1-1-1,-1 1 1,0 0 0,0 0 0,0-1-1,0 1 1,0 0 0,0 0 0,0-1-1,0 1 1,0 0 0,0-1 0,0 1-1,0 0 1,0 0 0,0-1 0,-1 1-1,1 0 1,-1-4-8,2 8 0,-2-5-447</inkml:trace>
  <inkml:trace contextRef="#ctx0" brushRef="#br0" timeOffset="2713.99">1518 663 1016,'3'-8'3686,"-3"7"-3352,1 0-1,-1 0 1,0 1 0,1-1 0,-1 0 0,0 0 0,0 0-1,1 1 1,-1-1 0,0-2 0,1-5 287,-1 7-596,0 0 0,0 0 0,0-1-1,1 1 1,-1 0 0,-1 0 0,1 0 0,0-1 0,0 1 0,0 0 0,-1 0 0,1 0-1,0 0 1,-1-1 0,1 1 0,-2-1 0,1 0-11,1 0-8,-1 1 1,0-1-1,1 1 1,-1-1-1,0 1 1,0-1-1,0 1 0,0 0 1,0-1-1,0 1 1,-1 0-1,1 0 1,0 0-1,-1 0 1,1 0-1,-1 0 1,1 0-1,-1 0 1,1 1-1,-1-1 1,-1 0-1,-5 1 7,1-1 1,0 2-1,0-1 0,-1 1 0,1 0 1,-8 3-1,1-2-7,12-1-6,-1 0 1,1 0-1,0 0 1,-1 0-1,1 0 1,0 0-1,0 0 0,0 1 1,0-1-1,0 1 1,-3 3-1,-1 1 8,-9 14 0,11-15-4,-25 29 127,27-32-99,1 0 1,-1 0 0,0-1-1,-4 4 1,-3 2 100,7-5-108,1-1 1,0 1 0,0 0-1,0-1 1,0 1 0,1 0-1,-1 0 1,0-1 0,1 1-1,-1 0 1,1 0 0,0 0-1,-1 0 1,1 0 0,0 0-1,1 3 1,-1 1 6,2 0 0,-1 0 0,4 11 0,0-5 1,-4-9-25,0-1 0,0 1-1,0-1 1,0 1 0,1-1-1,-1 1 1,1-1 0,0 0-1,0 0 1,0 0 0,3 3-1,1 0 31,0-1 0,12 6-1,-13-7-15,14 7 135,25 9 1,-29-13-56,0 0 0,0 1 1,22 15-1,-29-16-50,0 0 0,0 1-1,-1 0 1,0 0 0,8 10 0,-12-12-19,1 0 0,-1 0 0,0 0-1,0 1 1,-1-1 0,0 1 0,0 0 0,0 0 0,1 9 0,-3-13-20,0 1-1,1-1 0,-1 0 1,-1 1-1,1-1 0,0 1 1,-1-1-1,1 1 0,-1-1 1,0 0-1,1 1 1,-1-1-1,-2 2 0,0 2 43,-1-1-1,0 1 0,-6 5 0,-7 11 127,12-15-118,2-2-16,0 0-1,-1-1 1,-4 6 0,7-9-37,0 0 0,0 0 0,0 0 0,-1 0 0,1 0 0,0 0 0,0-1 0,-1 1 0,1-1 0,0 1 0,-1-1 0,1 1 0,-1-1 0,1 0 0,0 1 0,-1-1 0,-2 0 0,-1-1 29,0 0 0,0 0 1,1 0-1,-1-1 1,0 0-1,-7-3 1,2 0 70,1-1 0,-11-8 0,17 11-80,0 0 0,0-1-1,0 1 1,1-1 0,-1 0-1,-3-6 1,4 5-14,-1 0 1,0 1-1,0-1 0,-6-5 1,7 7-13,-1 1 1,0-1-1,1 0 1,0 0 0,0 0-1,0 0 1,0 0-1,0 0 1,1 0 0,-1-1-1,1 1 1,0-1-1,0 1 1,0-1 0,1 1-1,-1-1 1,1-6-1,0 10-3,0-1 0,0 1 0,0 0 0,0 0 0,0-1 0,0 1 0,0 0-1,0 0 1,0-1 0,0 1 0,0 0 0,1 0 0,-1-1 0,0 1 0,0 0 0,0 0-1,0 0 1,1-1 0,-1 1 0,0 0 0,0 0 0,0 0 0,1 0 0,-1 0 0,0 0-1,1-1 1,12-4 29,-7 3 1,-1 0 1,1 1-1,-1-2 1,10-5-1,51-47 403,-62 51-402,1 0 0,-1 0 0,0-1 0,0 0 0,-1 1 0,6-10 0,14-34 178,-9 18-75,-13 27-122,0 0-1,1 0 1,-1 0 0,0 0-1,0 0 1,-1 0-1,1 0 1,-1 0 0,1 0-1,-1-4 1,0 3 3,0 0 1,1 0-1,-1 0 1,1 0-1,1-4 0,6-18 76,-4 23-59,-3 3-33,-1-1 1,0 1 0,0 0-1,0 0 1,0 0 0,1 0-1,-1-1 1,0 1 0,0 0 0,0 0-1,0 0 1,1 0 0,-1-1-1,0 1 1,0 0 0,0 0-1,0-1 1,0 1 0,0 0 0,0 0-1,0 0 1,0-1 0,0 1-1,0 0 1,0 0 0,0-1-1,0 1 1,0 0 0,0 0 0,0-1-1,0 1 1,0 0 0,0-1-1,0-1 4,-1 0-1,1-1 0,0 1 1,-1 0-1,0 0 0,1-1 1,-1 1-1,0 0 0,-2-3 1,3 4-5,0 1 0,-1 0-1,1-1 1,0 1 0,0 0 0,0-1 0,0 1 0,-1 0 0,1-1 0,0 1 0,-1 0 0,1-1 0,0 1 0,0 0-1,-1 0 1,1 0 0,0-1 0,-1 1 0,1 0 0,0 0 0,-1 0 0,1 0 0,-1-1 0,1 1 0,0 0-1,-1 0 1,1 0 0,0 0 0,-1 0 0,1 0 0,-1 0 0,1 0 0,0 0 0,-1 0 0,1 1 0,-1-1-1,1 0 1,-1 0 0,1 0 0,0 0-1,0 0 1,-1 0-1,1 0 1,0 0 0,0 0-1,-1 0 1,1 0-1,0 0 1,0 0 0,-1 0-1,1 0 1,0-1-1,0 1 1,0 0 0,-1 0-1,1 0 1,0 0-1,0 0 1,0-1 0,-1 1-1,1 0 1,0 0-1,0 0 1,0-1 0,0 1-1,0 0 1,-1 0-1,1 0 1,0-1 0,0 1-1,0 0 1,0-1-1,-4-3-71,4 4 63,0 1-1,0-1 1,-1 0 0,1 0 0,0 0-1,0 0 1,0 1 0,-1-1 0,1 0 0,0 0-1,0 1 1,0-1 0,0 0 0,0 0-1,0 1 1,0-1 0,-1 0 0,1 0-1,0 1 1,0-1 0,0 0 0,0 0 0,0 1-1,0-1 1,0 0 0,0 1 0,0 4-632,0 0 1,0 1 0,0-1 0,2 9 0,0-6-244</inkml:trace>
  <inkml:trace contextRef="#ctx0" brushRef="#br0" timeOffset="3244.85">1946 552 2024,'57'65'1281,"-49"-57"-855,-6-8 285,-2-1-62,-1 5-408,5 95 2169,-3-69-1345,7 32 0,0-5-384,-7-42-548,1-2 55,-1 1 0,-1 16 0,-12 92 731,11-103-840,-1-21-1845,1 1 1110</inkml:trace>
  <inkml:trace contextRef="#ctx0" brushRef="#br0" timeOffset="3614.78">1903 920 5081,'0'-7'444,"0"3"-157,0 1-1,0-1 1,1 1-1,1-6 1,-2 8-173,1-1 0,0 1 0,-1 0-1,1-1 1,0 1 0,0 0 0,-1 0 0,1 0 0,0 0 0,0 0 0,1 0 0,-1 0 0,0 0 0,2-1 0,7-3 88,0 0-1,1 1 0,-1 0 1,1 1-1,0 0 0,13-2 1,-6 2 39,22-8 1,-36 9-78,0 0 1,1 1 0,-1 0-1,1 0 1,7 0 0,-11 1-105,-2 0-221,1 0 1,0 0-1,-1 0 1,1 0-1,-1 0 0,1 0 1,0 0-1,-1 0 1,1 0-1,0 1 1,-1-1-1,1 0 1,0 0-1,-1 0 0,1 1 1,0-1-1,-1 0 1,1 0-1,0 1 1,0-1-1,-1 0 1,1 1-1,-3 8-953</inkml:trace>
  <inkml:trace contextRef="#ctx0" brushRef="#br0" timeOffset="4495.72">2648 579 3961,'1'0'75,"-1"0"0,1 0 0,-1 0 0,0 0 0,1 0 1,-1 0-1,1 0 0,-1 0 0,0 0 0,1-1 0,-1 1 0,0 0 0,1 0 1,-1 0-1,1 0 0,-1 0 0,0-1 0,1 1 0,-1 0 0,0 0 0,0-1 1,1 1-1,-1 0 0,0 0 0,1-1 0,-1 1 0,0-1 0,0 0-15,0 0 0,-1 0 0,1 1 0,-1-1-1,1 0 1,-1 0 0,1 0 0,-1 1 0,0-1 0,1 0-1,-1 1 1,0-1 0,1 0 0,-1 1 0,-1-1 0,-3-3-25,-6-6 142,-1 2 0,0-1 1,-24-12-1,32 19-159,0 1 0,0-1 0,0 1-1,-1 0 1,1 0 0,0 0 0,-1 0 0,1 1-1,0 0 1,-1 0 0,1 0 0,-1 0 0,1 1-1,0-1 1,-1 1 0,1 0 0,0 1 0,-5 1-1,-7 4 29,0 1 0,1 1-1,0 0 1,-15 13 0,23-16 50,0 0-1,0 1 1,1 0 0,0 0-1,0 0 1,0 1 0,1 0 0,1 0-1,-7 13 1,8-13 14,0 0 1,1 0-1,0 0 1,0 0-1,0 16 1,2-20-83,0 0 0,0 0 0,0 0 0,1 0 0,-1-1 0,0 1 0,1 0 0,0 0 0,1-1 0,-1 1 0,1 0 0,0-1 0,0 0 0,0 1 0,3 3 0,-1-2 13,-4-4-30,1 0 1,0 0 0,0 0 0,-1 0 0,1 0-1,0 0 1,0-1 0,0 1 0,0 0-1,0 0 1,0-1 0,0 1 0,0-1 0,1 1-1,-1-1 1,0 1 0,0-1 0,0 0-1,1 1 1,1-1 0,25 6 345,-19-4-202,1 0-1,-1 0 0,16 0 0,-23-2-128,1 0 0,0-1 1,-1 1-1,1 0 0,0-1 0,-1 0 0,1 1 1,0-1-1,-1 0 0,0 0 0,1-1 0,-1 1 1,1 0-1,-1-1 0,0 0 0,0 1 0,3-4 1,7-11 89,-8 10-66,1 0 0,7-8 0,20-22 142,-22 28-133,-7 6-45,-1 0 0,0 1 0,0-1 0,-1 0 0,1 0 0,0 0 1,-1 0-1,3-4 0,2-4 41,-3 6-10,-1 0 0,1-1-1,-1 1 1,0-1 0,0 1 0,-1-1-1,2-5 1,-3 9-40,0 1 0,0 0-1,0 0 1,0 0 0,0-1 0,0 1-1,-1 0 1,1 0 0,0-1 0,0 1-1,0 0 1,0 0 0,0 0 0,0-1-1,0 1 1,-1 0 0,1 0 0,0 0-1,0-1 1,0 1 0,0 0-1,-1 0 1,1 0 0,0 0 0,0 0-1,-1-1 1,1 1-1,0 0-1,0 0 0,-1 1 1,1-1-1,0 0 0,-1 0 1,1 0-1,0 0 1,0 0-1,-1 0 0,1 0 1,0 0-1,0 1 0,-1-1 1,1 0-1,0 0 1,0 0-1,0 1 0,-1-1 1,1 0-1,0 0 0,0 0 1,0 1-1,0-1 1,-1 0-1,1 0 0,0 1 1,0-1-1,0 0 0,0 1 1,0-1-1,0 0 1,0 1-1,-6 14 56,1 1-1,1-1 1,0 1 0,-2 27-1,0 8 120,-8 67 303,7-87-14,-16 49 0,15-56-357,7-22-100,1 1 0,-1 0 0,1 0 0,0 5 0,0-6-4,0 0 0,0 1 0,0-1 0,-1 1-1,1-1 1,-2 4 0,1-4 28,0-5-2790,1 2 1967</inkml:trace>
  <inkml:trace contextRef="#ctx0" brushRef="#br0" timeOffset="4993.57">2864 625 5785,'27'-24'2142,"-22"21"-1450,-4 6-255,-1-3-428,21 55 811,-18-44-648,1 0 1,1 0-1,-1-1 1,2 1 0,-1-1-1,2-1 1,-1 1-1,1-1 1,10 11-1,62 43 1026,-45-38-875,-19-13-166,1 0-1,33 17 0,-43-26-134,36 20 96,-37-20-105,0 0 0,-1 1 0,0-1 1,0 1-1,0 0 0,6 7 0,-4-3-1,1 0-1,12 10 1,-1 0-348,-18-18 304,0 0 1,0 0-1,0 0 1,1 0-1,-1 1 0,0-1 1,0 0-1,0 0 1,1 0-1,-1 1 1,0-1-1,0 0 0,0 0 1,0 0-1,0 1 1,0-1-1,0 0 1,1 0-1,-1 1 0,0-1 1,0 0-1,0 0 1,0 1-1,0-1 1,0 0-1,0 1 0,0-1 1,0 0-1,0 0 1,0 1-1,-1-1 0,1 0 1,0 0-1,0 1 1,0-1-1,0 0 1,0 0-1,0 0 0,-1 1 1,1-1-1,0 0 1,0 0-1,-1 1 1,-9 2-2477,4-3 1436</inkml:trace>
  <inkml:trace contextRef="#ctx0" brushRef="#br0" timeOffset="5379.53">3185 579 5281,'-1'2'2087,"-3"10"-1262,-7 17-1,1-6-606,2-1-60,-1-1-1,-1 1 0,-15 22 1,4-12 188,0-1 0,-2-1 0,-2-1 0,-40 37-1,14-15 442,48-48-724,1 1 0,-1 0-1,1 0 1,-3 4 0,-4 9 114,8-16-165,0 1 1,1-1-1,-1 1 0,0-1 0,0 1 0,1 0 1,-1-1-1,1 1 0,-1 0 0,1 3 1,0-4-13,0 0 1,0-1 0,0 1-1,0 0 1,0-1 0,0 1-1,0 0 1,1-1 0,-1 1 0,0 0-1,0-1 1,1 1 0,-1 0-1,0-1 1,1 1 0,-1-1-1,1 1 1,-1-1 0,1 1 0,-1-1-1,1 1 1,-1-1 0,1 1-1,0-1 1,-1 0 0,1 1-1,-1-1 1,2 1 0,-1-1-73,0 0 1,0 0 0,0 0-1,0 0 1,-1 0 0,1 0-1,0 0 1,0 0 0,0-1-1,0 1 1,0 0-1,0 0 1,0-1 0,-1 1-1,1-1 1,1 0 0,2-1-450,10-5-50</inkml:trace>
  <inkml:trace contextRef="#ctx0" brushRef="#br0" timeOffset="5885.51">3560 474 6065,'1'0'143,"-1"0"0,0 1-1,0-1 1,0 0 0,0 1-1,0-1 1,0 1-1,0-1 1,0 0 0,0 1-1,0-1 1,0 1 0,0-1-1,0 0 1,0 1 0,0-1-1,-1 1 1,1-1 0,0 0-1,0 1 1,-1 0-1,-5 8 56,4-6-2,-61 91 744,44-62-183,17-30-712,1 0 0,0-1 0,0 1 0,0 0-1,0 0 1,0 0 0,0 0 0,0-1 0,1 1 0,-1 4-1,0-3 10,0-1-1,1 1 0,-1-1 0,0 1 0,0-1 1,-2 3-1,1-1 44,1 0 0,-1 0 0,-1 7 0,3-9-61,-2 2 150,1-5-48,1 1-132,1 0 1,-1 0 0,0-1 0,0 1 0,0 0-1,0 0 1,0 0 0,0 0 0,0 0-1,1-1 1,-1 1 0,0 0 0,0 0-1,0 0 1,0 0 0,0 0 0,1 0 0,-1 0-1,0 0 1,0 0 0,0 0 0,0 0-1,1 0 1,-1 0 0,0 0 0,0 0-1,0 0 1,0 0 0,1 0 0,-1 0-1,0 0 1,0 0 0,0 0 0,0 0 0,1 0-1,-1 0 1,0 0 0,0 0 0,0 0-1,0 0 1,0 0 0,1 1 0,-1-1-1,8 1 242,1-1-9,-1 3-111,-5-2-98,-1 0 0,0 0 0,0 0 1,1-1-1,-1 1 0,1-1 0,-1 0 0,4 1 0,148-14 543,-136 9-536,-15 3-30,-1 0 0,1 0 1,0 0-1,6 0 1,-4 2-4,-1-1 0,1 1 0,0 0 0,-1 0 0,0 0 0,1 0 1,-1 1-1,1 0 0,-1 0 0,0 0 0,7 5 0,-13-7-13,2 4-23,0 2-114,0-6 124,-2 11-2527,1-11 1826</inkml:trace>
  <inkml:trace contextRef="#ctx0" brushRef="#br0" timeOffset="6293.54">3713 479 6473,'-6'-6'426,"4"3"-195,0 1 0,0-1-1,0 1 1,-1 0 0,-3-3 0,6 5-217,0 0-1,0 0 1,-1 0 0,1 0-1,0 0 1,0 0 0,0 0-1,0 0 1,-1 0-1,1-1 1,0 1 0,0 0-1,0 0 1,0 0 0,-1 0-1,1 0 1,0 0 0,0 1-1,0-1 1,0 0 0,-1 0-1,1 0 1,0 0 0,0 0-1,0 0 1,0 0-1,0 0 1,-1 0 0,1 0-1,0 0 1,0 1 0,0-1-1,0 0 1,0 0 0,0 0-1,-1 0 1,1 1 15,0 1-1,-1-1 1,1 0-1,0 0 1,0 0 0,-1 0-1,1 0 1,0 0 0,1 3-1,-2 12 35,0 0 0,-1 0 0,-1 0 0,-4 16 0,7-30-62,-2 4 9,2 0 0,-1 0-1,1 0 1,0 0-1,0 0 1,0 1 0,1-1-1,2 8 1,1 5 73,-4-10 41,0-1-1,0 0 1,-1 12 0,-1 8 356,2-26-427,1 1 17,-1-1 0,0 1 0,0-1 0,0 1 0,-1-1 0,1 1 0,0-1 0,-1 0 0,-1 3 0,-7 6 348,1-1-89,6-6-222,0 0 0,0 1 0,1-1 0,0 0 0,0 1 0,-1 6 0,-1 6 157,2-9-147,0 1-1,0-1 1,2 15-1,-2 13 145,0-27-189,0 0-1,0 0 1,-1 0-1,-4 12 1,4-15-29,2-5-40,0-1 0,0 1 1,0 0-1,-1 0 0,1-1 1,0 1-1,0-1 0,0 1 1,-1 0-1,1-1 0,0 1 1,-1-1-1,1 1 0,-1 0 1,1-1-1,0 1 0,-1-1 0,1 1 1,-1-1-1,0 0 0,1 1 1,-1-1-1,0 1 0</inkml:trace>
  <inkml:trace contextRef="#ctx0" brushRef="#br0" timeOffset="7198.35">3724 333 3545,'11'0'961,"1"0"0,0 1 0,14 2 0,13 1-342,62 3 1342,-81-4-1574,-12-2-93,15 1 0,-6-2 33,-4 1 128,24-3 0,-34 1-411,0 1 1,0 0-1,0 0 0,0 0 0,-1 0 0,1 0 0,0 1 1,0-1-1,0 1 0,4 2 0,-1-1 42,0 2 0,0-1 0,6 6 0,-15-9 21,-7-2-74,3 1-5,6 1-25,1 0 1,-1 0 0,0 0-1,0 0 1,0 0 0,0 1-1,0-1 1,0 0 0,0 0-1,0 1 1,1-1 0,-1 1-1,0-1 1,0 1 0,0-1-1,1 1 1,-2 0 0,-3 3 7,-3 0 0,3-2-8,1 1 0,0-1 1,-1 1-1,1 0 0,1 0 0,-5 4 1,4-4 2,0 1 0,1 0 1,-1 1-1,1-1 0,0 1 1,0-1-1,0 1 0,1 0 1,0 0-1,0 0 0,0 0 1,-2 9-1,2 2 22,1 0-1,0 0 1,2 0-1,1 18 0,0-4 4,2 18 145,3 0-1,1 0 0,17 52 1,4-20 167,-10-32-140,2 0 44,-2-4 81,-18-41-297,0-1 0,0 1 0,-1-1 0,0 1 0,1-1 0,-1 1 0,0 0 0,0-1 0,0 1 0,0-1 0,-1 1 0,0 4 0,0-5-16,0-1 1,1 1 0,-1-1 0,0 1 0,0-1 0,0 1-1,0-1 1,0 1 0,0-1 0,0 0 0,0 1 0,-1-1-1,1 0 1,-1 0 0,1 0 0,0 0 0,-1 0-1,0-1 1,-1 2 0,-5 0 6,0 0 0,0-1 0,0 0 0,0 0 0,0-1 0,-12 0 0,9-1-9,0 1-1,-20 3 1,2 4 2,18-4-9,0-1 0,-21 3 0,4-5-6,20-1 2,-1 1 1,-16 2 0,22-1-4,1 0 0,-1-1 0,1 1 1,-1 0-1,0 0 0,1 0 1,0 1-1,-1-1 0,1 0 1,0 1-1,0 0 0,-1-1 1,-1 4-1,4-5-2,-1 0 0,1 1-1,-1-1 1,1 1 0,-1-1 0,0 0 0,1 1 0,-1-1 0,1 0-1,-1 0 1,0 1 0,1-1 0,-1 0 0,0 0 0,1 0 0,-1 0 0,0 0-1,1 0 1,-1 0 0,0 0 0,0 0 0,1 0 0,-1 0 0,0 0-1,1-1 1,-2 1 0,1-1-41,0 1 0,0-1 0,0 1 0,0-1 0,-1 0 0,1 1 0,0-1 0,0 0 0,0 0-1,-1-2 1,13-6-1875,7-1 1274</inkml:trace>
  <inkml:trace contextRef="#ctx0" brushRef="#br0" timeOffset="8209.34">4261 51 2577,'-17'5'787,"12"-3"-267,5-2-63,0 0 192,16-10 245,-11 8-715,-1-1 0,1 0 0,-1 0 1,5-5-1,-6 5-16,0 1 1,0-1 0,1 0 0,-1 1 0,1 0-1,0 0 1,0 0 0,4-1 0,-3 1-14,1 1 0,0 0 0,0 0 0,-1 0-1,1 1 1,9 0 0,-11 0-120,-1 1 0,0 0-1,0-1 1,0 1 0,0 0 0,0 0-1,0 1 1,0-1 0,0 0-1,-1 1 1,1 0 0,0 0-1,-1 0 1,3 2 0,-1 0-2,-1 0 1,0 0 0,0 0 0,0 0-1,0 1 1,0-1 0,-1 1-1,0 0 1,0 0 0,2 8 0,-2-6 40,-1 0 1,0 1-1,-1-1 1,0 0-1,0 0 1,0 0-1,-3 11 1,1-4 26,-2 0 0,0 0 0,0 0-1,-1 0 1,-11 20 0,10-25-48,0 1 1,0-1-1,-1-1 0,0 1 0,0-1 1,-1 0-1,0-1 0,-9 7 0,7-6 6,0-1-1,-1-1 1,0 0-1,-14 5 0,18-8-3,1-1 0,-1 0 0,0-1 1,0 0-1,0 0 0,0 0 0,0-1 0,-13-1 0,18 1-31,1 0 0,0 0-1,0-1 1,0 1 0,0 0 0,-1-1 0,1 1 0,0-1-1,0 1 1,0-1 0,0 0 0,0 1 0,0-1-1,0 0 1,0 0 0,0 0 0,1 0 0,-1 0-1,0 0 1,0 0 0,1 0 0,-1 0 0,1 0 0,-1 0-1,1 0 1,-1 0 0,1-1 0,0 1 0,-1-2-1,0-1-9,1 3-4,0 0-1,0 0 0,0 0 0,-1 1 0,1-1 0,0 0 0,0 0 0,1 0 0,-1 0 1,0 0-1,0 0 0,0 0 0,1 0 0,-1 0 0,0 0 0,1 1 0,-1-1 1,1 0-1,-1 0 0,1 0 0,-1 1 0,1-1 0,0 0 0,-1 1 0,1-1 0,0 0 1,0 1-1,-1-1 0,1 1 0,0-1 0,1 0 0,2-1 8,1 0 0,-1 0 0,1 0 0,5-1 0,27-7 53,-20 4-17,1 2-1,0-1 1,29-1-1,-35 5 50,1 1 0,-1 1-1,0 0 1,1 1-1,-1 0 1,18 6 0,-21-5-2,-1 0 0,1 1 1,-1 0-1,0 1 0,0 0 1,0 0-1,-1 1 0,0-1 1,10 12-1,-11-11-98,0 0 0,0-1 0,11 9 0,-13-12-123,-1 0 0,0 0-1,0-1 1,1 1 0,-1-1 0,0 0-1,1 0 1,0 0 0,-1-1 0,7 1 0,0-2-349</inkml:trace>
  <inkml:trace contextRef="#ctx0" brushRef="#br0" timeOffset="10080.5">22 1911 2200,'-10'53'995,"6"-43"-158,4-9-828,0-1 0,0 0 0,0 0-1,0 0 1,0 0 0,0 0 0,0 0 0,0 0 0,-1 0 0,1 0-1,0 0 1,0 0 0,0 1 0,0-1 0,0 0 0,0 0 0,0 0 0,0 0-1,-1 0 1,1 0 0,0 0 0,0 0 0,0 0 0,0 0 0,0 0-1,0 0 1,0 0 0,0 0 0,-1 0 0,1 0 0,0 0 0,0 0-1,0 0 1,0 0 0,0 0 0,0 0 0,0-1 0,-4-5 2071,4 6-1998,1-1 0,-1 1-1,1-1 1,-1 1 0,1 0-1,0-1 1,-1 1 0,1 0-1,-1 0 1,1-1-1,0 1 1,-1 0 0,1 0-1,0 0 1,-1 0 0,1 0-1,0 0 1,-1 0 0,2 0-1,-1 0 49,17 0 369,-1 1-1,0 1 1,28 6-1,24 3 625,-10-10-833,-29-1-237,-14 0 4,0 1 0,20 3 0,-36-4-99,0 0 0,0 0 1,0 0-1,1 0 1,-1 0-1,0 0 0,0 0 1,0 0-1,0 0 1,0 0-1,1 0 1,-1 0-1,0 0 0,0 0 1,0 0-1,0 0 1,0 0-1,1 0 0,-1 0 1,0 0-1,0 0 1,0 0-1,0 0 0,0 0 1,0 0-1,1 0 1,-1 0-1,0-1 1,0 1-1,0 0 0,0 0 1,0 0-1,0 0 1,0 0-1,0 0 0,0 0 1,0-1-1,0 1 1,1 0-1,-1 0 1,0 0-1,0 0 0,0 0 1,0-1-1,0 1 1,0 0-1,0 0 0,0 0 1,0 0-1,0 0 1,0-1-1,0 1 1,0 0-1,-1 0 0,1-1-623</inkml:trace>
  <inkml:trace contextRef="#ctx0" brushRef="#br0" timeOffset="10587.05">83 2192 4121,'6'0'2044,"0"-1"-783,-2 4-957,-3-3-283,-1 1 1,1-1-1,-1 1 1,1-1 0,-1 1-1,1-1 1,-1 0-1,1 1 1,-1-1-1,1 0 1,0 0-1,-1 1 1,1-1 0,-1 0-1,1 0 1,0 0-1,-1 0 1,1 0-1,0 0 1,-1 0 0,1 0-1,0 0 1,-1 0-1,1 0 1,0 0-1,-1 0 1,1-1 0,0 1-1,0 0-7,-1-1 0,1 1 0,0-1 0,0 1 1,-1 0-1,1 0 0,0 0 0,0-1 0,-1 1 0,1 0 0,0 0 0,0 0 0,0 0 0,-1 0 0,1 0 0,0 0 0,0 0 1,1 1-1,-1-1 7,0 0 0,0 1 0,0-1 0,0 0 0,0 0 0,0 0 0,0 0 0,0 0 0,0 0 0,0 0 0,0-1 0,0 1 0,1-1 0,-1 1-2,-1 0 0,1 0 1,0 0-1,0 0 0,0 0 1,0 0-1,-1 0 1,1 0-1,0 0 0,0 1 1,0-1-1,0 0 0,-1 0 1,1 1-1,0-1 1,0 1-1,-1-1 0,1 0 1,0 1-1,-1-1 1,1 1-1,0 0 0,0 0 1,5 4 133,31 8 592,-22-7-559,0-1 1,1 0 0,21 3-1,-36-7-166,1-1 0,-1 0 0,1-1-1,0 1 1,-1 0 0,4-1 0,1 0 51,-1 0-20,0 1 1,0 1-1,-1-1 1,7 2-1,7 0 94,-11-2-94,-1 0 0,0 1-1,1 0 1,6 1-1,-7 0-22,8-2 68,-2 0-38,-11 0-61,-1 0 0,0 1 0,0-1 1,1 0-1,-1 0 0,0 0 0,0 0 0,1 0 0,-1 0 0,0 0 0,0 1 0,1-1 0,-1 0 0,0 0 1,0 0-1,0 1 0,0-1 0,1 0 0,-1 0 0,0 0 0,0 1 0,0-1 0,0 0 0,0 0 0,0 1 1,1-1-1,-1 0 0,0 0 0,0 1 0,0-1 0,0 0 0,0 1 0,0-1-11,0 0 0,0 0-1,0 0 1,0 0-1,0 1 1,0-1 0,0 0-1,0 0 1,0 0 0,0 0-1,0 0 1,0 0 0,0 0-1,0 0 1,1 0 0,-1 0-1,0 1 1,0-1 0,0 0-1,0 0 1,0 0 0,0 0-1,0 0 1,0 0 0,0 0-1,1 0 1,-1 0-1,0 0 1,0 0 0,0 0-1,0 0 1,0 0 0,0 0-1,0 0 1,0 0 0,1 0-1</inkml:trace>
  <inkml:trace contextRef="#ctx0" brushRef="#br0" timeOffset="12049.06">1250 1567 4841,'0'1'112,"0"-1"0,0 0 0,-1 1 0,1-1 1,0 0-1,0 1 0,-1-1 0,1 0 0,0 0 0,-1 1 0,1-1 0,0 0 0,-1 0 0,1 1 1,0-1-1,-1 0 0,1 0 0,-1 0 0,1 0 0,0 0 0,-1 0 0,1 0 0,-1 0 0,-14 3-38,12-3 123,-8 3-155,-1-1 1,1 2-1,-15 6 0,14-5 12,0-1-1,-1 0 0,-15 3 0,-30-3 462,3-1-88,28 0-298,16-3-110,0 1-1,0 1 0,0 0 0,-19 6 0,7 0 2,19-3 3,4-5-20,-1 1 0,1-1 1,0 0-1,0 1 1,-1-1-1,1 1 0,0-1 1,-1 0-1,1 1 0,-1-1 1,1 0-1,0 0 1,-1 1-1,0-1 0,0 0 2,1 1-1,0-1 0,-1 0 0,1 0 1,0 0-1,-1 1 0,1-1 1,0 0-1,0 0 0,-1 1 0,1-1 1,0 0-1,0 1 0,-1-1 0,1 0 1,0 1-1,0-1 0,0 0 1,0 1-1,-1-1 0,1 0 0,0 1 1,0-1-1,0 1 0,-1 3 57,-1-1-3,1 2 92,3 4 53,-2-9-203,11 30 415,-9-28-390,-1 1 1,1 0-1,-1 0 0,1 0 1,0-1-1,0 1 0,0-1 1,4 5-1,-3-5-12,-1 0 0,0 0-1,0 1 1,0-1 0,0 1 0,0 0 0,-1-1 0,1 1 0,-1 0-1,2 4 1,-2-5 0,-1 0 0,1 0-1,-1 0 1,0 0-1,1 1 1,-1-1 0,0 0-1,0 0 1,0 0-1,-1 1 1,1-1 0,-2 4-1,-2 1 48,3-6-51,1 0 0,-1 0 1,0 0-1,1 0 0,-1 0 1,1 0-1,0 0 1,-1 0-1,1 0 0,0 0 1,0 0-1,-1 0 0,1 0 1,0 0-1,0 0 1,0 0-1,0 0 0,1 2 1,-1 4 56,0 0 0,0-1 0,-1 1 0,0 0 0,-2 11 0,1-12 4,1 0 0,0 1 0,0-1 0,0 0 0,1 1-1,1 6 1,0-7 3,0 3 82,0-1 1,0 14-1,-2-19-118,1 0 1,0 0-1,-1 0 0,0-1 0,1 1 0,-1 0 0,0 0 0,0-1 0,-1 1 0,1 0 0,-3 3 0,3-5-21,0 0-1,0 0 0,1 0 0,-1 0 1,0 0-1,1 0 0,-1 0 1,1 0-1,0 0 0,-1 0 0,1 1 1,0-1-1,-1 0 0,1 0 0,0 0 1,0 1-1,0-1 0,0 0 0,0 0 1,0 0-1,1 1 0,-1-1 0,0 0 1,0 0-1,1 0 0,-1 0 0,1 1 1,-1-1-1,1 0 0,0 0 0,-1 0 1,1 0-1,1 1 0,-1-1-9,-1-1-1,0 0 1,0 1 0,1-1-1,-1 0 1,0 1 0,0-1-1,0 1 1,0-1-1,0 1 1,0-1 0,1 0-1,-1 1 1,0-1-1,0 1 1,0-1 0,0 1-1,-1-1 1,1 0-1,0 1 1,0 0 0,-5 10 44,5-10-48,-1 0-1,0 1 1,1-1-1,-1 0 1,1 0-1,-1 1 1,1-1-1,0 0 1,-1 1-1,1-1 1,0 0-1,0 1 0,0 2 1,0-3 15,1 1 0,-1-1 1,1 1-1,-1 0 0,1-1 0,0 1 1,0-1-1,1 3 0,-1-4 17,0 1 1,-1-1-1,1 1 0,0-1 0,0 1 0,0-1 1,0 0-1,0 1 0,0-1 0,0 0 0,0 0 1,0 0-1,0 0 0,2 0 0,18 3-3,-18-3-31,0 0 1,-1 1 0,1-1-1,0 0 1,2-1 0,8-4 1,16 7 12,-25-2-14,0 1 0,0-1 0,0 1 1,0-1-1,0 1 0,3 2 0,3-1 0,-6-1 0,1 1 2,-1-1-1,1-1 1,-1 1-1,9 0 1,0-6 11,-11 5-6,1 0 0,-1 0 0,0 0-1,0 1 1,0-1 0,0 1-1,4 2 1,6 0 34,-10-2-29,0-1-1,1 1 0,-1 0 1,0 0-1,0 0 0,1 0 1,-1 0-1,0 1 1,2 1-1,-2-1 8,1 0 1,-1-1-1,0 0 0,0 1 1,1-1-1,3 2 1,-4-3-6,0 1 1,-1 0 0,1 0 0,-1 0-1,1 0 1,-1 0 0,0 0 0,1 0-1,-1 1 1,0-1 0,0 0 0,0 1-1,2 2 1,-3-4-7,-1 0 0,1 0 0,0 0 0,0 0 0,0 0 0,0 0 0,0 0 0,0 0 0,0 0 0,0 0-1,0 0 1,0 0 0,0 0 0,0 0 0,0 0 0,0 0 0,0 0 0,0 0 0,0 0 0,0 0 0,0 0 0,0 0 0,0 0 0,0 0 0,0 0-1,0 0 1,0 0 0,0 0 0,0 0 0,0 0 0,0 0 0,-1 0 0,1 0 0,0 0 0,0 0 0,0 0 0,0 0 0,0 0 0,0 0 0,-1-2-983</inkml:trace>
  <inkml:trace contextRef="#ctx0" brushRef="#br0" timeOffset="13097.69">1819 1692 4793,'5'-6'593,"-1"0"0,6-12 0,-10 17-563,0 1-1,0 0 1,0-1 0,0 1-1,0-1 1,0 1 0,0 0 0,0-1-1,0 1 1,0-1 0,0 1-1,0-1 1,0 1 0,0 0-1,0-1 1,0 1 0,0-1-1,-1 1 1,1 0 0,0-1-1,0 1 1,-1 0 0,1-1-1,0 1 1,0 0 0,-1-1 0,1 1-1,0 0 1,-1 0 0,1-1-1,-1 1 1,0-1 14,0 1 1,0-1-1,0 1 1,-1-1-1,1 1 0,0-1 1,0 1-1,-2 0 1,-1 0-24,0 0 1,-1 1-1,1-1 1,0 1-1,-1 0 1,1 0-1,0 0 1,0 1-1,0 0 1,-5 2-1,-15 6-5,5-3 4,-17 5 62,28-9-35,-5 2 52,1 1 0,0 0 0,-12 8 0,20-11-54,1-1 0,0 0 0,0 1 0,1 0 0,-1 0 0,0 0 0,1 0 0,0 0 0,0 0 0,0 0 0,0 1 0,0-1 0,1 1 0,-1 0 0,-1 5 0,3-7 6,0 0-1,0 1 1,0-1-1,0 1 1,0-1-1,0 0 1,1 1-1,-1-1 1,1 0-1,0 1 1,-1-1-1,1 0 1,0 0-1,0 0 1,1 0-1,-1 0 1,0 0-1,1 0 1,-1 0-1,1 0 1,2 1-1,0 2 12,1-1 0,0 0 1,0-1-1,0 1 0,1-1 0,10 5 0,10 1 28,35 7 1,-41-11 54,0 0 1,0 1-1,30 15 1,-43-18-65,-1 1 1,1-1-1,-1 2 1,0-1-1,0 1 1,-1 0-1,8 8 1,-11-10-55,0-1 0,0 1 1,-1 0-1,1 0 1,-1 0-1,1 0 0,-1 0 1,0 0-1,0 0 1,0 1-1,-1-1 0,1 0 1,-1 1-1,0-1 1,0 0-1,0 1 0,0-1 1,-2 5-1,2-5-15,-1-1 0,1 0-1,-1 0 1,0 0 0,0 1 0,0-1 0,0 0-1,0 0 1,0 0 0,-1-1 0,1 1-1,-1 0 1,1 0 0,-1-1 0,0 1 0,1-1-1,-1 1 1,0-1 0,0 0 0,0 0-1,0 0 1,-5 2 0,-1-1 20,-1 0 0,0 0 0,1 0 0,-15-1-1,13 0 3,6-1-20,-9 3 39,6 2-1,7-4-50,0-1 1,-1 1 0,1-1-1,-1 1 1,1-1-1,-1 1 1,1-1-1,-1 0 1,1 1-1,-1-1 1,0 0-1,1 0 1,-1 1 0,0-1-1,1 0 1,-1 0-1,1 0 1,-1 0-1,0 0 1,1 0-1,-1 0 1,-1 0 0,-5 0 16,-1-1 0,1 0 0,0-1 0,0 1 1,0-1-1,0-1 0,0 1 0,0-1 0,-7-5 1,4 3 22,8 4-30,0 0 0,0 0 0,0 0 0,1 0 0,-1 0 0,0 0 0,1-1 0,-1 1 0,0-1 0,1 0 0,0 1 0,-1-1 0,1 0 0,0 0 0,0 1 0,0-1 0,0 0 0,0 0 0,1 0 0,-1-1 0,0 1 0,1 0 0,0 0 0,-1 0 0,1-4 0,1 2-4,-1 0 0,1-1 0,0 1 1,0 0-1,0 0 0,0 0 0,1 0 0,0 1 0,0-1 0,0 0 0,0 1 1,4-6-1,19-26 93,-14 20 76,0 0 1,23-22-1,-28 31-119,16-14 497,29-37 0,-48 54-518,-1-1-1,0 1 0,0-1 1,-1 1-1,1-1 0,-1 0 1,1 0-1,-1 0 0,-1 0 1,2-7-1,-2 4 1,0 0 1,0 0-1,0 1 1,-1-1-1,-3-12 1,4 18-38,-1 0 1,1 0 0,-1 0 0,1 0 0,-1 0 0,1 0 0,-1 0 0,0 0 0,0 0 0,1 1-1,-1-1 1,0 0 0,0 0 0,0 1 0,0-1 0,-1 0 0,-4-3-19,3 2-64,-3-2-299</inkml:trace>
  <inkml:trace contextRef="#ctx0" brushRef="#br0" timeOffset="15098.22">2851 1517 5041,'21'23'2167,"-20"-23"-2142,-1 0 0,0 0-1,0 0 1,0 0 0,0 0 0,0 0-1,0 0 1,0 0 0,0 0-1,0 1 1,0-1 0,0 0 0,0 0-1,0 0 1,0 0 0,0 0-1,0 0 1,0 0 0,0 1 0,0-1-1,0 0 1,0 0 0,0 0-1,0 0 1,0 0 0,0 0 0,0 0-1,0 0 1,0 1 0,0-1-1,0 0 1,0 0 0,0 0 0,0 0-1,0 0 1,0 0 0,-1 0 0,1 0-1,0 0 1,0 0 0,0 0-1,0 1 1,0-1 0,0 0 0,0 0-1,0 0 1,0 0 0,-1 0-1,1 0 1,0 0 0,0 0 0,0 0-1,0 0 1,0 0 0,0 0-1,0 0 1,-1 0 0,1 0 0,0 0-1,0 0 1,0 0 0,-11-1 364,6 1-181,0 1-121,-5 0 33,10-1-105,0 0 0,-1 0 0,1 0 0,0-1 0,0 1 0,-1 0 0,1 0 0,0 0 0,0 0 0,-1 0 0,1 0 0,0 0 0,0 0 0,0 0 0,-1-1 0,1 1 0,0 0 0,0 0 0,0 0 0,0 0 0,-1-1 0,1 1 0,0 0 0,0 0 0,0 0 0,0-1 0,0 1 0,0 0 0,0 0 0,0-1 0,-1 1 0,1 0 0,0 0 0,0-1 0,0 1 0,3-2 94,3 1-78,0-1 0,0 0-1,0-1 1,11-5 0,1-1 6,-16 8-30,0 0 0,0 0 1,1 1-1,-1-1 0,0 1 0,0 0 1,0 0-1,1 0 0,-1 0 0,0 0 1,0 0-1,0 0 0,4 2 0,-2-1 18,0 1-1,0-1 0,0 1 0,5 4 1,-6-5 15,-1 1 0,1 0 0,-1 0 0,1 0 1,-1 0-1,0 0 0,0 0 0,0 1 1,0-1-1,0 1 0,-1-1 0,1 1 0,-1 0 1,0 0-1,0-1 0,1 1 0,-2 0 1,1 0-1,0 0 0,-1 0 0,1 0 0,-1 0 1,0 0-1,0 4 0,-1 3 160,1-1 0,-2 1 0,-3 15-1,4-21-133,0 1-1,-1-1 0,0 1 0,0-1 0,0 0 0,-1 0 1,1 0-1,-1 0 0,-6 6 0,5-5-6,-36 37 313,35-35-332,-11 11 0,15-17-37,-1 0-1,1 0 1,-1 1-1,1-1 1,-1 0-1,1 0 0,-1 0 1,0 0-1,1-1 1,-1 1-1,0 0 1,0-1-1,-3 1 1,0 0-5,5 2-12,1 1-24,2-4 20,48 1 11,-48-1 9,0 0 1,1 1-1,-1-1 1,0 1-1,0 0 1,0 0 0,0 0-1,0 0 1,0 0-1,0 1 1,-1-1-1,1 1 1,0 0-1,-1 0 1,5 4-1,-5-4 2,-1 0-1,0 0 1,0 0-1,0-1 1,0 1 0,0 0-1,0 1 1,0-1-1,-1 0 1,1 0-1,-1 0 1,1 0 0,-1 1-1,0-1 1,0 0-1,0 0 1,0 0-1,0 1 1,-1-1-1,1 0 1,-2 3 0,1 1 28,-1-1 0,0 0 0,-1 0 0,0 0 0,1-1 0,-1 1 0,-5 5 0,6-7-7,-1 0-1,0-1 1,1 1 0,-1-1 0,0 1-1,0-1 1,-1 0 0,1 0 0,0 0-1,-1-1 1,-4 3 0,-30 4 179,35-7-197,0 0 0,-1 0 1,1 0-1,-1 0 0,0-1 0,1 1 0,-1-1 0,1 0 1,-1 0-1,0 0 0,1 0 0,-1-1 0,1 0 0,-1 0 1,-6-2-1,-3-3-39,-17-11 0,30 17 26,0 0 0,-1 0 0,1-1 0,0 1 0,0 0 0,0 0 0,-1 0 0,1 0 0,0 0 0,0 0 0,0-1 0,0 1 0,0 0 0,-1 0 0,1 0 0,0 0 0,0-1 0,0 1 1,0 0-1,0 0 0,0 0 0,0-1 0,0 1 0,0 0 0,0 0 0,0 0 0,-1-1 0,1 1 0,0 0 0,0 0 0,1 0 0,-1-1 0,0 1 0,0 0 0,0 0 0,0 0 0,0-1 0,0 1 0,0 0 0,0 0 0,0 0 0,1-1 0,6-4-336,40-15-3411,-27 12 2745</inkml:trace>
  <inkml:trace contextRef="#ctx0" brushRef="#br0" timeOffset="15626.16">3207 1463 5417,'8'6'3047,"-8"-6"-3025,1 1 0,-1-1-1,0 1 1,0-1-1,1 1 1,-1-1-1,0 1 1,0-1-1,0 1 1,0-1-1,0 1 1,0-1 0,0 1-1,0-1 1,0 1-1,0-1 1,0 1-1,0-1 1,0 1-1,0 0 1,0-1 0,0 1-1,-1-1 1,1 0-1,0 1 1,-1 0-1,-9 10 40,4-5-19,5-3-34,0-1 1,0 1-1,1 0 1,-1 0 0,1 0-1,0 0 1,-1-1 0,1 1-1,1 5 1,-1 2 38,0-2 26,1-1-1,1 10 1,0-10 24,-1-1-1,0 11 1,-2-13-34,1 0 1,-1-1-1,0 1 1,-1 4-1,-1 1 64,-1 4 23,1 1 0,1-1 0,0 1 0,1 0 0,1 0 0,0 0 0,0-1 0,2 1 0,-1 0 0,2-1-1,0 1 1,0-1 0,11 25 0,-11-32-109,0 0 0,0-1 0,1 0 0,-1 0 0,1 0-1,7 7 1,-9-10-16,1 1 0,0-1 0,-1 0 0,1 0 0,0 0 0,1 0 0,-1 0 0,0-1 0,0 0 0,1 1 0,-1-1 0,7 1 0,-2-2 0,-1 1-1,0-2 1,0 1-1,0-1 1,0 0-1,0-1 1,0 1-1,-1-1 1,1-1-1,0 1 1,-1-1-1,11-6 1,-11 5-1,0 0 0,-1 0 1,1 0-1,-1 0 0,0-1 0,0 0 0,-1 0 1,0-1-1,1 1 0,-2-1 0,1 0 0,5-12 1,-8 16-16,0 0 1,-1 1 0,1-1 0,-1 0 0,0 0 0,0 0-1,1 0 1,-1 0 0,0 0 0,-1 0 0,1 1 0,0-1-1,0 0 1,-1 0 0,0-2 0,0 3-8,1 0 0,-1 0 0,1 0 0,-1 0 0,0 0 0,1 0 0,-1 0 0,0 0 0,0 0 0,0 1 0,0-1 0,0 0 0,0 1 0,0-1 0,0 0 0,0 1 0,0-1 0,0 1 0,0 0 0,0-1 1,0 1-1,0 0 0,-1-1 0,0 1 0,0 0-3,1 1 1,-1-1-1,0 0 1,0 0-1,1 1 1,-1 0-1,0-1 1,1 1-1,-1 0 1,1-1-1,-1 1 1,1 0-1,-1 0 1,-2 3-1,-18 18 3,19-19-2,-3 4-12,0 1 0,1-1 0,0 1 0,0 1-1,0-1 1,1 1 0,-3 9 0,5-8-284,2-10 232,0 1 0,0-1 0,0 1 0,0-1 0,0 1 0,0-1 0,0 0-1,0 1 1,0-1 0,0 1 0,0-1 0,1 1 0,-1-1 0,0 0 0,0 1 0,0-1 0,1 1 0,-1-1 0,0 0 0,1 1-1,-1-1 1,0 0 0,1 1 0,7 1-495</inkml:trace>
  <inkml:trace contextRef="#ctx0" brushRef="#br0" timeOffset="16460.78">3436 1495 6481,'0'0'153,"0"-1"0,0 1 0,0 0 0,0-1 0,0 1 0,1 0 0,-1 0 0,0-1 0,0 1 0,0 0 0,1 0 0,-1-1-1,0 1 1,0 0 0,1 0 0,-1 0 0,0 0 0,1-1 0,-1 1 0,0 0 0,0 0 0,1 0 0,-1 0 0,0 0 0,1 0-1,-1 0 1,1 0 0,13-1-115,-11 1-20,1 0 0,1 0 1,-1 0 0,0 1-1,1-1 1,-1 1 0,0 0-1,0 0 1,1 1-1,-1 0 1,4 1 0,3 3-1,1-1 1,0-1-1,0 0 1,1 0 0,-1-1-1,15 1 1,-4-2 272,1-1 0,33-2 0,-49 0-131,1 1 0,14 2 1,-14 0-20,1-2 0,12 0 0,-14 0-73,-3 0-19,-1 0-1,1 0 1,0-1-1,8-2 0,-7 0 29,4-2 28,-9 5-102,-1 0 0,1 0-1,-1 0 1,0 0 0,1 0-1,-1 1 1,1-1 0,-1 0 0,1 0-1,-1 0 1,0 0 0,1 0-1,-1 1 1,0-1 0,1 0 0,-1 0-1,0 0 1,1 1 0,-1-1-1,0 0 1,1 1 0,-1-1 0,1 1-1,-1-1-1,0 0 1,0 1-1,1-1 0,-1 0 0,0 0 0,0 1 0,0-1 0,0 0 1,1 0-1,-1 1 0,0-1 0,0 0 0,0 1 0,0-1 1,0 0-1,0 1 0,0-1 0,0 0 0,0 1 0,0-1 0,0 0 1,0 1-1,0-1 0,0 0 0,0 0 0,0 1 0,0-1 1,0 0-1,-1 1 0,1-1 0,0 0 0,0 0 0,0 1 0,-1-1 1,-10 7 16,2-1-9,5-1-1,0 0-1,0 0 1,1 1-1,0 0 0,0 0 1,1 0-1,-1 0 1,1 0-1,-2 9 1,1 0 17,1 1 0,0 27 0,2-16 55,2 0 1,1-1 0,13 50-1,-14-64 121,0 1-1,-1 20 1,0-13 14,-1-14-119,0-1 0,0 1 0,0-1 0,-3 10 1,3-13-48,-1 0 1,0 1 0,1-1-1,-1 0 1,0 0-1,0 0 1,0 0 0,-1-1-1,1 1 1,0 0 0,-1 0-1,1-1 1,-1 1-1,-2 1 1,3-2-28,0-1-1,0 0 1,0 0 0,0 1-1,0-1 1,0 0 0,0 0 0,0 0-1,0 0 1,0 0 0,0 0-1,-1-1 1,-2 1 36,3 0-28,0 0 1,0 0-1,0 0 0,0 0 0,0 0 0,0 0 0,0 0 1,0-1-1,0 1 0,0 0 0,0-1 0,0 1 0,1 0 1,-1-1-1,-1 0 0,-3 0-22,1 0 0,-1 0-1,1 0 1,-1 0 0,1 1 0,-7 0 0,5 2-8,8 1 3,0-1 0,-6-1-1,-6-1 1,-17-2 1,12 1-5,15 1-2,-1 0 0,0 0 0,0 0 0,1 0 0,-1-1 0,0 1 0,1 0 0,-1 0 0,0-1 0,1 1 0,-1 0 0,1-1 0,-1 1 0,0-1 0,1 1 0,-1-1 0,1 1 0,-1-1 0,1 1 0,0-1 0,-1 1 1,1-1-1,-1 0 0,1 1 0,0-1 0,-1-1 0,-3-5-142,3 6-2,-1 0 0,1 0-1,0 0 1,-1 0 0,1 0 0,-1 0 0,1 1-1,-1-1 1,1 1 0,-1-1 0,1 1 0,-1 0-1,0-1 1,1 1 0,-1 0 0,1 0 0,-1 0 0,-2 0-1,1 6-2342</inkml:trace>
  <inkml:trace contextRef="#ctx0" brushRef="#br0" timeOffset="17221.26">3958 1391 3561,'6'-18'3021,"6"0"-2905,-8 12 113,-3 5-216,0-1-1,0 1 1,0-1 0,1 1 0,-1 0 0,0-1-1,1 1 1,-1 0 0,3-2 0,4-3-1,-7 4-3,1 1-1,-1 0 1,0 0 0,0 0 0,0 0-1,1 1 1,-1-1 0,1 0-1,-1 0 1,0 1 0,1-1 0,-1 1-1,1-1 1,0 1 0,-1 0 0,1-1-1,-1 1 1,1 0 0,-1 0 0,1 0-1,2 1 1,3 0 108,0 0 0,-1 1 1,11 3-1,-9-3 17,0 1 93,0 0 0,0 1 0,-1-1 0,1 2 0,-1-1 0,11 9 0,-15-11-120,-1 0-1,0 0 0,0 0 1,0 0-1,-1 0 0,1 1 0,0-1 1,-1 1-1,3 4 0,-4-5-52,1 0-1,-1 0 1,0 0-1,1-1 0,-1 1 1,0 0-1,0 0 1,0 0-1,0 0 1,-1 0-1,1-1 0,0 1 1,-1 0-1,1 0 1,-1 0-1,-1 2 0,-12 19 444,11-20-440,1 0 0,0 0 0,0 1 0,0-1-1,0 1 1,0-1 0,1 1 0,-2 5 0,2-4-17,0-1 1,-1 0-1,0 1 1,0-1-1,0 0 1,0 0-1,-1 0 1,1-1-1,-1 1 1,-5 5-1,7-9-32,1 0-1,0 1 1,0-1 0,-1 0-1,1 1 1,0-1 0,0 0 0,-1 0-1,1 1 1,0-1 0,0 0-1,0 1 1,-1-1 0,1 0-1,0 1 1,0-1 0,0 1-1,0-1 1,0 0 0,0 1-1,0-1 1,0 1-1,0-1 0,0 0 0,1 0 0,-1 0 0,0 0 0,0 1 1,0-1-1,0 0 0,1 0 0,-1 0 0,0 0 0,0 0 0,0 0 1,1 1-1,-1-1 0,0 0 0,0 0 0,0 0 0,1 0 0,-1 0 1,0 0-1,1 0 0,17-1 198,2-3-383,0-1 1,0 0 0,-1-2 0,0 0 0,27-15 0,-35 17-1615,21-8 0,-12 7 491</inkml:trace>
  <inkml:trace contextRef="#ctx0" brushRef="#br0" timeOffset="18632.87">222 2739 3745,'-5'4'275,"-3"5"1301,24-15-319,-6 2-1166,0 1 0,0 0-1,0 1 1,20-2-1,12-3 162,37-12 580,-67 15-666,1 2 0,23-3 1,-1 1-42,-16 0-66,7-1-1873,-20 4 239,-2-5 652</inkml:trace>
  <inkml:trace contextRef="#ctx0" brushRef="#br0" timeOffset="19003.54">360 2884 4401,'32'-9'2112,"1"5"-711,2 0-721,-4-3-400,6 5-136,-6-3-104,-6 0-24,-4 0-8,-2 0 0,-2 3-80,-1 2-224,-2-1-1128,-1 1 975</inkml:trace>
  <inkml:trace contextRef="#ctx0" brushRef="#br0" timeOffset="48708.17">1374 2400 3953,'0'-2'1143,"0"2"-990,0-1 0,0 0-1,0 1 1,0-1-1,0 1 1,0-1 0,0 1-1,0-1 1,0 1-1,0-1 1,-1 1 0,1-1-1,0 1 1,0-1-1,-1 1 1,1-1 0,0 1-1,0 0 1,-1-2 694,-1 4-371,0 4-423,0-1-1,-1 0 0,0 0 1,-4 5-1,3-3 22,-1 1 0,-3 8 0,2-6 43,4-8-88,1 0-1,0 0 1,0 0 0,0 0-1,0 0 1,0 0 0,0 1 0,0 2-1,-1 19 178,-7 1-12,5 1-6,2-21-148,0-1-1,0 1 0,-3 4 0,3-5 9,0 0-1,0 1 1,-2 6-1,0 9 156,1-12-113,2-7-77,1 0 0,-1-1-1,1 1 1,0 0 0,-1 0 0,1 0-1,0-1 1,0 1 0,-1 0 0,1 0-1,0 0 1,0-1 0,0 1 0,0 0-1,0 0 1,0 0 0,1 0 0,-1-1-1,0 1 1,0 0 0,0 0 0,1 0-1,-1-1 1,0 1 0,1 0 0,0 1 0,3 4 92,-3-5-76,-1 1-1,1-1 0,-1 0 1,1 0-1,0 0 0,0 0 1,0 0-1,-1 0 1,1 0-1,0 0 0,0 0 1,1 0-1,-1 0 0,0 0 1,0-1-1,0 1 1,0-1-1,1 1 0,-1-1 1,0 1-1,0-1 0,1 0 1,-1 1-1,0-1 1,1 0-1,-1 0 0,3 0 1,2 0 5,0-1 1,0 1 0,-1-1-1,1 0 1,0-1 0,0 0-1,-1 0 1,1 0 0,-1 0-1,8-5 1,-5 0 40,-6 5-51,0 1 0,0-1 0,1 1 0,-1-1 0,0 1 0,0 0 0,4-2 0,20-4 170,-17 5-119,-1-1-1,1 1 1,9-6-1,-8 3-25,-8 3-32,1 1 1,-1-1-1,1 1 1,-1 0-1,1 0 1,0 0-1,-1 0 1,1 0-1,0 1 1,0-1-1,5 1 1,-7 0-20,0 0 0,0 0 0,0 0 0,0 0 0,0 0 0,0 0 0,0 0 0,0 0 0,0 0 0,0-1 0,0 1 0,0 0 0,-1-1 0,1 1 0,0 0 0,0-1 0,0 1 0,0-1 0,-1 0 0,1 1 0,0-1 0,0 1 0,-1-1 0,2-1 0,-2 1-195</inkml:trace>
  <inkml:trace contextRef="#ctx0" brushRef="#br0" timeOffset="49213.21">1584 2451 4393,'2'-7'283,"10"-29"485,-8 26-115,-4 9-67,-2 4 246,-3 12-439,0 0 1,1 1-1,1 0 1,0 0-1,-1 20 1,2-12-16,-10 117 1028,6-89-938,-15 105 1258,12-130-1447,8-22-223,-1 0-1,0 0 0,1 0 0,0 1 0,0-1 0,0 6 0,1-9-403</inkml:trace>
  <inkml:trace contextRef="#ctx0" brushRef="#br0" timeOffset="49849.78">1873 2424 6457,'3'2'313,"6"4"1880,-10-3-1232,-4-2-708,-3 0-193,-4 9 60,4-2-56,3-4 4,0 1 0,1 0 1,0 0-1,0 0 0,-5 8 0,8-11-24,0 0-1,0 0 0,0 0 0,0 0 0,0 0 0,1 0 1,-1 0-1,1 1 0,0-1 0,-1 0 0,1 0 1,0 3-1,1 1 88,0 0 0,0-1 1,2 7-1,-2-9-76,0-1 13,-1-1 1,0 1-1,0 0 1,0-1-1,0 1 1,0 3 0,-1-4-19,1 0 0,0 0 0,0 1 0,0-1 0,0 0 0,0 0 0,0 0 1,0 0-1,0 0 0,1 0 0,-1 0 0,0 1 0,1-1 0,-1 0 0,2 1 0,1 3 78,-2-4-102,0-1 1,-1 1-1,1 0 0,0 0 0,-1 0 0,1 0 0,-1 0 1,1 0-1,0 3 0,-3-5 128,10 7 43,-6-5-185,-1 0 1,0 0 0,1 0 0,-1 0 0,0-1 0,1 1-1,-1-1 1,1 1 0,1 0 0,2 0 11,-4 0-18,0-1 0,0 1 0,0-1 1,-1 0-1,1 1 0,0-1 1,0 0-1,0 0 0,0 0 0,0 0 1,-1 0-1,1 1 0,2-2 0,-3 1-3,1 0 0,-1 0 0,1-1 0,-1 1 0,0 0 0,1 0 0,-1-1 0,0 1 0,1 0 0,-1-1 0,0 1 0,0 0 0,1-1 0,-1 1 0,0-1 0,1 0 1,-1 1 0,0-1 0,1 1 0,-1-1 0,0 1 0,1 0-1,-1-1 1,0 1 0,1-1 0,-1 1 0,1 0 0,-1-1 0,1 1 0,-1 0 0,1 0 0,-1-1-1,1 1 1,-1 0 0,1 0 0,0-1 0,4 1 20,-1 0 1,1 0-1,-1 0 1,1 1-1,-1-1 1,6 2-1,-6-1-15,-1 0 0,0-1 0,0 1 0,1-1 0,-1 0 0,0 0 0,1 0 0,-1 0 0,1 0 0,-1-1 0,3 0 0,2-3 6,-6 3-11,-1 1-1,0-1 0,1 0 1,-1 1-1,1-1 1,-1 1-1,0 0 0,1-1 1,2 1-1,4 0 27,1 0 0,-1-1 0,14-3 0,-21 4-28,0 0 0,0 0-1,0 0 1,0 0 0,0 0 0,0 0 0,0 0-1,0 0 1,2 1 0,-2 0-1,0-1 0,-1 0 0,1 0 1,0 0-1,0 0 0,0 0 0,0 0 0,0 0 1,0 0-1,0 0 0,2 0 0,-3 0-46,0 0 1,0-1-1,0 1 0,0 0 0,0 0 1,0 0-1,0 0 0,0 0 1,0 0-1,1 0 0,-1 0 0,0 0 1,0-1-1,0 1 0,0 0 0,0 0 1,0 0-1,0 0 0,0 0 0,0 0 1,0-1-1,0 1 0,0 0 1,0 0-1,0 0 0,0 0 0,0 0 1,0 0-1,0 0 0,0-1 0,0 1 1,0 0-1,0 0 0,0 0 0,-1 0 1,1 0-1</inkml:trace>
  <inkml:trace contextRef="#ctx0" brushRef="#br0" timeOffset="50298.28">2177 2400 2809,'-4'-5'670,"0"1"1,-1 0-1,0 1 1,-9-6 0,3 1-426,9 7 44,0 0 1,0-1 0,-1 1 0,1 0-1,0 0 1,-1 0 0,-2 0 0,5 1-234,-1 0 0,1 0 0,0 1 0,0-1 0,-1 0 0,1 0 0,0 0 0,0 1 0,0-1 0,0 0 0,-1 0 0,1 1 0,0-1 0,0 0 0,0 0 0,0 1 0,0-1 0,0 0 0,0 1 0,0-1 0,0 0 0,0 1 1,-1 1 139,-6 24 373,0 1-1,-2 28 1,-7 105 1177,-2 12-447,-6-30-767,23-137-477,1 0 1,-1 1 0,1-1 0,1 9-1,-1-11-21,0 0-1,0-1 1,0 1-1,0 0 1,-1 4-1,1-6-20,-1 0-1,1 0 1,0 0-1,-1 0 0,1 0 1,-1 0-1,1 0 1,-1 0-1,1-1 1,-1 1-1,1 0 1,-1 0-1,0 0 1,0-1-1,0 2 0,-2 3 233,4-12-2003,0 0 717,0 0 0,1-1 0,5-13 0,-6 17 685,9-17-1092</inkml:trace>
  <inkml:trace contextRef="#ctx0" brushRef="#br0" timeOffset="51165.36">2394 2305 3057,'0'0'70,"0"0"1,0 0 0,0 0-1,-1 0 1,1 0 0,0-1-1,0 1 1,0 0 0,0 0-1,-1 0 1,1 0-1,0-1 1,0 1 0,0 0-1,0 0 1,0 0 0,0-1-1,0 1 1,-1 0 0,1 0-1,0 0 1,0-1 0,0 1-1,0 0 1,0 0 0,0-1-1,0 1 1,0 0 0,0 0-1,0 0 1,0-1 0,1 1-1,-1 0 1,0 0-1,0-1 1,0 1 0,0 0-1,0 0 1,0 0 0,0-1-1,1 1 1,-1-2 50,1 0 0,0 0 0,0 0 0,0 0 0,1 0 0,1-2 0,24-23 812,-21 21-654,-5 5-176,0-1 1,0 1-1,1 0 0,-1-1 1,1 1-1,-1 0 0,1 0 1,0 0-1,-1 0 1,1 0-1,3-1 0,-2 1 16,0 0 0,0-1-1,0 1 1,5-4-1,-6 4-80,1-1-1,-1 1 0,0 0 0,1-1 0,-1 1 0,1 0 0,3 0 0,6-5 55,-12 6-89,1-1 1,0 1 0,-1-1 0,1 1 0,0 0 0,-1-1-1,1 1 1,0 0 0,-1 0 0,1-1 0,0 1 0,0 0 0,-1 0-1,2 0 1,1 1 7,-1 1 0,0 0 0,1 0 0,-1 0 0,0 0 0,3 4-1,2 1 40,-4-3-7,-1-1 0,1 0 0,-1 1 1,0-1-1,0 1 0,0 0 0,-1 0 0,1-1 1,-1 1-1,0 0 0,0 0 0,0 8 1,0-4 104,0 1 1,-1 0 0,-1 0-1,-1 15 1,-1-16-79,1 0-1,-1-1 1,0 0 0,-1 0-1,0 0 1,0 0-1,0 0 1,-1-1 0,0 0-1,-7 7 1,3-3-22,0-1 1,-1-1 0,-21 15 0,28-21-35,-1 1 0,0-1 0,-1 0-1,1 0 1,0-1 0,0 1 0,-1-1 0,1 0 0,-1 0 0,1 0 0,-1-1 0,0 1 0,1-1 0,-7-1 0,10 1-8,0 0 0,0-1 1,0 1-1,0-1 0,0 1 0,-1 0 1,1-1-1,0 0 0,1 1 1,-1-1-1,0 1 0,0-1 1,0 0-1,0 0 0,0 0 0,1 1 1,-1-1-1,0 0 0,1 0 1,-2-2-1,1 1 4,1 0 0,-1 0 0,0 0 0,1 0 0,0 0 0,-1-1 0,1 1 0,0 0 0,0-4 0,0 5-11,1 0 1,-1 1-1,0-1 1,0 0 0,1 1-1,-1-1 1,1 0-1,-1 1 1,1-1-1,-1 0 1,1 1 0,-1-1-1,1 1 1,-1-1-1,1 1 1,0-1-1,-1 1 1,1-1-1,0 1 1,-1 0 0,1-1-1,0 1 1,0 0-1,1-1 1,23-4-18,-18 4 15,3 0 26,0 0 1,0 1-1,0 0 1,0 1-1,11 2 1,-9-1 233,0-1-1,22 0 1,-30-2-220,1 1 0,-1 0 0,0 0 0,1 1-1,-1-1 1,0 1 0,1 0 0,-1 0 0,0 1 0,0-1 0,0 1 0,0 0 0,7 4 0,-8-5-148,-1 0-1,1 0 1,0 0-1,-1 0 1,1-1-1,0 1 1,-1-1-1,1 0 1,0 0 0,0 0-1,-1 0 1,1 0-1,3-1 1,20-4-325</inkml:trace>
  <inkml:trace contextRef="#ctx0" brushRef="#br0" timeOffset="52176.46">637 3488 4881,'-72'47'1930,"71"-46"-1838,-1 0-1,1 0 1,0 0 0,-1-1 0,1 1-1,0 0 1,-1-1 0,1 1 0,-1-1-1,1 1 1,-1-1 0,1 0 0,-3 2 2238,11-2-784,71-5-39,-37 2-1040,84-2 167,-114 5-657,2 0-134,0 1 1,23 4-1,-36-4 57,1-1 0,-1 0 0,0 0 0,1 0 0,-1 0 0,1 0 1,-1 0-1,0 0 0,1 0 0,-1 0 0,1 0 0,-1 0 0,1 0 0,-1 0 0,0 0 0,1 0 0,-1-1 0,1 1 1,-1 0-1,0 0 0,1 0 0,-1-1 0,0 1 0,1 0 0,-1-1 0,2-1-895</inkml:trace>
  <inkml:trace contextRef="#ctx0" brushRef="#br0" timeOffset="52529.87">577 3774 5977,'10'-5'3777,"6"3"-3046,-1 1-356,24-4 249,1 1 1,0 2 0,68 6 0,-99-4-1655,1 0 1,11-2-1,-5 1-94</inkml:trace>
  <inkml:trace contextRef="#ctx0" brushRef="#br0" timeOffset="58810.33">1364 3272 2537,'-1'-25'1302,"0"24"-1225,1 0-1,0 0 0,-1 0 0,1 1 0,-1-1 0,1 0 1,-1 0-1,1 1 0,-1-1 0,0 0 0,1 1 0,-1-1 1,0 0-1,0 1 0,1-1 0,-1 1 0,-1-1 0,-1-1 51,0-1 195,5 4-189,0 1 449,-6-3 1092,4 1-1615,0-1-39,0 1-1,0 0 1,0 0-1,0 0 0,0 0 1,0 0-1,0 0 1,0 0-1,-1 0 1,1 0-1,0 0 1,0 0-1,0 0 1,0 0-1,0 0 1,0 0-1,0 0 1,0 0-1,-1 0 1,1 0-1,0 0 1,0 0-1,0 0 1,0 0-1,0 0 1,0 0-1,0 0 1,0 1-1,0-1 1,0 0-1,0 0 0,-1 0 1,1 0-1,0 0 1,0 0-1,0 0 1,0 0-1,0 0 1,0 0-1,0 0 1,0 0-1,0 1 1,0-1-1,0 0 1,0 0-1,0 0 1,0 0-1,0 0 1,0 0-1,0 0 1,-3 12 169,1 0 0,0-1 0,-1 19 0,2-8 80,0-14-130,-1 1-1,0-1 1,-6 15 0,5-13 91,-5 21 0,6-14-29,2 0 0,-1 0 0,2-1 0,4 27 0,-5-40-176,1 10 111,-1 25 0,-1-7-7,7 87 261,-5-95-299,2 0 40,-2-19-100,0-1-1,-1 1 0,0-1 1,1 1-1,-1-1 0,0 1 1,-1-1-1,1 1 1,-1-1-1,1 1 0,-1-1 1,0 1-1,-2 3 1,2-6-10,1 0 0,-1 1 0,0-1 0,0 0 1,0 0-1,0 0 0,-1 0 0,-1 2 0,2-2 5,-1 0 0,1 0 0,0 0 0,0 0 0,0 1 0,0-1 0,-2 2 0,3-3-22,0 1 0,0-1-1,0 0 1,0 0 0,0 0-1,0 1 1,0-1 0,-1 0-1,1 0 1,0 0-1,0 1 1,0-1 0,0 0-1,0 0 1,0 0 0,0 1-1,0-1 1,0 0 0,0 0-1,0 1 1,0-1 0,0 0-1,0 0 1,1 0 0,-1 1-1,0-1 1,0 0 0,0 0-1,0 0 1,0 1-1,0-1 1,0 0 0,1 0-1,-1 0 1,0 0 0,0 1-1,0-1 1,0 0 0,1 0-1,-1 0 1,0 0 0,0 0-1,0 0 1,1 0 0,-1 0-1,0 0 1,0 1-1,0-1 1,1 0 0,-1 0-1,0 0 1,0 0 0,1 0-1,-1 0 1,9-1 79,8-15-1695,-8 7 1095</inkml:trace>
  <inkml:trace contextRef="#ctx0" brushRef="#br0" timeOffset="59829.71">1937 3280 5393,'61'-3'2010,"-50"0"-1215,-13 1-252,1 2-409,-8-7 73,9 6-205,0 1-1,-1 0 1,1-1 0,0 1-1,0 0 1,-1 0-1,1-1 1,0 1 0,0 0-1,-1 0 1,1 0 0,0-1-1,-1 1 1,1 0-1,0 0 1,-1 0 0,1 0-1,0 0 1,-1 0 0,1 0-1,0 0 1,-1 0 0,1 0-1,0 0 1,-1 0-1,1 0 1,0 0 0,-1 0-1,1 0 1,0 0 0,-1 0-1,1 0 1,0 0-1,-1 1 1,1-1 0,0 0-1,-1 0 1,1 0 0,0 0-1,0 1 1,-1-1-1,1 0 1,0 0 0,-1 1-1,0 0 2,0-1-1,0 1 1,0-1-1,0 0 1,0 1-1,0-1 0,-1 0 1,1 1-1,0-1 1,0 0-1,0 0 1,-1 0-1,1 0 0,0 0 1,-2-1-1,0 0 8,0 1-1,0-1 1,0 0-1,0 0 1,-2-2-1,-57-24 142,58 26-145,4 0-5,-1 1 0,1 0 1,-1-1-1,1 1 0,-1 0 1,0 0-1,1-1 0,-1 1 1,0 0-1,1 0 0,-1 0 1,0 0-1,1 0 0,-1 0 1,1 0-1,-1 0 0,0 0 0,1 0 1,-1 0-1,0 1 0,1-1 1,-1 0-1,1 0 0,-1 0 1,-1 1-1,1 0 3,-1-1 0,0 0 0,0 0 0,1 0 0,-1 0 0,0 0-1,0-1 1,1 1 0,-1 0 0,0-1 0,1 1 0,-1-1 0,-2-1 0,-1 0 17,-15-4 113,17 5-102,0 0 1,0 0-1,0 0 0,0 0 1,0 1-1,0 0 0,0-1 1,0 1-1,-3 0 0,-9-1 66,10 0-74,1 1 1,0-1-1,-7 2 1,10-1-21,0 0 0,-1 0 0,1 0 1,0 0-1,0 1 0,0-1 0,0 1 1,0-1-1,0 0 0,0 1 0,0 0 1,0-1-1,0 1 0,0 0 0,1-1 1,-1 1-1,0 0 0,-1 1 1,1 0 4,0 1 0,0-1 0,0 0 0,1 0 0,-1 0 0,0 3 0,-3 10 74,0-5 33,3-9-72,1 1-1,-1 0 1,0 0 0,0-1-1,0 1 1,0-1-1,0 1 1,-2 1-1,0 0 9,1 0 0,0 1 0,1-1-1,-1 0 1,0 0 0,1 1 0,0-1-1,0 1 1,0-1 0,0 1 0,1-1-1,-1 1 1,1 0 0,0-1 0,0 5 0,2-3-21,0 0 1,0-1 0,0 1-1,1-1 1,-1 0 0,1 0-1,0 0 1,1 0 0,-1 0-1,1-1 1,4 5 0,-4-4 30,1 0 1,-1-1-1,1 1 1,0-1-1,0 0 1,0 0-1,0 0 1,1-1-1,-1 0 1,1 0-1,-1 0 1,1-1-1,0 1 1,0-1-1,-1-1 1,11 1-1,1-2 99,0-1-1,0 0 0,27-8 0,-42 10-145,1-1 1,-1 0 0,0 0 0,0 0-1,1 0 1,-1-1 0,0 1-1,0 0 1,0-1 0,-1 0 0,1 1-1,0-1 1,-1 0 0,1 0-1,-1 0 1,1 0 0,-1 0 0,0 0-1,0 0 1,0 0 0,0-1 0,0 1-1,0-4 1,4-13 138,-3 13-75,-1 0-1,1-1 1,0-12-1,-1 15-11,-2 6-98,1 1 18,-1 6 16,2 0 1,-1 0-1,1 0 1,0 0 0,6 17-1,1 9 87,-1 2 0,-2-1-1,1 64 1,-5-70 58,0-17-23,0-1 0,-1 1 1,-1-1-1,-2 13 1,-2-10 91,4-13-196,1 0 0,-1 0 0,0 0 0,1 0 0,0 0 0,-1 1 0,1-1 0,0 0 0,0 3-1,0-3-3,0 1 11,0 1 0,0-1 0,1 0 0,-1 0 0,3 6 0,-3-9-17,0 0 0,0 0 0,0 0 0,0 0 0,0 0 0,0 0 0,-1 0 0,1 0 0,0 0 0,0 0 1,0 0-1,0 0 0,0 0 0,0 0 0,0 0 0,0 0 0,0 0 0,0 0 0,0 0 0,0 0 1,0 0-1,0 0 0,0 0 0,-2-4-1934</inkml:trace>
  <inkml:trace contextRef="#ctx0" brushRef="#br0" timeOffset="60581.1">2328 3283 7362,'22'20'2223,"-20"-17"-1724,-3-3-224,1 0-271,-1 0 0,1 0 0,0 0 0,0 0 1,0 0-1,0 0 0,0 0 0,0 0 0,0 0 0,0 0 0,0 0 0,-1 0 0,1 0 0,0 0 0,0-1 0,0 1 0,0 0 0,0 0 0,0 0 0,0 0 0,0 0 0,0 0 0,0 0 0,0 0 1,0-1-1,0 1 0,0 0 0,0 0 0,0 0 0,0 0 0,0 0 0,0 0 0,0 0 0,0 0 0,0-1 0,0 1 0,0 0 0,0 0 0,0 0 0,0 0 0,0 0 0,0 0 0,0 0 1,0 0-1,1 0 0,-1-1 0,0 1 0,0 0 0,0 0 0,0 0 0,0 0 0,0 0 0,0 0 0,0 0 0,0 0 0,0 0 0,1 0 0,30-31 351,-11 12-252,-18 17-84,1 0 0,-1 0 1,1 1-1,0-1 1,0 1-1,-1 0 0,1-1 1,0 1-1,0 0 0,0 1 1,0-1-1,1 0 0,-1 1 1,0 0-1,0 0 1,5 0-1,2 0 5,4 0 9,-7-1-30,1 1-1,-1 0 1,9 2 0,-13-2 10,-1 1-1,1-1 1,-1 1-1,0 0 1,0 0 0,1 0-1,-1 0 1,0 0-1,0 0 1,0 1-1,0-1 1,0 1 0,3 3-1,-3-3 62,0 0 1,0 1-1,-1-1 0,1 0 0,-1 1 1,2 3-1,-2-5-34,-1 0-1,0 0 1,1 1-1,-1-1 1,0 0-1,0 0 1,0 1 0,0-1-1,0 0 1,0 0-1,0 1 1,0-1 0,0 0-1,-1 0 1,1 0-1,0 1 1,-2 1-1,-3 7 61,-2 1 0,1-1 0,-1 0-1,-1 0 1,1-1 0,-2 0 0,1 0-1,-1-1 1,-1 0 0,1-1 0,-1 0-1,0 0 1,-15 6 0,5-1-22,17-10-48,0 0 0,0 0 0,0 0 0,-6 1 0,18-3-30,-1-1 0,1 1 0,-1 0 0,17 3 1,-11-1-2,-8-2-1,-1 1 0,1 0 0,-1 0 0,1 0 0,-1 1 0,10 3 0,-13-4 3,0 0-1,0 1 1,0-1-1,0 1 1,0-1 0,-1 1-1,1-1 1,0 1 0,-1 0-1,0 0 1,1 0-1,-1 0 1,0 0 0,0 0-1,0 0 1,0 0-1,0 3 1,1 0 9,-1 1 0,-1-1 0,1 0 0,-1 0-1,0 1 1,0-1 0,0 0 0,-2 8 0,0-3 29,-1 1 0,-7 20-1,6-24-13,0 1-1,0-1 1,-1 0-1,0 0 0,0 0 1,0 0-1,-1-1 0,0 0 1,0 0-1,-1-1 0,1 0 1,-1 0-1,0 0 0,-1-1 1,1 0-1,-1 0 1,0-1-1,-15 4 0,17-6 2,0 0-1,0 0 0,1 0 0,-1-1 1,-8-1-1,-5 0 37,17 1-58,0 0 0,1 0 0,-1 0 1,0 0-1,0-1 0,0 1 0,1-1 1,-3 0-1,-1-2-1,3 3-9,0 0-1,0-1 1,0 0 0,0 1-1,0-1 1,0 0 0,0 0-1,0 0 1,0 0 0,0 0-1,1-1 1,-1 1 0,0 0 0,1-1-1,-1 1 1,1-1 0,0 0-1,-3-3 1,3-1-258,2 2-204,0 1-1,0-1 1,1 0 0,-1 0 0,1 0-1,0 1 1,2-5 0,7-7-578</inkml:trace>
  <inkml:trace contextRef="#ctx0" brushRef="#br0" timeOffset="61267">2870 3107 7530,'35'24'2128,"-35"-24"-2111,0 0-1,1 0 0,-1 0 1,0 0-1,0 0 1,0 0-1,0 1 1,0-1-1,1 0 1,-1 0-1,0 0 0,0 0 1,0 1-1,0-1 1,0 0-1,0 0 1,0 0-1,0 1 1,0-1-1,0 0 1,0 0-1,0 0 0,0 1 1,0-1-1,0 0 1,0 0-1,0 0 1,0 1-1,0-1 1,-3 8-82,2-7 34,0 1 0,0-1 0,0 1 0,0-1 0,1 1-1,-1 0 1,0 1 0,-8 41-139,5-27 629,-4 36-1,6-30-172,-1 0-1,0 0 1,-8 25 0,6-34-159,-1 5 139,-4 22 1,3-6-13,3-17-103,1 1 1,-2 33-1,5-37-91,0-1 18,0 1-1,3 16 1,-3-28-53,1 1 0,0-1 1,0 1-1,0 0 0,0-1 0,1 0 1,-1 1-1,1-1 0,0 0 1,0 0-1,0 0 0,0 0 1,4 4-1,-5-6-1,0-1 0,1 1 0,-1 0-1,0 0 1,0-1 0,1 1 0,2 0 0,-3 0-4,3 1 30,1-1 1,-1 0 0,1 0 0,-1 0 0,0 0 0,1 0-1,-1-1 1,1 0 0,5 0 0,-2-1 30,2 0 8,0-1 1,1 1-1,-1-2 0,0 1 0,-1-1 0,12-5 0,13-8 77,19-10-1,-41 19-127,-8 5-20,0 0 1,0-1 0,0 0-1,0 1 1,5-7-1,4-10 76,-11 17-76,-1 0 1,1 0-1,-1-1 1,0 1-1,1 0 1,-1-1-1,0 1 0,1-5 1,-2 6-11,0-1 1,0 1-1,0-1 1,0 1-1,-1-1 1,1 1-1,0-1 1,0 1-1,-1-1 1,1 1-1,-1 0 1,0-1-1,1 1 1,-1 0-1,0-1 0,0 1 1,-1-1-1,0-2 2,-1 1 0,0 0 0,0 0 0,0 0-1,0 1 1,-1-1 0,1 1 0,-1 0 0,-3-2-1,4 3-6,1 0 0,0 0 0,0 0 0,-1 0 0,1 1 0,-1-1 0,1 1 0,-1 0 0,1-1 0,-1 1 0,1 0 0,-1 1 0,1-1 0,0 0 0,-1 1 0,1-1 0,-3 2 0,1 0-4,1 0 0,0 0 0,-1 0 0,1 0 0,0 1 0,0-1 0,0 1 0,-3 4 0,2-1 1,0-1-1,0 1 1,0 0-1,-2 6 0,1-2 9,1 0-1,1 0 0,0 0 0,0 0 0,1 0 0,0 1 1,1-1-1,0 1 0,1-1 0,2 21 0,-2-29-42,0 0 1,0 0-1,0 0 0,1-1 0,-1 1 1,1 0-1,-1-1 0,1 1 1,0 0-1,0-1 0,0 1 0,0-1 1,0 1-1,0-1 0,0 1 0,0-1 1,0 0-1,1 0 0,-1 1 0,1-1 1,1 1-1,18 8-292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0761919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84032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819276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585173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585173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5851739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5851739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9169433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9169433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9169433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979314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7329666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60.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30.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0.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10.png"/><Relationship Id="rId7"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customXml" Target="../ink/ink1.xml"/><Relationship Id="rId11" Type="http://schemas.openxmlformats.org/officeDocument/2006/relationships/image" Target="../media/image40.png"/><Relationship Id="rId5" Type="http://schemas.openxmlformats.org/officeDocument/2006/relationships/image" Target="../media/image37.png"/><Relationship Id="rId10" Type="http://schemas.openxmlformats.org/officeDocument/2006/relationships/customXml" Target="../ink/ink3.xml"/><Relationship Id="rId4" Type="http://schemas.openxmlformats.org/officeDocument/2006/relationships/image" Target="../media/image36.png"/><Relationship Id="rId9" Type="http://schemas.openxmlformats.org/officeDocument/2006/relationships/image" Target="../media/image39.png"/></Relationships>
</file>

<file path=ppt/slides/_rels/slide30.xml.rels><?xml version="1.0" encoding="UTF-8" standalone="yes"?>
<Relationships xmlns="http://schemas.openxmlformats.org/package/2006/relationships"><Relationship Id="rId8" Type="http://schemas.openxmlformats.org/officeDocument/2006/relationships/image" Target="../media/image42.emf"/><Relationship Id="rId13" Type="http://schemas.openxmlformats.org/officeDocument/2006/relationships/customXml" Target="../ink/ink8.xml"/><Relationship Id="rId18" Type="http://schemas.openxmlformats.org/officeDocument/2006/relationships/image" Target="../media/image47.emf"/><Relationship Id="rId3" Type="http://schemas.openxmlformats.org/officeDocument/2006/relationships/image" Target="../media/image10.png"/><Relationship Id="rId7" Type="http://schemas.openxmlformats.org/officeDocument/2006/relationships/customXml" Target="../ink/ink5.xml"/><Relationship Id="rId12" Type="http://schemas.openxmlformats.org/officeDocument/2006/relationships/image" Target="../media/image44.emf"/><Relationship Id="rId17" Type="http://schemas.openxmlformats.org/officeDocument/2006/relationships/customXml" Target="../ink/ink10.xml"/><Relationship Id="rId2" Type="http://schemas.openxmlformats.org/officeDocument/2006/relationships/notesSlide" Target="../notesSlides/notesSlide30.xml"/><Relationship Id="rId16" Type="http://schemas.openxmlformats.org/officeDocument/2006/relationships/image" Target="../media/image46.emf"/><Relationship Id="rId1" Type="http://schemas.openxmlformats.org/officeDocument/2006/relationships/slideLayout" Target="../slideLayouts/slideLayout8.xml"/><Relationship Id="rId6" Type="http://schemas.openxmlformats.org/officeDocument/2006/relationships/image" Target="../media/image41.emf"/><Relationship Id="rId11" Type="http://schemas.openxmlformats.org/officeDocument/2006/relationships/customXml" Target="../ink/ink7.xml"/><Relationship Id="rId5" Type="http://schemas.openxmlformats.org/officeDocument/2006/relationships/customXml" Target="../ink/ink4.xml"/><Relationship Id="rId15" Type="http://schemas.openxmlformats.org/officeDocument/2006/relationships/customXml" Target="../ink/ink9.xml"/><Relationship Id="rId10" Type="http://schemas.openxmlformats.org/officeDocument/2006/relationships/image" Target="../media/image43.emf"/><Relationship Id="rId4" Type="http://schemas.openxmlformats.org/officeDocument/2006/relationships/image" Target="../media/image41.png"/><Relationship Id="rId9" Type="http://schemas.openxmlformats.org/officeDocument/2006/relationships/customXml" Target="../ink/ink6.xml"/><Relationship Id="rId14" Type="http://schemas.openxmlformats.org/officeDocument/2006/relationships/image" Target="../media/image4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8, Lesson 4</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Evaluating Numeric Expressions –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Part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453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780875" y="136525"/>
            <a:ext cx="8272101"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1033575"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11111" y="1609531"/>
            <a:ext cx="879968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pitchFamily="34" charset="0"/>
                <a:ea typeface="Verdana" pitchFamily="34" charset="0"/>
                <a:cs typeface="Verdana"/>
                <a:sym typeface="Verdana"/>
              </a:rPr>
              <a:t>MA.7.NSO.2.1</a:t>
            </a:r>
          </a:p>
          <a:p>
            <a:pPr indent="0">
              <a:buNone/>
            </a:pPr>
            <a:r>
              <a:rPr lang="en-US" sz="2800" dirty="0">
                <a:solidFill>
                  <a:schemeClr val="tx1"/>
                </a:solidFill>
                <a:latin typeface="Verdana" pitchFamily="34" charset="0"/>
                <a:ea typeface="Verdana" pitchFamily="34" charset="0"/>
                <a:cs typeface="Verdana"/>
                <a:sym typeface="Verdana"/>
              </a:rPr>
              <a:t>Solve mathematical problems using multi step order of operations with rational numbers including grouping symbols, whole-number exponents, and absolute value.</a:t>
            </a:r>
          </a:p>
          <a:p>
            <a:pPr indent="0">
              <a:buNone/>
            </a:pPr>
            <a:endParaRPr lang="en-US" sz="2800" dirty="0">
              <a:solidFill>
                <a:schemeClr val="tx1"/>
              </a:solidFill>
              <a:latin typeface="Verdana" pitchFamily="34" charset="0"/>
              <a:ea typeface="Verdana" pitchFamily="34" charset="0"/>
              <a:cs typeface="Verdana"/>
              <a:sym typeface="Verdana"/>
            </a:endParaRPr>
          </a:p>
          <a:p>
            <a:pPr marL="0" indent="0">
              <a:lnSpc>
                <a:spcPct val="100000"/>
              </a:lnSpc>
              <a:spcBef>
                <a:spcPts val="0"/>
              </a:spcBef>
              <a:buClr>
                <a:srgbClr val="000000"/>
              </a:buClr>
              <a:buSzPts val="1100"/>
              <a:buNone/>
            </a:pPr>
            <a:r>
              <a:rPr lang="en-US" sz="2800" dirty="0">
                <a:solidFill>
                  <a:srgbClr val="000000"/>
                </a:solidFill>
                <a:latin typeface="Verdana" pitchFamily="34" charset="0"/>
                <a:ea typeface="Verdana" pitchFamily="34" charset="0"/>
                <a:cs typeface="Verdana"/>
                <a:sym typeface="Verdana"/>
              </a:rPr>
              <a:t>MA.7.NSO.2.2</a:t>
            </a:r>
          </a:p>
          <a:p>
            <a:pPr indent="0">
              <a:lnSpc>
                <a:spcPct val="100000"/>
              </a:lnSpc>
              <a:spcBef>
                <a:spcPts val="0"/>
              </a:spcBef>
              <a:buClr>
                <a:srgbClr val="000000"/>
              </a:buClr>
              <a:buSzTx/>
              <a:buNone/>
            </a:pPr>
            <a:r>
              <a:rPr lang="en-US" sz="2800" dirty="0">
                <a:solidFill>
                  <a:srgbClr val="000000"/>
                </a:solidFill>
                <a:latin typeface="Verdana" pitchFamily="34" charset="0"/>
                <a:ea typeface="Verdana" pitchFamily="34" charset="0"/>
                <a:cs typeface="Cambria Math"/>
              </a:rPr>
              <a:t>Add, subtract, multiply and divide rational numbers with procedural fluency.</a:t>
            </a:r>
            <a:endParaRPr lang="en-US" sz="2800" dirty="0">
              <a:solidFill>
                <a:schemeClr val="tx1"/>
              </a:solidFill>
              <a:latin typeface="Verdana" pitchFamily="34" charset="0"/>
              <a:ea typeface="Verdana" pitchFamily="34" charset="0"/>
              <a:cs typeface="Cambria Math"/>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8356"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1023119" y="4188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19794"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770419" y="129667"/>
            <a:ext cx="884640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388533" y="1596390"/>
            <a:ext cx="882226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
        <p:nvSpPr>
          <p:cNvPr id="9" name="Google Shape;282;g104476d1465_1_17"/>
          <p:cNvSpPr txBox="1"/>
          <p:nvPr/>
        </p:nvSpPr>
        <p:spPr>
          <a:xfrm>
            <a:off x="888156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21</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7006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879668" y="30660"/>
            <a:ext cx="865930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1132368"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501422" y="1600200"/>
            <a:ext cx="870937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65150">
              <a:buClr>
                <a:srgbClr val="434343"/>
              </a:buClr>
              <a:buSzPts val="3500"/>
              <a:buFont typeface="Verdana"/>
              <a:buChar char="❏"/>
            </a:pPr>
            <a:r>
              <a:rPr lang="en-US" sz="3500" dirty="0">
                <a:solidFill>
                  <a:schemeClr val="tx1"/>
                </a:solidFill>
                <a:latin typeface="Verdana"/>
                <a:ea typeface="Verdana"/>
                <a:cs typeface="Verdana"/>
                <a:sym typeface="Verdana"/>
              </a:rPr>
              <a:t>I can evaluate numeric expressions with up to three operations.</a:t>
            </a:r>
          </a:p>
        </p:txBody>
      </p:sp>
      <p:sp>
        <p:nvSpPr>
          <p:cNvPr id="8" name="Google Shape;282;g104476d1465_1_17"/>
          <p:cNvSpPr txBox="1"/>
          <p:nvPr/>
        </p:nvSpPr>
        <p:spPr>
          <a:xfrm>
            <a:off x="8889924" y="64271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21</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384"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2766"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916499" y="162393"/>
            <a:ext cx="899280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8.4.1 Warm-Up: Math Symbols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1169199" y="355579"/>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546349" y="1882736"/>
            <a:ext cx="9578851" cy="341632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In the 18th century, Robert </a:t>
            </a:r>
            <a:r>
              <a:rPr lang="en-US" sz="2400" dirty="0" err="1">
                <a:latin typeface="Verdana" panose="020B0604030504040204" pitchFamily="34" charset="0"/>
                <a:ea typeface="Verdana" panose="020B0604030504040204" pitchFamily="34" charset="0"/>
                <a:cs typeface="Verdana" panose="020B0604030504040204" pitchFamily="34" charset="0"/>
              </a:rPr>
              <a:t>Recorde</a:t>
            </a:r>
            <a:r>
              <a:rPr lang="en-US" sz="2400" dirty="0">
                <a:latin typeface="Verdana" panose="020B0604030504040204" pitchFamily="34" charset="0"/>
                <a:ea typeface="Verdana" panose="020B0604030504040204" pitchFamily="34" charset="0"/>
                <a:cs typeface="Verdana" panose="020B0604030504040204" pitchFamily="34" charset="0"/>
              </a:rPr>
              <a:t> decided to use a symbol for the idea of “is equal to” so he would not have to write the words over and over. As more mathematicians also began to use the symbol, the “=” became accepted as the standard symbol for equality. Math is full of symbols that shorten lengthy words and calculations. But just like symbols you use when communicating with others, like “LOL” in texting, once you learn their meaning, understanding the mathematics is not so challenging.</a:t>
            </a:r>
          </a:p>
        </p:txBody>
      </p:sp>
      <p:sp>
        <p:nvSpPr>
          <p:cNvPr id="9" name="Google Shape;282;g104476d1465_1_17"/>
          <p:cNvSpPr txBox="1"/>
          <p:nvPr/>
        </p:nvSpPr>
        <p:spPr>
          <a:xfrm>
            <a:off x="888454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473200" y="757459"/>
            <a:ext cx="9220200" cy="3785652"/>
          </a:xfrm>
          <a:prstGeom prst="rect">
            <a:avLst/>
          </a:prstGeom>
          <a:noFill/>
        </p:spPr>
        <p:txBody>
          <a:bodyPr wrap="square" rtlCol="0">
            <a:spAutoFit/>
          </a:bodyPr>
          <a:lstStyle/>
          <a:p>
            <a:pPr marL="457200" indent="-457200">
              <a:buFont typeface="+mj-lt"/>
              <a:buAutoNum type="arabicPeriod"/>
            </a:pPr>
            <a:r>
              <a:rPr lang="en-US" sz="2400" dirty="0">
                <a:latin typeface="Verdana"/>
                <a:ea typeface="Verdana"/>
                <a:cs typeface="Verdana"/>
              </a:rPr>
              <a:t>List math symbols that you are familiar with and what they represent.</a:t>
            </a:r>
          </a:p>
          <a:p>
            <a:pPr marL="457200" indent="-457200">
              <a:buFont typeface="+mj-lt"/>
              <a:buAutoNum type="arabicPeriod"/>
            </a:pPr>
            <a:endParaRPr lang="en-PH" sz="2400" dirty="0">
              <a:latin typeface="Verdana"/>
              <a:ea typeface="Verdana"/>
              <a:cs typeface="Verdana" panose="020B0604030504040204" pitchFamily="34" charset="0"/>
            </a:endParaRPr>
          </a:p>
          <a:p>
            <a:pPr marL="457200" indent="-457200">
              <a:buFont typeface="+mj-lt"/>
              <a:buAutoNum type="arabicPeriod"/>
            </a:pPr>
            <a:endParaRPr lang="en-PH" sz="2400" dirty="0">
              <a:latin typeface="Verdana"/>
              <a:ea typeface="Verdana"/>
              <a:cs typeface="Verdana" panose="020B0604030504040204" pitchFamily="34" charset="0"/>
            </a:endParaRPr>
          </a:p>
          <a:p>
            <a:pPr marL="457200" indent="-457200">
              <a:buFont typeface="+mj-lt"/>
              <a:buAutoNum type="arabicPeriod"/>
            </a:pPr>
            <a:endParaRPr lang="en-PH" sz="2400" dirty="0">
              <a:latin typeface="Verdana"/>
              <a:ea typeface="Verdana"/>
              <a:cs typeface="Verdana" panose="020B0604030504040204" pitchFamily="34" charset="0"/>
            </a:endParaRPr>
          </a:p>
          <a:p>
            <a:pPr marL="457200" indent="-457200">
              <a:buFont typeface="+mj-lt"/>
              <a:buAutoNum type="arabicPeriod"/>
            </a:pPr>
            <a:endParaRPr lang="en-PH" sz="2400" dirty="0">
              <a:latin typeface="Verdana"/>
              <a:ea typeface="Verdana"/>
              <a:cs typeface="Verdana" panose="020B0604030504040204" pitchFamily="34" charset="0"/>
            </a:endParaRPr>
          </a:p>
          <a:p>
            <a:pPr marL="457200" indent="-457200">
              <a:buFont typeface="+mj-lt"/>
              <a:buAutoNum type="arabicPeriod"/>
            </a:pPr>
            <a:endParaRPr lang="en-PH" sz="2400" dirty="0">
              <a:latin typeface="Verdana"/>
              <a:ea typeface="Verdana"/>
              <a:cs typeface="Verdana" panose="020B0604030504040204" pitchFamily="34" charset="0"/>
            </a:endParaRPr>
          </a:p>
          <a:p>
            <a:pPr marL="457200" indent="-457200">
              <a:buFont typeface="+mj-lt"/>
              <a:buAutoNum type="arabicPeriod"/>
            </a:pPr>
            <a:endParaRPr lang="en-PH" sz="2400" dirty="0">
              <a:latin typeface="Verdana"/>
              <a:ea typeface="Verdana"/>
              <a:cs typeface="Verdana" panose="020B0604030504040204" pitchFamily="34" charset="0"/>
            </a:endParaRPr>
          </a:p>
          <a:p>
            <a:pPr marL="457200" indent="-457200">
              <a:buFont typeface="+mj-lt"/>
              <a:buAutoNum type="arabicPeriod"/>
            </a:pPr>
            <a:r>
              <a:rPr lang="en-US" sz="2400" dirty="0">
                <a:latin typeface="Verdana"/>
                <a:ea typeface="Verdana"/>
                <a:cs typeface="Verdana"/>
              </a:rPr>
              <a:t>List other math symbols you have seen before, but you are unfamiliar with.</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pic>
        <p:nvPicPr>
          <p:cNvPr id="11266" name="Picture 2" descr="Icon&#10;&#10;Description automatically generated">
            <a:extLst>
              <a:ext uri="{FF2B5EF4-FFF2-40B4-BE49-F238E27FC236}">
                <a16:creationId xmlns:a16="http://schemas.microsoft.com/office/drawing/2014/main" id="{8E68AE2B-31C4-664C-9668-81B7C1673C9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492434"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spTree>
    <p:extLst>
      <p:ext uri="{BB962C8B-B14F-4D97-AF65-F5344CB8AC3E}">
        <p14:creationId xmlns:p14="http://schemas.microsoft.com/office/powerpoint/2010/main" val="3062107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746429" y="66647"/>
            <a:ext cx="879272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8.4.2 Refresher: Order of Operations</a:t>
            </a:r>
          </a:p>
        </p:txBody>
      </p:sp>
      <p:pic>
        <p:nvPicPr>
          <p:cNvPr id="9" name="Picture 2" descr="Icon&#10;&#10;Description automatically generated">
            <a:extLst>
              <a:ext uri="{FF2B5EF4-FFF2-40B4-BE49-F238E27FC236}">
                <a16:creationId xmlns:a16="http://schemas.microsoft.com/office/drawing/2014/main" id="{522B94A7-8145-AF4C-A130-4689EF537FB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96621" y="35459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DC51FF2-AD43-3B4B-B9DE-330920D33388}"/>
              </a:ext>
            </a:extLst>
          </p:cNvPr>
          <p:cNvSpPr txBox="1"/>
          <p:nvPr/>
        </p:nvSpPr>
        <p:spPr>
          <a:xfrm>
            <a:off x="1371600" y="1986019"/>
            <a:ext cx="9309100" cy="1569660"/>
          </a:xfrm>
          <a:prstGeom prst="rect">
            <a:avLst/>
          </a:prstGeom>
          <a:noFill/>
        </p:spPr>
        <p:txBody>
          <a:bodyPr wrap="square" rtlCol="0">
            <a:spAutoFit/>
          </a:bodyPr>
          <a:lstStyle/>
          <a:p>
            <a:r>
              <a:rPr lang="en-US" sz="2400" dirty="0">
                <a:latin typeface="Verdana"/>
                <a:ea typeface="Verdana"/>
                <a:cs typeface="Verdana"/>
              </a:rPr>
              <a:t>Math symbols are used to provide instructions on how to apply number relationships and operations. Properties of operations and the order of operations work together to guide the order in which operations are performed.</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spTree>
    <p:extLst>
      <p:ext uri="{BB962C8B-B14F-4D97-AF65-F5344CB8AC3E}">
        <p14:creationId xmlns:p14="http://schemas.microsoft.com/office/powerpoint/2010/main" val="1364029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308100" y="520394"/>
            <a:ext cx="9385300" cy="1015663"/>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Recall that the order of operations is an agreed upon set of rules for how to evaluate an expression. Work with a partner to number each operation so that the order of operations is in the correct order.</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1495495082"/>
                  </p:ext>
                </p:extLst>
              </p:nvPr>
            </p:nvGraphicFramePr>
            <p:xfrm>
              <a:off x="3183255" y="2162810"/>
              <a:ext cx="6139421" cy="3688080"/>
            </p:xfrm>
            <a:graphic>
              <a:graphicData uri="http://schemas.openxmlformats.org/drawingml/2006/table">
                <a:tbl>
                  <a:tblPr firstRow="1" bandRow="1">
                    <a:tableStyleId>{A91F0D33-8C57-4600-99A7-42BC86742BE1}</a:tableStyleId>
                  </a:tblPr>
                  <a:tblGrid>
                    <a:gridCol w="6139421">
                      <a:extLst>
                        <a:ext uri="{9D8B030D-6E8A-4147-A177-3AD203B41FA5}">
                          <a16:colId xmlns:a16="http://schemas.microsoft.com/office/drawing/2014/main" val="20000"/>
                        </a:ext>
                      </a:extLst>
                    </a:gridCol>
                  </a:tblGrid>
                  <a:tr h="457200">
                    <a:tc>
                      <a:txBody>
                        <a:bodyPr/>
                        <a:lstStyle/>
                        <a:p>
                          <a:r>
                            <a:rPr lang="en-US" sz="2000" i="0" dirty="0">
                              <a:effectLst/>
                              <a:latin typeface="Verdana"/>
                              <a:ea typeface="Cambria Math"/>
                              <a:cs typeface="Cambria Math"/>
                            </a:rPr>
                            <a:t>Perform operations inside grouping symbols.</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57200">
                    <a:tc>
                      <a:txBody>
                        <a:bodyPr/>
                        <a:lstStyle/>
                        <a:p>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57200">
                    <a:tc>
                      <a:txBody>
                        <a:bodyPr/>
                        <a:lstStyle/>
                        <a:p>
                          <a:r>
                            <a:rPr lang="en-US" sz="2000" i="0" dirty="0">
                              <a:effectLst/>
                              <a:latin typeface="Verdana"/>
                              <a:ea typeface="Cambria Math"/>
                              <a:cs typeface="Cambria Math"/>
                            </a:rPr>
                            <a:t>Perform multiplication and division in order from left to right. (</a:t>
                          </a:r>
                          <a14:m>
                            <m:oMath xmlns:m="http://schemas.openxmlformats.org/officeDocument/2006/math">
                              <m:r>
                                <a:rPr lang="en-US" sz="2000" b="1">
                                  <a:effectLst/>
                                  <a:latin typeface="Cambria Math"/>
                                  <a:ea typeface="Cambria Math"/>
                                  <a:cs typeface="Cambria Math"/>
                                </a:rPr>
                                <m:t>→</m:t>
                              </m:r>
                            </m:oMath>
                          </a14:m>
                          <a:r>
                            <a:rPr lang="en-US" sz="2000" i="0" dirty="0">
                              <a:effectLst/>
                              <a:latin typeface="Verdana"/>
                              <a:ea typeface="Cambria Math"/>
                              <a:cs typeface="Cambria Math"/>
                            </a:rPr>
                            <a:t>)</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57200">
                    <a:tc>
                      <a:txBody>
                        <a:bodyPr/>
                        <a:lstStyle/>
                        <a:p>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57200">
                    <a:tc>
                      <a:txBody>
                        <a:bodyPr/>
                        <a:lstStyle/>
                        <a:p>
                          <a:r>
                            <a:rPr lang="en-US" sz="2000" i="0" dirty="0">
                              <a:effectLst/>
                              <a:latin typeface="Verdana"/>
                              <a:ea typeface="Cambria Math"/>
                              <a:cs typeface="Cambria Math"/>
                            </a:rPr>
                            <a:t>Evaluate expressions with exponents.</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57200">
                    <a:tc>
                      <a:txBody>
                        <a:bodyPr/>
                        <a:lstStyle/>
                        <a:p>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457200">
                    <a:tc>
                      <a:txBody>
                        <a:bodyPr/>
                        <a:lstStyle/>
                        <a:p>
                          <a:r>
                            <a:rPr lang="en-US" sz="2000" i="0" dirty="0">
                              <a:effectLst/>
                              <a:latin typeface="Verdana"/>
                              <a:ea typeface="Cambria Math"/>
                              <a:cs typeface="Cambria Math"/>
                            </a:rPr>
                            <a:t>Perform addition and subtraction in order from left to right. (</a:t>
                          </a:r>
                          <a14:m>
                            <m:oMath xmlns:m="http://schemas.openxmlformats.org/officeDocument/2006/math">
                              <m:r>
                                <a:rPr lang="en-US" sz="2000" b="1">
                                  <a:effectLst/>
                                  <a:latin typeface="Cambria Math"/>
                                  <a:ea typeface="Cambria Math"/>
                                  <a:cs typeface="Cambria Math"/>
                                </a:rPr>
                                <m:t>→</m:t>
                              </m:r>
                            </m:oMath>
                          </a14:m>
                          <a:r>
                            <a:rPr lang="en-US" sz="2000" i="0" dirty="0">
                              <a:effectLst/>
                              <a:latin typeface="Verdana"/>
                              <a:ea typeface="Cambria Math"/>
                              <a:cs typeface="Cambria Math"/>
                            </a:rPr>
                            <a:t>)</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1495495082"/>
                  </p:ext>
                </p:extLst>
              </p:nvPr>
            </p:nvGraphicFramePr>
            <p:xfrm>
              <a:off x="3183255" y="2162810"/>
              <a:ext cx="6139421" cy="3688080"/>
            </p:xfrm>
            <a:graphic>
              <a:graphicData uri="http://schemas.openxmlformats.org/drawingml/2006/table">
                <a:tbl>
                  <a:tblPr firstRow="1" bandRow="1">
                    <a:tableStyleId>{A91F0D33-8C57-4600-99A7-42BC86742BE1}</a:tableStyleId>
                  </a:tblPr>
                  <a:tblGrid>
                    <a:gridCol w="6139421">
                      <a:extLst>
                        <a:ext uri="{9D8B030D-6E8A-4147-A177-3AD203B41FA5}">
                          <a16:colId xmlns:a16="http://schemas.microsoft.com/office/drawing/2014/main" val="20000"/>
                        </a:ext>
                      </a:extLst>
                    </a:gridCol>
                  </a:tblGrid>
                  <a:tr h="457200">
                    <a:tc>
                      <a:txBody>
                        <a:bodyPr/>
                        <a:lstStyle/>
                        <a:p>
                          <a:r>
                            <a:rPr lang="en-US" sz="2000" i="0" dirty="0">
                              <a:effectLst/>
                              <a:latin typeface="Verdana"/>
                              <a:ea typeface="Cambria Math"/>
                              <a:cs typeface="Cambria Math"/>
                            </a:rPr>
                            <a:t>Perform operations inside grouping symbols.</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57200">
                    <a:tc>
                      <a:txBody>
                        <a:bodyPr/>
                        <a:lstStyle/>
                        <a:p>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70104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t="-132727" r="-206" b="-314545"/>
                          </a:stretch>
                        </a:blipFill>
                      </a:tcPr>
                    </a:tc>
                    <a:extLst>
                      <a:ext uri="{0D108BD9-81ED-4DB2-BD59-A6C34878D82A}">
                        <a16:rowId xmlns:a16="http://schemas.microsoft.com/office/drawing/2014/main" val="10002"/>
                      </a:ext>
                    </a:extLst>
                  </a:tr>
                  <a:tr h="457200">
                    <a:tc>
                      <a:txBody>
                        <a:bodyPr/>
                        <a:lstStyle/>
                        <a:p>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57200">
                    <a:tc>
                      <a:txBody>
                        <a:bodyPr/>
                        <a:lstStyle/>
                        <a:p>
                          <a:r>
                            <a:rPr lang="en-US" sz="2000" i="0" dirty="0">
                              <a:effectLst/>
                              <a:latin typeface="Verdana"/>
                              <a:ea typeface="Cambria Math"/>
                              <a:cs typeface="Cambria Math"/>
                            </a:rPr>
                            <a:t>Evaluate expressions with exponents.</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57200">
                    <a:tc>
                      <a:txBody>
                        <a:bodyPr/>
                        <a:lstStyle/>
                        <a:p>
                          <a:endParaRPr lang="en-US" sz="2000" dirty="0">
                            <a:latin typeface="Verdana" pitchFamily="34" charset="0"/>
                            <a:ea typeface="Verdana"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70104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t="-430909" r="-206" b="-16364"/>
                          </a:stretch>
                        </a:blipFill>
                      </a:tcPr>
                    </a:tc>
                    <a:extLst>
                      <a:ext uri="{0D108BD9-81ED-4DB2-BD59-A6C34878D82A}">
                        <a16:rowId xmlns:a16="http://schemas.microsoft.com/office/drawing/2014/main" val="10006"/>
                      </a:ext>
                    </a:extLst>
                  </a:tr>
                </a:tbl>
              </a:graphicData>
            </a:graphic>
          </p:graphicFrame>
        </mc:Fallback>
      </mc:AlternateContent>
      <p:sp>
        <p:nvSpPr>
          <p:cNvPr id="7" name="Oval 6"/>
          <p:cNvSpPr/>
          <p:nvPr/>
        </p:nvSpPr>
        <p:spPr>
          <a:xfrm>
            <a:off x="2605214" y="2197401"/>
            <a:ext cx="422275" cy="412115"/>
          </a:xfrm>
          <a:prstGeom prst="ellipse">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Oval 9"/>
          <p:cNvSpPr/>
          <p:nvPr/>
        </p:nvSpPr>
        <p:spPr>
          <a:xfrm>
            <a:off x="2605213" y="3218768"/>
            <a:ext cx="422275" cy="412115"/>
          </a:xfrm>
          <a:prstGeom prst="ellipse">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Oval 10"/>
          <p:cNvSpPr/>
          <p:nvPr/>
        </p:nvSpPr>
        <p:spPr>
          <a:xfrm>
            <a:off x="2605213" y="4270328"/>
            <a:ext cx="422275" cy="412115"/>
          </a:xfrm>
          <a:prstGeom prst="ellipse">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Oval 12"/>
          <p:cNvSpPr/>
          <p:nvPr/>
        </p:nvSpPr>
        <p:spPr>
          <a:xfrm>
            <a:off x="2605213" y="5296488"/>
            <a:ext cx="422275" cy="412115"/>
          </a:xfrm>
          <a:prstGeom prst="ellipse">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 name="Google Shape;282;g104476d1465_1_17"/>
          <p:cNvSpPr txBox="1"/>
          <p:nvPr/>
        </p:nvSpPr>
        <p:spPr>
          <a:xfrm>
            <a:off x="8889924" y="645064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spTree>
    <p:extLst>
      <p:ext uri="{BB962C8B-B14F-4D97-AF65-F5344CB8AC3E}">
        <p14:creationId xmlns:p14="http://schemas.microsoft.com/office/powerpoint/2010/main" val="2906739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745175" y="195945"/>
            <a:ext cx="896092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8.4.3 Guided Instruction: Using Order of Operations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997875" y="347062"/>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1343449" y="1521645"/>
            <a:ext cx="8960925" cy="1015663"/>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Use order of operations to evaluate one of the expressions shown in the table while your partner evaluates the other expression.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008430146"/>
                  </p:ext>
                </p:extLst>
              </p:nvPr>
            </p:nvGraphicFramePr>
            <p:xfrm>
              <a:off x="2519850" y="2706004"/>
              <a:ext cx="7569640" cy="3494596"/>
            </p:xfrm>
            <a:graphic>
              <a:graphicData uri="http://schemas.openxmlformats.org/drawingml/2006/table">
                <a:tbl>
                  <a:tblPr firstRow="1" firstCol="1" bandRow="1"/>
                  <a:tblGrid>
                    <a:gridCol w="3784820">
                      <a:extLst>
                        <a:ext uri="{9D8B030D-6E8A-4147-A177-3AD203B41FA5}">
                          <a16:colId xmlns:a16="http://schemas.microsoft.com/office/drawing/2014/main" val="20000"/>
                        </a:ext>
                      </a:extLst>
                    </a:gridCol>
                    <a:gridCol w="3784820">
                      <a:extLst>
                        <a:ext uri="{9D8B030D-6E8A-4147-A177-3AD203B41FA5}">
                          <a16:colId xmlns:a16="http://schemas.microsoft.com/office/drawing/2014/main" val="20001"/>
                        </a:ext>
                      </a:extLst>
                    </a:gridCol>
                  </a:tblGrid>
                  <a:tr h="457200">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A</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B</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a:cs typeface="Verdana"/>
                                      </a:rPr>
                                    </m:ctrlPr>
                                  </m:sSupPr>
                                  <m:e>
                                    <m:d>
                                      <m:dPr>
                                        <m:ctrlPr>
                                          <a:rPr lang="en-US" sz="2000" i="1">
                                            <a:effectLst/>
                                            <a:latin typeface="Cambria Math" panose="02040503050406030204" pitchFamily="18" charset="0"/>
                                            <a:ea typeface="Verdana"/>
                                            <a:cs typeface="Verdana"/>
                                          </a:rPr>
                                        </m:ctrlPr>
                                      </m:dPr>
                                      <m:e>
                                        <m:r>
                                          <a:rPr lang="en-US" sz="2000" i="1">
                                            <a:effectLst/>
                                            <a:latin typeface="Cambria Math"/>
                                            <a:ea typeface="Verdana"/>
                                            <a:cs typeface="Verdana"/>
                                          </a:rPr>
                                          <m:t>6+0.5</m:t>
                                        </m:r>
                                      </m:e>
                                    </m:d>
                                  </m:e>
                                  <m:sup>
                                    <m:r>
                                      <a:rPr lang="en-US" sz="2000" i="1">
                                        <a:effectLst/>
                                        <a:latin typeface="Cambria Math"/>
                                        <a:ea typeface="Verdana"/>
                                        <a:cs typeface="Verdana"/>
                                      </a:rPr>
                                      <m:t>2</m:t>
                                    </m:r>
                                  </m:sup>
                                </m:sSup>
                                <m:r>
                                  <a:rPr lang="en-US" sz="2000" i="1">
                                    <a:effectLst/>
                                    <a:latin typeface="Cambria Math"/>
                                    <a:ea typeface="Verdana"/>
                                    <a:cs typeface="Verdana"/>
                                  </a:rPr>
                                  <m:t>÷0.25</m:t>
                                </m:r>
                              </m:oMath>
                            </m:oMathPara>
                          </a14:m>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Verdana"/>
                                        <a:cs typeface="Verdana"/>
                                      </a:rPr>
                                    </m:ctrlPr>
                                  </m:dPr>
                                  <m:e>
                                    <m:sSup>
                                      <m:sSupPr>
                                        <m:ctrlPr>
                                          <a:rPr lang="en-US" sz="2000" i="1">
                                            <a:effectLst/>
                                            <a:latin typeface="Cambria Math" panose="02040503050406030204" pitchFamily="18" charset="0"/>
                                            <a:ea typeface="Verdana"/>
                                            <a:cs typeface="Verdana"/>
                                          </a:rPr>
                                        </m:ctrlPr>
                                      </m:sSupPr>
                                      <m:e>
                                        <m:r>
                                          <a:rPr lang="en-US" sz="2000" i="1">
                                            <a:effectLst/>
                                            <a:latin typeface="Cambria Math"/>
                                            <a:ea typeface="Verdana"/>
                                            <a:cs typeface="Verdana"/>
                                          </a:rPr>
                                          <m:t>6</m:t>
                                        </m:r>
                                      </m:e>
                                      <m:sup>
                                        <m:r>
                                          <a:rPr lang="en-US" sz="2000" i="1">
                                            <a:effectLst/>
                                            <a:latin typeface="Cambria Math"/>
                                            <a:ea typeface="Verdana"/>
                                            <a:cs typeface="Verdana"/>
                                          </a:rPr>
                                          <m:t>2</m:t>
                                        </m:r>
                                      </m:sup>
                                    </m:sSup>
                                    <m:r>
                                      <a:rPr lang="en-US" sz="2000" i="1">
                                        <a:effectLst/>
                                        <a:latin typeface="Cambria Math"/>
                                        <a:ea typeface="Verdana"/>
                                        <a:cs typeface="Verdana"/>
                                      </a:rPr>
                                      <m:t>+</m:t>
                                    </m:r>
                                    <m:sSup>
                                      <m:sSupPr>
                                        <m:ctrlPr>
                                          <a:rPr lang="en-US" sz="2000" i="1">
                                            <a:effectLst/>
                                            <a:latin typeface="Cambria Math" panose="02040503050406030204" pitchFamily="18" charset="0"/>
                                            <a:ea typeface="Verdana"/>
                                            <a:cs typeface="Verdana"/>
                                          </a:rPr>
                                        </m:ctrlPr>
                                      </m:sSupPr>
                                      <m:e>
                                        <m:r>
                                          <a:rPr lang="en-US" sz="2000" i="1">
                                            <a:effectLst/>
                                            <a:latin typeface="Cambria Math"/>
                                            <a:ea typeface="Verdana"/>
                                            <a:cs typeface="Verdana"/>
                                          </a:rPr>
                                          <m:t>0.5</m:t>
                                        </m:r>
                                      </m:e>
                                      <m:sup>
                                        <m:r>
                                          <a:rPr lang="en-US" sz="2000" i="1">
                                            <a:effectLst/>
                                            <a:latin typeface="Cambria Math"/>
                                            <a:ea typeface="Verdana"/>
                                            <a:cs typeface="Verdana"/>
                                          </a:rPr>
                                          <m:t>2</m:t>
                                        </m:r>
                                      </m:sup>
                                    </m:sSup>
                                  </m:e>
                                </m:d>
                                <m:r>
                                  <a:rPr lang="en-US" sz="2000" i="1">
                                    <a:effectLst/>
                                    <a:latin typeface="Cambria Math"/>
                                    <a:ea typeface="Verdana"/>
                                    <a:cs typeface="Verdana"/>
                                  </a:rPr>
                                  <m:t>÷0.25</m:t>
                                </m:r>
                              </m:oMath>
                            </m:oMathPara>
                          </a14:m>
                          <a:endParaRPr lang="en-US" sz="2000" i="1">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008430146"/>
                  </p:ext>
                </p:extLst>
              </p:nvPr>
            </p:nvGraphicFramePr>
            <p:xfrm>
              <a:off x="2519850" y="2706004"/>
              <a:ext cx="7569640" cy="3494596"/>
            </p:xfrm>
            <a:graphic>
              <a:graphicData uri="http://schemas.openxmlformats.org/drawingml/2006/table">
                <a:tbl>
                  <a:tblPr firstRow="1" firstCol="1" bandRow="1"/>
                  <a:tblGrid>
                    <a:gridCol w="3784820">
                      <a:extLst>
                        <a:ext uri="{9D8B030D-6E8A-4147-A177-3AD203B41FA5}">
                          <a16:colId xmlns:a16="http://schemas.microsoft.com/office/drawing/2014/main" val="20000"/>
                        </a:ext>
                      </a:extLst>
                    </a:gridCol>
                    <a:gridCol w="3784820">
                      <a:extLst>
                        <a:ext uri="{9D8B030D-6E8A-4147-A177-3AD203B41FA5}">
                          <a16:colId xmlns:a16="http://schemas.microsoft.com/office/drawing/2014/main" val="20001"/>
                        </a:ext>
                      </a:extLst>
                    </a:gridCol>
                  </a:tblGrid>
                  <a:tr h="457200">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A</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B</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34" t="-102778" r="-100000" b="-569444"/>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671" t="-102778" r="-336" b="-569444"/>
                          </a:stretch>
                        </a:blipFill>
                      </a:tcPr>
                    </a:tc>
                    <a:extLst>
                      <a:ext uri="{0D108BD9-81ED-4DB2-BD59-A6C34878D82A}">
                        <a16:rowId xmlns:a16="http://schemas.microsoft.com/office/drawing/2014/main" val="10001"/>
                      </a:ext>
                    </a:extLst>
                  </a:tr>
                  <a:tr h="2580196">
                    <a:tc>
                      <a:txBody>
                        <a:bodyPr/>
                        <a:lstStyle/>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sp>
        <p:nvSpPr>
          <p:cNvPr id="10" name="Google Shape;282;g104476d1465_1_17"/>
          <p:cNvSpPr txBox="1"/>
          <p:nvPr/>
        </p:nvSpPr>
        <p:spPr>
          <a:xfrm>
            <a:off x="8889924"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306286" y="520394"/>
            <a:ext cx="9361714"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Verdana"/>
                <a:cs typeface="Verdana"/>
              </a:rPr>
              <a:t>How are the problems similar?</a:t>
            </a: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r>
              <a:rPr lang="en-US" sz="2000" dirty="0">
                <a:latin typeface="Verdana"/>
                <a:ea typeface="Verdana"/>
                <a:cs typeface="Verdana"/>
              </a:rPr>
              <a:t>How are the problems different?</a:t>
            </a: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pPr marL="457200" indent="-457200">
              <a:buFont typeface="+mj-lt"/>
              <a:buAutoNum type="arabicPeriod" startAt="2"/>
            </a:pPr>
            <a:endParaRPr lang="en-PH" sz="2000" dirty="0">
              <a:latin typeface="Verdana"/>
              <a:ea typeface="Verdana"/>
              <a:cs typeface="Verdana" panose="020B0604030504040204" pitchFamily="34" charset="0"/>
            </a:endParaRPr>
          </a:p>
          <a:p>
            <a:r>
              <a:rPr lang="en-US" sz="2000" dirty="0">
                <a:latin typeface="Verdana"/>
                <a:ea typeface="Verdana"/>
                <a:cs typeface="Verdana"/>
              </a:rPr>
              <a:t>Recall the power of a product exponent law states that when raising a product to a power, distribute the power to each factor.</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a:t>
            </a:r>
            <a:endParaRPr i="1" dirty="0">
              <a:latin typeface="Calibri"/>
              <a:ea typeface="Calibri"/>
              <a:cs typeface="Calibri"/>
              <a:sym typeface="Calibri"/>
            </a:endParaRPr>
          </a:p>
        </p:txBody>
      </p:sp>
    </p:spTree>
    <p:extLst>
      <p:ext uri="{BB962C8B-B14F-4D97-AF65-F5344CB8AC3E}">
        <p14:creationId xmlns:p14="http://schemas.microsoft.com/office/powerpoint/2010/main" val="1640120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251"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294410" y="520394"/>
            <a:ext cx="9322416" cy="4401205"/>
          </a:xfrm>
          <a:prstGeom prst="rect">
            <a:avLst/>
          </a:prstGeom>
          <a:noFill/>
        </p:spPr>
        <p:txBody>
          <a:bodyPr wrap="square" rtlCol="0">
            <a:spAutoFit/>
          </a:bodyPr>
          <a:lstStyle/>
          <a:p>
            <a:pPr marL="457200" indent="-457200">
              <a:buFont typeface="+mj-lt"/>
              <a:buAutoNum type="arabicPeriod" startAt="4"/>
            </a:pPr>
            <a:r>
              <a:rPr lang="en-US" sz="2000" dirty="0">
                <a:latin typeface="Verdana"/>
                <a:ea typeface="Verdana"/>
                <a:cs typeface="Verdana"/>
              </a:rPr>
              <a:t>Explain if the power of a product exponent law should have been used to evaluate Expression A.</a:t>
            </a:r>
          </a:p>
          <a:p>
            <a:pPr marL="457200" indent="-457200">
              <a:buFont typeface="+mj-lt"/>
              <a:buAutoNum type="arabicPeriod" startAt="4"/>
            </a:pPr>
            <a:endParaRPr lang="en-PH" sz="2000" dirty="0">
              <a:latin typeface="Verdana"/>
              <a:ea typeface="Verdana"/>
              <a:cs typeface="Verdana" panose="020B0604030504040204" pitchFamily="34" charset="0"/>
            </a:endParaRPr>
          </a:p>
          <a:p>
            <a:pPr marL="457200" indent="-457200">
              <a:buFont typeface="+mj-lt"/>
              <a:buAutoNum type="arabicPeriod" startAt="4"/>
            </a:pPr>
            <a:endParaRPr lang="en-PH" sz="2000" dirty="0">
              <a:latin typeface="Verdana"/>
              <a:ea typeface="Verdana"/>
              <a:cs typeface="Verdana" panose="020B0604030504040204" pitchFamily="34" charset="0"/>
            </a:endParaRPr>
          </a:p>
          <a:p>
            <a:pPr marL="457200" indent="-457200">
              <a:buFont typeface="+mj-lt"/>
              <a:buAutoNum type="arabicPeriod" startAt="4"/>
            </a:pPr>
            <a:endParaRPr lang="en-PH" sz="2000" dirty="0">
              <a:latin typeface="Verdana"/>
              <a:ea typeface="Verdana"/>
              <a:cs typeface="Verdana" panose="020B0604030504040204" pitchFamily="34" charset="0"/>
            </a:endParaRPr>
          </a:p>
          <a:p>
            <a:pPr marL="457200" indent="-457200">
              <a:buFont typeface="+mj-lt"/>
              <a:buAutoNum type="arabicPeriod" startAt="4"/>
            </a:pPr>
            <a:endParaRPr lang="en-PH" sz="2000" dirty="0">
              <a:latin typeface="Verdana"/>
              <a:ea typeface="Verdana"/>
              <a:cs typeface="Verdana" panose="020B0604030504040204" pitchFamily="34" charset="0"/>
            </a:endParaRPr>
          </a:p>
          <a:p>
            <a:pPr marL="457200" indent="-457200">
              <a:buFont typeface="+mj-lt"/>
              <a:buAutoNum type="arabicPeriod" startAt="4"/>
            </a:pPr>
            <a:endParaRPr lang="en-PH" sz="2000" dirty="0">
              <a:latin typeface="Verdana"/>
              <a:ea typeface="Verdana"/>
              <a:cs typeface="Verdana" panose="020B0604030504040204" pitchFamily="34" charset="0"/>
            </a:endParaRPr>
          </a:p>
          <a:p>
            <a:pPr marL="457200" indent="-457200">
              <a:buFont typeface="+mj-lt"/>
              <a:buAutoNum type="arabicPeriod" startAt="4"/>
            </a:pPr>
            <a:r>
              <a:rPr lang="en-US" sz="2000" dirty="0">
                <a:latin typeface="Verdana"/>
                <a:ea typeface="Verdana"/>
                <a:cs typeface="Verdana"/>
              </a:rPr>
              <a:t>Complete the statements about the expressions.</a:t>
            </a:r>
            <a:br>
              <a:rPr lang="en-US" sz="2000" dirty="0">
                <a:latin typeface="Verdana"/>
                <a:ea typeface="Verdana"/>
                <a:cs typeface="Verdana"/>
              </a:rPr>
            </a:br>
            <a:br>
              <a:rPr lang="en-US" sz="2000" dirty="0">
                <a:latin typeface="Verdana"/>
                <a:ea typeface="Verdana"/>
                <a:cs typeface="Verdana"/>
              </a:rPr>
            </a:br>
            <a:br>
              <a:rPr lang="en-US" sz="2000" dirty="0">
                <a:latin typeface="Verdana"/>
                <a:ea typeface="Verdana"/>
                <a:cs typeface="Verdana"/>
              </a:rPr>
            </a:br>
            <a:r>
              <a:rPr lang="en-US" sz="2000" dirty="0">
                <a:latin typeface="Verdana"/>
                <a:ea typeface="Verdana"/>
                <a:cs typeface="Verdana"/>
              </a:rPr>
              <a:t>The two expressions are </a:t>
            </a:r>
            <a:br>
              <a:rPr lang="en-US" sz="2000" dirty="0">
                <a:latin typeface="Verdana"/>
                <a:ea typeface="Verdana"/>
                <a:cs typeface="Verdana"/>
              </a:rPr>
            </a:br>
            <a:br>
              <a:rPr lang="en-US" sz="2000" dirty="0">
                <a:latin typeface="Verdana"/>
                <a:ea typeface="Verdana"/>
                <a:cs typeface="Verdana"/>
              </a:rPr>
            </a:br>
            <a:br>
              <a:rPr lang="en-US" sz="2000" dirty="0">
                <a:latin typeface="Verdana"/>
                <a:ea typeface="Verdana"/>
                <a:cs typeface="Verdana"/>
              </a:rPr>
            </a:br>
            <a:r>
              <a:rPr lang="en-US" sz="2000" dirty="0">
                <a:latin typeface="Verdana"/>
                <a:ea typeface="Verdana"/>
                <a:cs typeface="Verdana"/>
              </a:rPr>
              <a:t>because they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Rectangle: Rounded Corners 3"/>
          <p:cNvSpPr/>
          <p:nvPr/>
        </p:nvSpPr>
        <p:spPr>
          <a:xfrm>
            <a:off x="5044248" y="3370294"/>
            <a:ext cx="2377440" cy="808990"/>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285750" indent="-285750">
              <a:lnSpc>
                <a:spcPct val="107000"/>
              </a:lnSpc>
              <a:buClrTx/>
              <a:buFont typeface="Courier New" pitchFamily="49" charset="0"/>
              <a:buChar char="o"/>
              <a:defRPr/>
            </a:pPr>
            <a:r>
              <a:rPr lang="en-US" sz="2000" dirty="0">
                <a:solidFill>
                  <a:sysClr val="windowText" lastClr="000000"/>
                </a:solidFill>
                <a:latin typeface="Verdana" pitchFamily="34" charset="0"/>
                <a:ea typeface="Verdana" pitchFamily="34" charset="0"/>
                <a:cs typeface="Cambria Math"/>
              </a:rPr>
              <a:t>equivalent</a:t>
            </a:r>
            <a:endParaRPr lang="en-US" sz="2000" i="1" dirty="0">
              <a:solidFill>
                <a:sysClr val="windowText" lastClr="000000"/>
              </a:solidFill>
              <a:latin typeface="Verdana" pitchFamily="34" charset="0"/>
              <a:ea typeface="Verdana" pitchFamily="34" charset="0"/>
              <a:cs typeface="Cambria Math"/>
            </a:endParaRPr>
          </a:p>
          <a:p>
            <a:pPr marL="285750" indent="-285750">
              <a:lnSpc>
                <a:spcPct val="107000"/>
              </a:lnSpc>
              <a:spcAft>
                <a:spcPts val="800"/>
              </a:spcAft>
              <a:buClrTx/>
              <a:buFont typeface="Courier New" pitchFamily="49" charset="0"/>
              <a:buChar char="o"/>
              <a:defRPr/>
            </a:pPr>
            <a:r>
              <a:rPr lang="en-US" sz="2000" dirty="0">
                <a:solidFill>
                  <a:sysClr val="windowText" lastClr="000000"/>
                </a:solidFill>
                <a:latin typeface="Verdana" pitchFamily="34" charset="0"/>
                <a:ea typeface="Verdana" pitchFamily="34" charset="0"/>
                <a:cs typeface="Cambria Math"/>
              </a:rPr>
              <a:t>not equivalent</a:t>
            </a:r>
            <a:endParaRPr lang="en-US" sz="2000" i="1" dirty="0">
              <a:solidFill>
                <a:sysClr val="windowText" lastClr="000000"/>
              </a:solidFill>
              <a:latin typeface="Verdana" pitchFamily="34" charset="0"/>
              <a:ea typeface="Verdana" pitchFamily="34" charset="0"/>
              <a:cs typeface="Cambria Math"/>
            </a:endParaRPr>
          </a:p>
        </p:txBody>
      </p:sp>
      <p:sp>
        <p:nvSpPr>
          <p:cNvPr id="10" name="Rectangle: Rounded Corners 3"/>
          <p:cNvSpPr/>
          <p:nvPr/>
        </p:nvSpPr>
        <p:spPr>
          <a:xfrm>
            <a:off x="3606608" y="4322214"/>
            <a:ext cx="4206240" cy="808990"/>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285750" indent="-285750">
              <a:lnSpc>
                <a:spcPct val="107000"/>
              </a:lnSpc>
              <a:buClrTx/>
              <a:buFont typeface="Courier New" pitchFamily="49" charset="0"/>
              <a:buChar char="o"/>
            </a:pPr>
            <a:r>
              <a:rPr lang="en-US" sz="2000" dirty="0">
                <a:solidFill>
                  <a:sysClr val="windowText" lastClr="000000"/>
                </a:solidFill>
                <a:latin typeface="Verdana" pitchFamily="34" charset="0"/>
                <a:ea typeface="Verdana" pitchFamily="34" charset="0"/>
                <a:cs typeface="Cambria Math"/>
              </a:rPr>
              <a:t>have the same value.</a:t>
            </a:r>
            <a:endParaRPr lang="en-US" sz="2000" i="1" dirty="0">
              <a:solidFill>
                <a:sysClr val="windowText" lastClr="000000"/>
              </a:solidFill>
              <a:latin typeface="Verdana" pitchFamily="34" charset="0"/>
              <a:ea typeface="Verdana" pitchFamily="34" charset="0"/>
              <a:cs typeface="Cambria Math"/>
            </a:endParaRPr>
          </a:p>
          <a:p>
            <a:pPr marL="285750" indent="-285750">
              <a:lnSpc>
                <a:spcPct val="107000"/>
              </a:lnSpc>
              <a:spcAft>
                <a:spcPts val="800"/>
              </a:spcAft>
              <a:buClrTx/>
              <a:buFont typeface="Courier New" pitchFamily="49" charset="0"/>
              <a:buChar char="o"/>
            </a:pPr>
            <a:r>
              <a:rPr lang="en-US" sz="2000" dirty="0">
                <a:solidFill>
                  <a:sysClr val="windowText" lastClr="000000"/>
                </a:solidFill>
                <a:latin typeface="Verdana" pitchFamily="34" charset="0"/>
                <a:ea typeface="Verdana" pitchFamily="34" charset="0"/>
                <a:cs typeface="Cambria Math"/>
              </a:rPr>
              <a:t>do not have the same value.</a:t>
            </a:r>
            <a:endParaRPr lang="en-US" sz="2000" i="1" dirty="0">
              <a:solidFill>
                <a:sysClr val="windowText" lastClr="000000"/>
              </a:solidFill>
              <a:latin typeface="Verdana" pitchFamily="34" charset="0"/>
              <a:ea typeface="Verdana" pitchFamily="34" charset="0"/>
              <a:cs typeface="Cambria Math"/>
            </a:endParaRPr>
          </a:p>
        </p:txBody>
      </p:sp>
      <p:sp>
        <p:nvSpPr>
          <p:cNvPr id="11" name="Google Shape;282;g104476d1465_1_17"/>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a:t>
            </a:r>
            <a:endParaRPr i="1" dirty="0">
              <a:latin typeface="Calibri"/>
              <a:ea typeface="Calibri"/>
              <a:cs typeface="Calibri"/>
              <a:sym typeface="Calibri"/>
            </a:endParaRPr>
          </a:p>
        </p:txBody>
      </p:sp>
    </p:spTree>
    <p:extLst>
      <p:ext uri="{BB962C8B-B14F-4D97-AF65-F5344CB8AC3E}">
        <p14:creationId xmlns:p14="http://schemas.microsoft.com/office/powerpoint/2010/main" val="1416886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167"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318161" y="518860"/>
            <a:ext cx="9349839" cy="5632311"/>
          </a:xfrm>
          <a:prstGeom prst="rect">
            <a:avLst/>
          </a:prstGeom>
          <a:noFill/>
        </p:spPr>
        <p:txBody>
          <a:bodyPr wrap="square" rtlCol="0">
            <a:spAutoFit/>
          </a:bodyPr>
          <a:lstStyle/>
          <a:p>
            <a:pPr marL="457200"/>
            <a:endParaRPr lang="en-US" sz="2000" dirty="0">
              <a:latin typeface="Verdana"/>
              <a:ea typeface="Verdana"/>
              <a:cs typeface="Verdana"/>
            </a:endParaRPr>
          </a:p>
          <a:p>
            <a:pPr marL="457200"/>
            <a:endParaRPr lang="en-US" sz="2000" dirty="0">
              <a:latin typeface="Verdana"/>
              <a:ea typeface="Verdana"/>
              <a:cs typeface="Verdana"/>
            </a:endParaRPr>
          </a:p>
          <a:p>
            <a:pPr marL="457200"/>
            <a:r>
              <a:rPr lang="en-US" sz="2000" dirty="0">
                <a:latin typeface="Verdana"/>
                <a:ea typeface="Verdana"/>
                <a:cs typeface="Verdana"/>
              </a:rPr>
              <a:t>For Expression A, first</a:t>
            </a:r>
            <a:br>
              <a:rPr lang="en-US" sz="2000" dirty="0">
                <a:latin typeface="Verdana"/>
                <a:ea typeface="Verdana"/>
                <a:cs typeface="Verdana"/>
              </a:rPr>
            </a:br>
            <a:endParaRPr lang="en-US" sz="2000" dirty="0">
              <a:latin typeface="Verdana"/>
              <a:ea typeface="Verdana"/>
              <a:cs typeface="Verdana"/>
            </a:endParaRPr>
          </a:p>
          <a:p>
            <a:pPr marL="457200"/>
            <a:endParaRPr lang="en-US" sz="2000" dirty="0">
              <a:latin typeface="Verdana"/>
              <a:ea typeface="Verdana"/>
              <a:cs typeface="Verdana"/>
            </a:endParaRPr>
          </a:p>
          <a:p>
            <a:pPr marL="457200"/>
            <a:br>
              <a:rPr lang="en-US" sz="2000" dirty="0">
                <a:latin typeface="Verdana"/>
                <a:ea typeface="Verdana"/>
                <a:cs typeface="Verdana"/>
              </a:rPr>
            </a:br>
            <a:endParaRPr lang="en-US" sz="2000" dirty="0">
              <a:latin typeface="Verdana"/>
              <a:ea typeface="Verdana"/>
              <a:cs typeface="Verdana"/>
            </a:endParaRPr>
          </a:p>
          <a:p>
            <a:pPr marL="457200"/>
            <a:endParaRPr lang="en-US" sz="2000" dirty="0">
              <a:latin typeface="Verdana"/>
              <a:ea typeface="Verdana"/>
              <a:cs typeface="Verdana"/>
            </a:endParaRPr>
          </a:p>
          <a:p>
            <a:pPr marL="457200"/>
            <a:br>
              <a:rPr lang="en-US" sz="2000" dirty="0">
                <a:latin typeface="Verdana"/>
                <a:ea typeface="Verdana"/>
                <a:cs typeface="Verdana"/>
              </a:rPr>
            </a:br>
            <a:r>
              <a:rPr lang="en-US" sz="2000" dirty="0">
                <a:latin typeface="Verdana"/>
                <a:ea typeface="Verdana"/>
                <a:cs typeface="Verdana"/>
              </a:rPr>
              <a:t>For Expression B, first</a:t>
            </a:r>
          </a:p>
          <a:p>
            <a:pPr marL="457200"/>
            <a:endParaRPr lang="en-PH" sz="2000" dirty="0">
              <a:latin typeface="Verdana"/>
              <a:ea typeface="Verdana"/>
              <a:cs typeface="Verdana" panose="020B0604030504040204" pitchFamily="34" charset="0"/>
            </a:endParaRPr>
          </a:p>
          <a:p>
            <a:pPr marL="457200"/>
            <a:endParaRPr lang="en-PH" sz="2000" dirty="0">
              <a:latin typeface="Verdana"/>
              <a:ea typeface="Verdana"/>
              <a:cs typeface="Verdana" panose="020B0604030504040204" pitchFamily="34" charset="0"/>
            </a:endParaRPr>
          </a:p>
          <a:p>
            <a:pPr marL="457200"/>
            <a:endParaRPr lang="en-PH" sz="2000" dirty="0">
              <a:latin typeface="Verdana"/>
              <a:ea typeface="Verdana"/>
              <a:cs typeface="Verdana" panose="020B0604030504040204" pitchFamily="34" charset="0"/>
            </a:endParaRPr>
          </a:p>
          <a:p>
            <a:pPr marL="457200"/>
            <a:endParaRPr lang="en-PH" sz="2000" dirty="0">
              <a:latin typeface="Verdana"/>
              <a:ea typeface="Verdana"/>
              <a:cs typeface="Verdana" panose="020B0604030504040204" pitchFamily="34" charset="0"/>
            </a:endParaRPr>
          </a:p>
          <a:p>
            <a:pPr marL="457200"/>
            <a:r>
              <a:rPr lang="en-US" sz="2000" dirty="0">
                <a:latin typeface="Verdana"/>
                <a:ea typeface="Verdana"/>
                <a:cs typeface="Verdana"/>
              </a:rPr>
              <a:t>For both expressions, addition was done before division</a:t>
            </a:r>
          </a:p>
          <a:p>
            <a:pPr marL="457200"/>
            <a:endParaRPr lang="en-PH" sz="2000" dirty="0">
              <a:latin typeface="Verdana"/>
              <a:ea typeface="Verdana"/>
              <a:cs typeface="Verdana" panose="020B0604030504040204" pitchFamily="34" charset="0"/>
            </a:endParaRPr>
          </a:p>
          <a:p>
            <a:pPr marL="457200"/>
            <a:endParaRPr lang="en-PH" sz="2000" dirty="0">
              <a:latin typeface="Verdana"/>
              <a:ea typeface="Verdana"/>
              <a:cs typeface="Verdana" panose="020B0604030504040204" pitchFamily="34" charset="0"/>
            </a:endParaRPr>
          </a:p>
          <a:p>
            <a:pPr marL="457200"/>
            <a:r>
              <a:rPr lang="en-US" sz="2000" dirty="0">
                <a:latin typeface="Verdana"/>
                <a:ea typeface="Verdana"/>
                <a:cs typeface="Verdana"/>
              </a:rPr>
              <a:t>because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0" name="Rectangle: Rounded Corners 3"/>
          <p:cNvSpPr/>
          <p:nvPr/>
        </p:nvSpPr>
        <p:spPr>
          <a:xfrm>
            <a:off x="4805680" y="504300"/>
            <a:ext cx="4937760" cy="1923931"/>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85750" indent="-285750">
              <a:lnSpc>
                <a:spcPct val="107000"/>
              </a:lnSpc>
              <a:buClrTx/>
              <a:buFont typeface="Courier New" pitchFamily="49" charset="0"/>
              <a:buChar char="o"/>
            </a:pPr>
            <a:r>
              <a:rPr lang="en-US" sz="2000" dirty="0">
                <a:solidFill>
                  <a:sysClr val="windowText" lastClr="000000"/>
                </a:solidFill>
                <a:latin typeface="Verdana" pitchFamily="34" charset="0"/>
                <a:ea typeface="Verdana" pitchFamily="34" charset="0"/>
                <a:cs typeface="Cambria Math"/>
              </a:rPr>
              <a:t>add inside the parentheses, then apply the exponent to the sum.</a:t>
            </a:r>
            <a:endParaRPr lang="en-US" sz="2000" i="1" dirty="0">
              <a:solidFill>
                <a:sysClr val="windowText" lastClr="000000"/>
              </a:solidFill>
              <a:latin typeface="Verdana" pitchFamily="34" charset="0"/>
              <a:ea typeface="Verdana" pitchFamily="34" charset="0"/>
              <a:cs typeface="Cambria Math"/>
            </a:endParaRPr>
          </a:p>
          <a:p>
            <a:pPr marL="285750" indent="-285750">
              <a:lnSpc>
                <a:spcPct val="107000"/>
              </a:lnSpc>
              <a:spcAft>
                <a:spcPts val="800"/>
              </a:spcAft>
              <a:buClrTx/>
              <a:buFont typeface="Courier New" pitchFamily="49" charset="0"/>
              <a:buChar char="o"/>
            </a:pPr>
            <a:r>
              <a:rPr lang="en-US" sz="2000" dirty="0">
                <a:solidFill>
                  <a:sysClr val="windowText" lastClr="000000"/>
                </a:solidFill>
                <a:latin typeface="Verdana" pitchFamily="34" charset="0"/>
                <a:ea typeface="Verdana" pitchFamily="34" charset="0"/>
                <a:cs typeface="Cambria Math"/>
              </a:rPr>
              <a:t>apply the exponent to each addend, then add to find the sum.</a:t>
            </a:r>
            <a:endParaRPr lang="en-US" sz="2000" i="1" dirty="0">
              <a:solidFill>
                <a:sysClr val="windowText" lastClr="000000"/>
              </a:solidFill>
              <a:latin typeface="Verdana" pitchFamily="34" charset="0"/>
              <a:ea typeface="Verdana" pitchFamily="34" charset="0"/>
              <a:cs typeface="Cambria Math"/>
            </a:endParaRPr>
          </a:p>
        </p:txBody>
      </p:sp>
      <p:sp>
        <p:nvSpPr>
          <p:cNvPr id="8" name="Rectangle: Rounded Corners 3"/>
          <p:cNvSpPr/>
          <p:nvPr/>
        </p:nvSpPr>
        <p:spPr>
          <a:xfrm>
            <a:off x="4805680" y="2603343"/>
            <a:ext cx="4937760" cy="1923931"/>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85750" indent="-285750">
              <a:lnSpc>
                <a:spcPct val="107000"/>
              </a:lnSpc>
              <a:buClrTx/>
              <a:buFont typeface="Courier New" pitchFamily="49" charset="0"/>
              <a:buChar char="o"/>
            </a:pPr>
            <a:r>
              <a:rPr lang="en-US" sz="2000" dirty="0">
                <a:solidFill>
                  <a:sysClr val="windowText" lastClr="000000"/>
                </a:solidFill>
                <a:latin typeface="Verdana" pitchFamily="34" charset="0"/>
                <a:ea typeface="Verdana" pitchFamily="34" charset="0"/>
                <a:cs typeface="Cambria Math"/>
              </a:rPr>
              <a:t>add inside the parentheses, then apply the exponent to the sum.</a:t>
            </a:r>
            <a:endParaRPr lang="en-US" sz="2000" i="1" dirty="0">
              <a:solidFill>
                <a:sysClr val="windowText" lastClr="000000"/>
              </a:solidFill>
              <a:latin typeface="Verdana" pitchFamily="34" charset="0"/>
              <a:ea typeface="Verdana" pitchFamily="34" charset="0"/>
              <a:cs typeface="Cambria Math"/>
            </a:endParaRPr>
          </a:p>
          <a:p>
            <a:pPr marL="285750" indent="-285750">
              <a:lnSpc>
                <a:spcPct val="107000"/>
              </a:lnSpc>
              <a:spcAft>
                <a:spcPts val="800"/>
              </a:spcAft>
              <a:buClrTx/>
              <a:buFont typeface="Courier New" pitchFamily="49" charset="0"/>
              <a:buChar char="o"/>
            </a:pPr>
            <a:r>
              <a:rPr lang="en-US" sz="2000" dirty="0">
                <a:solidFill>
                  <a:sysClr val="windowText" lastClr="000000"/>
                </a:solidFill>
                <a:latin typeface="Verdana" pitchFamily="34" charset="0"/>
                <a:ea typeface="Verdana" pitchFamily="34" charset="0"/>
                <a:cs typeface="Cambria Math"/>
              </a:rPr>
              <a:t>apply the exponent to each addend, then add to find the sum.</a:t>
            </a:r>
            <a:endParaRPr lang="en-US" sz="2000" i="1" dirty="0">
              <a:solidFill>
                <a:sysClr val="windowText" lastClr="000000"/>
              </a:solidFill>
              <a:latin typeface="Verdana" pitchFamily="34" charset="0"/>
              <a:ea typeface="Verdana" pitchFamily="34" charset="0"/>
              <a:cs typeface="Cambria Math"/>
            </a:endParaRPr>
          </a:p>
        </p:txBody>
      </p:sp>
      <p:sp>
        <p:nvSpPr>
          <p:cNvPr id="9" name="Rectangle: Rounded Corners 3"/>
          <p:cNvSpPr/>
          <p:nvPr/>
        </p:nvSpPr>
        <p:spPr>
          <a:xfrm>
            <a:off x="2987040" y="5473557"/>
            <a:ext cx="6217920" cy="830866"/>
          </a:xfrm>
          <a:prstGeom prst="roundRect">
            <a:avLst/>
          </a:prstGeom>
          <a:solidFill>
            <a:sysClr val="window" lastClr="FFFFFF"/>
          </a:solidFill>
          <a:ln w="1270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85750" indent="-285750">
              <a:lnSpc>
                <a:spcPct val="107000"/>
              </a:lnSpc>
              <a:buClrTx/>
              <a:buFont typeface="Courier New" pitchFamily="49" charset="0"/>
              <a:buChar char="o"/>
            </a:pPr>
            <a:r>
              <a:rPr lang="en-US" sz="2000" dirty="0">
                <a:solidFill>
                  <a:sysClr val="windowText" lastClr="000000"/>
                </a:solidFill>
                <a:latin typeface="Verdana" pitchFamily="34" charset="0"/>
                <a:ea typeface="Verdana" pitchFamily="34" charset="0"/>
                <a:cs typeface="Cambria Math"/>
              </a:rPr>
              <a:t>the addition is to the left of the division.</a:t>
            </a:r>
            <a:endParaRPr lang="en-US" sz="2000" i="1" dirty="0">
              <a:solidFill>
                <a:sysClr val="windowText" lastClr="000000"/>
              </a:solidFill>
              <a:latin typeface="Verdana" pitchFamily="34" charset="0"/>
              <a:ea typeface="Verdana" pitchFamily="34" charset="0"/>
              <a:cs typeface="Cambria Math"/>
            </a:endParaRPr>
          </a:p>
          <a:p>
            <a:pPr marL="285750" indent="-285750">
              <a:lnSpc>
                <a:spcPct val="107000"/>
              </a:lnSpc>
              <a:spcAft>
                <a:spcPts val="800"/>
              </a:spcAft>
              <a:buClrTx/>
              <a:buFont typeface="Courier New" pitchFamily="49" charset="0"/>
              <a:buChar char="o"/>
            </a:pPr>
            <a:r>
              <a:rPr lang="en-US" sz="2000" dirty="0">
                <a:solidFill>
                  <a:sysClr val="windowText" lastClr="000000"/>
                </a:solidFill>
                <a:latin typeface="Verdana" pitchFamily="34" charset="0"/>
                <a:ea typeface="Verdana" pitchFamily="34" charset="0"/>
                <a:cs typeface="Cambria Math"/>
              </a:rPr>
              <a:t>the addition is inside the grouping symbols.</a:t>
            </a:r>
            <a:endParaRPr lang="en-US" sz="2000" i="1" dirty="0">
              <a:solidFill>
                <a:sysClr val="windowText" lastClr="000000"/>
              </a:solidFill>
              <a:latin typeface="Verdana" pitchFamily="34" charset="0"/>
              <a:ea typeface="Verdana" pitchFamily="34" charset="0"/>
              <a:cs typeface="Cambria Math"/>
            </a:endParaRPr>
          </a:p>
        </p:txBody>
      </p:sp>
      <p:sp>
        <p:nvSpPr>
          <p:cNvPr id="11"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a:t>
            </a:r>
            <a:endParaRPr i="1" dirty="0">
              <a:latin typeface="Calibri"/>
              <a:ea typeface="Calibri"/>
              <a:cs typeface="Calibri"/>
              <a:sym typeface="Calibri"/>
            </a:endParaRPr>
          </a:p>
        </p:txBody>
      </p:sp>
    </p:spTree>
    <p:extLst>
      <p:ext uri="{BB962C8B-B14F-4D97-AF65-F5344CB8AC3E}">
        <p14:creationId xmlns:p14="http://schemas.microsoft.com/office/powerpoint/2010/main" val="850687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7"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sp>
        <p:nvSpPr>
          <p:cNvPr id="278" name="Google Shape;278;g104476d1465_1_17"/>
          <p:cNvSpPr/>
          <p:nvPr/>
        </p:nvSpPr>
        <p:spPr>
          <a:xfrm>
            <a:off x="-4899"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306286" y="520394"/>
            <a:ext cx="9374414" cy="4401205"/>
          </a:xfrm>
          <a:prstGeom prst="rect">
            <a:avLst/>
          </a:prstGeom>
          <a:noFill/>
        </p:spPr>
        <p:txBody>
          <a:bodyPr wrap="square" rtlCol="0">
            <a:spAutoFit/>
          </a:bodyPr>
          <a:lstStyle/>
          <a:p>
            <a:pPr marL="457200" indent="-457200">
              <a:buFont typeface="+mj-lt"/>
              <a:buAutoNum type="arabicPeriod" startAt="6"/>
            </a:pPr>
            <a:r>
              <a:rPr lang="en-US" sz="2000" dirty="0">
                <a:latin typeface="Verdana"/>
                <a:ea typeface="Verdana"/>
                <a:cs typeface="Verdana"/>
              </a:rPr>
              <a:t>Anna evaluated Expression A and Expression B. </a:t>
            </a:r>
            <a:br>
              <a:rPr lang="en-US" sz="2000" dirty="0">
                <a:latin typeface="Verdana"/>
                <a:ea typeface="Verdana"/>
                <a:cs typeface="Verdana"/>
              </a:rPr>
            </a:br>
            <a:r>
              <a:rPr lang="en-US" sz="2000" dirty="0">
                <a:latin typeface="Verdana"/>
                <a:ea typeface="Verdana"/>
                <a:cs typeface="Verdana"/>
              </a:rPr>
              <a:t>Her work is shown.</a:t>
            </a: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indent="-457200">
              <a:buFont typeface="+mj-lt"/>
              <a:buAutoNum type="arabicPeriod" startAt="6"/>
            </a:pPr>
            <a:endParaRPr lang="en-PH" sz="2000" dirty="0">
              <a:latin typeface="Verdana"/>
              <a:ea typeface="Verdana"/>
              <a:cs typeface="Verdana" panose="020B0604030504040204" pitchFamily="34" charset="0"/>
            </a:endParaRPr>
          </a:p>
          <a:p>
            <a:pPr marL="457200"/>
            <a:r>
              <a:rPr lang="en-US" sz="2000" dirty="0">
                <a:latin typeface="Verdana"/>
                <a:ea typeface="Verdana"/>
                <a:cs typeface="Verdana"/>
              </a:rPr>
              <a:t>Anna’s partner gave her a     on both of her answers. </a:t>
            </a:r>
            <a:br>
              <a:rPr lang="en-US" sz="2000" dirty="0">
                <a:latin typeface="Verdana"/>
                <a:ea typeface="Verdana"/>
                <a:cs typeface="Verdana"/>
              </a:rPr>
            </a:br>
            <a:r>
              <a:rPr lang="en-US" sz="2000" dirty="0">
                <a:latin typeface="Verdana"/>
                <a:ea typeface="Verdana"/>
                <a:cs typeface="Verdana"/>
              </a:rPr>
              <a:t>Why did Anna arrive at two different values when evaluating these similar looking expressions?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745047300"/>
                  </p:ext>
                </p:extLst>
              </p:nvPr>
            </p:nvGraphicFramePr>
            <p:xfrm>
              <a:off x="2519680" y="1425353"/>
              <a:ext cx="6028690" cy="2293684"/>
            </p:xfrm>
            <a:graphic>
              <a:graphicData uri="http://schemas.openxmlformats.org/drawingml/2006/table">
                <a:tbl>
                  <a:tblPr firstRow="1" firstCol="1" bandRow="1"/>
                  <a:tblGrid>
                    <a:gridCol w="3014345">
                      <a:extLst>
                        <a:ext uri="{9D8B030D-6E8A-4147-A177-3AD203B41FA5}">
                          <a16:colId xmlns:a16="http://schemas.microsoft.com/office/drawing/2014/main" val="20000"/>
                        </a:ext>
                      </a:extLst>
                    </a:gridCol>
                    <a:gridCol w="3014345">
                      <a:extLst>
                        <a:ext uri="{9D8B030D-6E8A-4147-A177-3AD203B41FA5}">
                          <a16:colId xmlns:a16="http://schemas.microsoft.com/office/drawing/2014/main" val="20001"/>
                        </a:ext>
                      </a:extLst>
                    </a:gridCol>
                  </a:tblGrid>
                  <a:tr h="457200">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A</a:t>
                          </a:r>
                          <a:endParaRPr lang="en-US" sz="2000" i="1" dirty="0">
                            <a:effectLst/>
                            <a:latin typeface="Verdana" pitchFamily="34" charset="0"/>
                            <a:ea typeface="Verdana" pitchFamily="34" charset="0"/>
                            <a:cs typeface="Cambria Math"/>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a:effectLst/>
                              <a:latin typeface="Verdana" pitchFamily="34" charset="0"/>
                              <a:ea typeface="Verdana" pitchFamily="34" charset="0"/>
                              <a:cs typeface="Verdana"/>
                            </a:rPr>
                            <a:t>Expression B</a:t>
                          </a:r>
                          <a:endParaRPr lang="en-US" sz="2000" i="1">
                            <a:effectLst/>
                            <a:latin typeface="Verdana" pitchFamily="34" charset="0"/>
                            <a:ea typeface="Verdana" pitchFamily="34" charset="0"/>
                            <a:cs typeface="Cambria Math"/>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a:cs typeface="Verdana"/>
                                      </a:rPr>
                                    </m:ctrlPr>
                                  </m:sSupPr>
                                  <m:e>
                                    <m:d>
                                      <m:dPr>
                                        <m:begChr m:val="|"/>
                                        <m:endChr m:val="|"/>
                                        <m:ctrlPr>
                                          <a:rPr lang="en-US" sz="2000" i="1">
                                            <a:effectLst/>
                                            <a:latin typeface="Cambria Math" panose="02040503050406030204" pitchFamily="18" charset="0"/>
                                            <a:ea typeface="Verdana"/>
                                            <a:cs typeface="Verdana"/>
                                          </a:rPr>
                                        </m:ctrlPr>
                                      </m:dPr>
                                      <m:e>
                                        <m:r>
                                          <a:rPr lang="en-US" sz="2000" i="1">
                                            <a:effectLst/>
                                            <a:latin typeface="Cambria Math"/>
                                            <a:ea typeface="Verdana"/>
                                            <a:cs typeface="Verdana"/>
                                          </a:rPr>
                                          <m:t>−10</m:t>
                                        </m:r>
                                      </m:e>
                                    </m:d>
                                    <m:r>
                                      <a:rPr lang="en-US" sz="2000" i="1">
                                        <a:effectLst/>
                                        <a:latin typeface="Cambria Math"/>
                                        <a:ea typeface="Verdana"/>
                                        <a:cs typeface="Verdana"/>
                                      </a:rPr>
                                      <m:t>÷2+10</m:t>
                                    </m:r>
                                  </m:e>
                                  <m:sup>
                                    <m:r>
                                      <a:rPr lang="en-US" sz="2000" i="1">
                                        <a:effectLst/>
                                        <a:latin typeface="Cambria Math"/>
                                        <a:ea typeface="Verdana"/>
                                        <a:cs typeface="Verdana"/>
                                      </a:rPr>
                                      <m:t>2</m:t>
                                    </m:r>
                                  </m:sup>
                                </m:sSup>
                              </m:oMath>
                            </m:oMathPara>
                          </a14:m>
                          <a:endParaRPr lang="en-US"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a:cs typeface="Verdana"/>
                                      </a:rPr>
                                    </m:ctrlPr>
                                  </m:sSupPr>
                                  <m:e>
                                    <m:r>
                                      <a:rPr lang="en-US" sz="2000" i="1">
                                        <a:effectLst/>
                                        <a:latin typeface="Cambria Math"/>
                                        <a:ea typeface="Verdana"/>
                                        <a:cs typeface="Verdana"/>
                                      </a:rPr>
                                      <m:t>10÷2+10</m:t>
                                    </m:r>
                                  </m:e>
                                  <m:sup>
                                    <m:r>
                                      <a:rPr lang="en-US" sz="2000" i="1">
                                        <a:effectLst/>
                                        <a:latin typeface="Cambria Math"/>
                                        <a:ea typeface="Verdana"/>
                                        <a:cs typeface="Verdana"/>
                                      </a:rPr>
                                      <m:t>2</m:t>
                                    </m:r>
                                  </m:sup>
                                </m:sSup>
                              </m:oMath>
                            </m:oMathPara>
                          </a14:m>
                          <a:endParaRPr lang="en-US"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10÷2+100</m:t>
                                </m:r>
                              </m:oMath>
                            </m:oMathPara>
                          </a14:m>
                          <a:endParaRPr lang="en-US"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5+100</m:t>
                                </m:r>
                              </m:oMath>
                            </m:oMathPara>
                          </a14:m>
                          <a:endParaRPr lang="en-US"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105</m:t>
                                </m:r>
                              </m:oMath>
                            </m:oMathPara>
                          </a14:m>
                          <a:endParaRPr lang="en-US" sz="2000" i="1" dirty="0">
                            <a:effectLst/>
                            <a:latin typeface="Verdana" pitchFamily="34" charset="0"/>
                            <a:ea typeface="Verdana" pitchFamily="34" charset="0"/>
                            <a:cs typeface="Cambria Math"/>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a:cs typeface="Verdana"/>
                                      </a:rPr>
                                    </m:ctrlPr>
                                  </m:sSupPr>
                                  <m:e>
                                    <m:r>
                                      <a:rPr lang="en-US" sz="2000" i="1">
                                        <a:effectLst/>
                                        <a:latin typeface="Cambria Math"/>
                                        <a:ea typeface="Verdana"/>
                                        <a:cs typeface="Verdana"/>
                                      </a:rPr>
                                      <m:t>−10÷2+10</m:t>
                                    </m:r>
                                  </m:e>
                                  <m:sup>
                                    <m:r>
                                      <a:rPr lang="en-US" sz="2000" i="1">
                                        <a:effectLst/>
                                        <a:latin typeface="Cambria Math"/>
                                        <a:ea typeface="Verdana"/>
                                        <a:cs typeface="Verdana"/>
                                      </a:rPr>
                                      <m:t>2</m:t>
                                    </m:r>
                                  </m:sup>
                                </m:sSup>
                              </m:oMath>
                            </m:oMathPara>
                          </a14:m>
                          <a:endParaRPr lang="en-US"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−10÷2+100</m:t>
                                </m:r>
                              </m:oMath>
                            </m:oMathPara>
                          </a14:m>
                          <a:endParaRPr lang="en-US"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−5+100</m:t>
                                </m:r>
                              </m:oMath>
                            </m:oMathPara>
                          </a14:m>
                          <a:endParaRPr lang="en-US"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95</m:t>
                                </m:r>
                              </m:oMath>
                            </m:oMathPara>
                          </a14:m>
                          <a:endParaRPr lang="en-US" sz="2000" i="1" dirty="0">
                            <a:effectLst/>
                            <a:latin typeface="Verdana" pitchFamily="34" charset="0"/>
                            <a:ea typeface="Verdana" pitchFamily="34" charset="0"/>
                            <a:cs typeface="Cambria Math"/>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745047300"/>
                  </p:ext>
                </p:extLst>
              </p:nvPr>
            </p:nvGraphicFramePr>
            <p:xfrm>
              <a:off x="2519680" y="1425353"/>
              <a:ext cx="6028690" cy="2293684"/>
            </p:xfrm>
            <a:graphic>
              <a:graphicData uri="http://schemas.openxmlformats.org/drawingml/2006/table">
                <a:tbl>
                  <a:tblPr firstRow="1" firstCol="1" bandRow="1"/>
                  <a:tblGrid>
                    <a:gridCol w="3014345">
                      <a:extLst>
                        <a:ext uri="{9D8B030D-6E8A-4147-A177-3AD203B41FA5}">
                          <a16:colId xmlns:a16="http://schemas.microsoft.com/office/drawing/2014/main" val="20000"/>
                        </a:ext>
                      </a:extLst>
                    </a:gridCol>
                    <a:gridCol w="3014345">
                      <a:extLst>
                        <a:ext uri="{9D8B030D-6E8A-4147-A177-3AD203B41FA5}">
                          <a16:colId xmlns:a16="http://schemas.microsoft.com/office/drawing/2014/main" val="20001"/>
                        </a:ext>
                      </a:extLst>
                    </a:gridCol>
                  </a:tblGrid>
                  <a:tr h="480124">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A</a:t>
                          </a:r>
                          <a:endParaRPr lang="en-US" sz="2000" i="1" dirty="0">
                            <a:effectLst/>
                            <a:latin typeface="Verdana" pitchFamily="34" charset="0"/>
                            <a:ea typeface="Verdana" pitchFamily="34" charset="0"/>
                            <a:cs typeface="Cambria Math"/>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a:effectLst/>
                              <a:latin typeface="Verdana" pitchFamily="34" charset="0"/>
                              <a:ea typeface="Verdana" pitchFamily="34" charset="0"/>
                              <a:cs typeface="Verdana"/>
                            </a:rPr>
                            <a:t>Expression B</a:t>
                          </a:r>
                          <a:endParaRPr lang="en-US" sz="2000" i="1">
                            <a:effectLst/>
                            <a:latin typeface="Verdana" pitchFamily="34" charset="0"/>
                            <a:ea typeface="Verdana" pitchFamily="34" charset="0"/>
                            <a:cs typeface="Cambria Math"/>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813560">
                    <a:tc>
                      <a:txBody>
                        <a:bodyPr/>
                        <a:lstStyle/>
                        <a:p>
                          <a:endParaRPr lang="en-US"/>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20" t="-27273" r="-100420" b="-1399"/>
                          </a:stretch>
                        </a:blipFill>
                      </a:tcPr>
                    </a:tc>
                    <a:tc>
                      <a:txBody>
                        <a:bodyPr/>
                        <a:lstStyle/>
                        <a:p>
                          <a:endParaRPr lang="en-US"/>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0420" t="-27273" r="-420" b="-1399"/>
                          </a:stretch>
                        </a:blipFill>
                      </a:tcPr>
                    </a:tc>
                    <a:extLst>
                      <a:ext uri="{0D108BD9-81ED-4DB2-BD59-A6C34878D82A}">
                        <a16:rowId xmlns:a16="http://schemas.microsoft.com/office/drawing/2014/main" val="10001"/>
                      </a:ext>
                    </a:extLst>
                  </a:tr>
                </a:tbl>
              </a:graphicData>
            </a:graphic>
          </p:graphicFrame>
        </mc:Fallback>
      </mc:AlternateContent>
      <p:pic>
        <p:nvPicPr>
          <p:cNvPr id="11" name="Graphic 30" descr="Thumbs up sign"/>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281675" y="3977418"/>
            <a:ext cx="228600" cy="228600"/>
          </a:xfrm>
          <a:prstGeom prst="rect">
            <a:avLst/>
          </a:prstGeom>
        </p:spPr>
      </p:pic>
      <p:grpSp>
        <p:nvGrpSpPr>
          <p:cNvPr id="4" name="Group 3"/>
          <p:cNvGrpSpPr/>
          <p:nvPr/>
        </p:nvGrpSpPr>
        <p:grpSpPr>
          <a:xfrm>
            <a:off x="2007765" y="5254467"/>
            <a:ext cx="7940985" cy="1225868"/>
            <a:chOff x="483764" y="4957287"/>
            <a:chExt cx="7940985" cy="1225868"/>
          </a:xfrm>
        </p:grpSpPr>
        <p:sp>
          <p:nvSpPr>
            <p:cNvPr id="15" name="Rectangle: Rounded Corners 69"/>
            <p:cNvSpPr/>
            <p:nvPr/>
          </p:nvSpPr>
          <p:spPr>
            <a:xfrm>
              <a:off x="483764" y="4957287"/>
              <a:ext cx="7940985" cy="1225868"/>
            </a:xfrm>
            <a:prstGeom prst="roundRect">
              <a:avLst/>
            </a:prstGeom>
            <a:solidFill>
              <a:srgbClr val="BAE6F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27432" numCol="1" spcCol="0" rtlCol="0" fromWordArt="0" anchor="ctr" anchorCtr="0" forceAA="0" compatLnSpc="1">
              <a:prstTxWarp prst="textNoShape">
                <a:avLst/>
              </a:prstTxWarp>
              <a:spAutoFit/>
            </a:bodyPr>
            <a:lstStyle/>
            <a:p>
              <a:pPr marL="685800">
                <a:lnSpc>
                  <a:spcPct val="107000"/>
                </a:lnSpc>
                <a:spcAft>
                  <a:spcPts val="800"/>
                </a:spcAft>
              </a:pPr>
              <a:r>
                <a:rPr lang="en-US" sz="2000" dirty="0">
                  <a:solidFill>
                    <a:srgbClr val="00629D"/>
                  </a:solidFill>
                  <a:latin typeface="Verdana"/>
                  <a:ea typeface="Cambria Math"/>
                  <a:cs typeface="Cambria Math"/>
                </a:rPr>
                <a:t>Absolute value notation should be treated the same as grouping symbols when following the order of operations.</a:t>
              </a:r>
              <a:endParaRPr lang="en-US" sz="2000" i="1" dirty="0">
                <a:latin typeface="Cambria Math"/>
                <a:ea typeface="Cambria Math"/>
                <a:cs typeface="Cambria Math"/>
              </a:endParaRPr>
            </a:p>
          </p:txBody>
        </p:sp>
        <p:pic>
          <p:nvPicPr>
            <p:cNvPr id="16" name="Shape 19" descr="Icon&#10;&#10;Description automatically generated"/>
            <p:cNvPicPr/>
            <p:nvPr/>
          </p:nvPicPr>
          <p:blipFill rotWithShape="1">
            <a:blip r:embed="rId7" cstate="screen">
              <a:alphaModFix/>
              <a:extLst>
                <a:ext uri="{28A0092B-C50C-407E-A947-70E740481C1C}">
                  <a14:useLocalDpi xmlns:a14="http://schemas.microsoft.com/office/drawing/2010/main"/>
                </a:ext>
              </a:extLst>
            </a:blip>
            <a:srcRect/>
            <a:stretch/>
          </p:blipFill>
          <p:spPr>
            <a:xfrm>
              <a:off x="632355" y="5108893"/>
              <a:ext cx="539750" cy="539115"/>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1731192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16559"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804416" y="102974"/>
            <a:ext cx="873473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8.4.4 Collaboration: Determining Equivalent Expressions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96621"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294410" y="1386026"/>
                <a:ext cx="9398990" cy="2246769"/>
              </a:xfrm>
              <a:prstGeom prst="rect">
                <a:avLst/>
              </a:prstGeom>
              <a:noFill/>
            </p:spPr>
            <p:txBody>
              <a:bodyPr wrap="square" rtlCol="0">
                <a:spAutoFit/>
              </a:bodyPr>
              <a:lstStyle/>
              <a:p>
                <a:r>
                  <a:rPr lang="en-US" sz="2000" dirty="0">
                    <a:latin typeface="Verdana"/>
                    <a:ea typeface="Verdana"/>
                    <a:cs typeface="Verdana"/>
                  </a:rPr>
                  <a:t>Answer the questions with your partner.</a:t>
                </a:r>
                <a:br>
                  <a:rPr lang="en-US" sz="2000" dirty="0">
                    <a:latin typeface="Verdana"/>
                    <a:ea typeface="Verdana"/>
                    <a:cs typeface="Verdana"/>
                  </a:rPr>
                </a:br>
                <a:br>
                  <a:rPr lang="en-US" sz="2000" dirty="0">
                    <a:latin typeface="Verdana"/>
                    <a:ea typeface="Verdana"/>
                    <a:cs typeface="Verdana"/>
                  </a:rPr>
                </a:br>
                <a:r>
                  <a:rPr lang="en-US" sz="2000" dirty="0" err="1">
                    <a:latin typeface="Verdana"/>
                    <a:ea typeface="Verdana"/>
                    <a:cs typeface="Verdana"/>
                  </a:rPr>
                  <a:t>Tanisha</a:t>
                </a:r>
                <a:r>
                  <a:rPr lang="en-US" sz="2000" dirty="0">
                    <a:latin typeface="Verdana"/>
                    <a:ea typeface="Verdana"/>
                    <a:cs typeface="Verdana"/>
                  </a:rPr>
                  <a:t> says that when she evaluated an expression, the result was </a:t>
                </a:r>
                <a14:m>
                  <m:oMath xmlns:m="http://schemas.openxmlformats.org/officeDocument/2006/math">
                    <m:r>
                      <a:rPr lang="en-US" sz="2000">
                        <a:latin typeface="Cambria Math"/>
                        <a:ea typeface="Verdana"/>
                        <a:cs typeface="Verdana"/>
                      </a:rPr>
                      <m:t>7.25</m:t>
                    </m:r>
                  </m:oMath>
                </a14:m>
                <a:r>
                  <a:rPr lang="en-US" sz="2000" dirty="0">
                    <a:latin typeface="Verdana"/>
                    <a:ea typeface="Verdana"/>
                    <a:cs typeface="Verdana"/>
                  </a:rPr>
                  <a:t>.</a:t>
                </a:r>
              </a:p>
              <a:p>
                <a:endParaRPr lang="en-PH" sz="2000" dirty="0">
                  <a:latin typeface="Verdana"/>
                  <a:ea typeface="Verdana"/>
                  <a:cs typeface="Verdana" panose="020B0604030504040204" pitchFamily="34" charset="0"/>
                </a:endParaRPr>
              </a:p>
              <a:p>
                <a:pPr marL="457200" indent="-457200">
                  <a:buFont typeface="+mj-lt"/>
                  <a:buAutoNum type="arabicPeriod"/>
                </a:pPr>
                <a:r>
                  <a:rPr lang="en-US" sz="2000" dirty="0">
                    <a:latin typeface="Verdana"/>
                    <a:ea typeface="Verdana"/>
                    <a:cs typeface="Verdana"/>
                  </a:rPr>
                  <a:t>Use mental math to estimate each value. Then, circle which of the following expressions could have been </a:t>
                </a:r>
                <a:r>
                  <a:rPr lang="en-US" sz="2000" dirty="0" err="1">
                    <a:latin typeface="Verdana"/>
                    <a:ea typeface="Verdana"/>
                    <a:cs typeface="Verdana"/>
                  </a:rPr>
                  <a:t>Tanisha’s</a:t>
                </a:r>
                <a:r>
                  <a:rPr lang="en-US" sz="2000" dirty="0">
                    <a:latin typeface="Verdana"/>
                    <a:ea typeface="Verdana"/>
                    <a:cs typeface="Verdana"/>
                  </a:rPr>
                  <a:t> expression.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1294410" y="1386026"/>
                <a:ext cx="9398990" cy="2246769"/>
              </a:xfrm>
              <a:prstGeom prst="rect">
                <a:avLst/>
              </a:prstGeom>
              <a:blipFill>
                <a:blip r:embed="rId5"/>
                <a:stretch>
                  <a:fillRect l="-713" t="-1355" b="-37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672803552"/>
                  </p:ext>
                </p:extLst>
              </p:nvPr>
            </p:nvGraphicFramePr>
            <p:xfrm>
              <a:off x="2631440" y="4069080"/>
              <a:ext cx="4572000" cy="1767840"/>
            </p:xfrm>
            <a:graphic>
              <a:graphicData uri="http://schemas.openxmlformats.org/drawingml/2006/table">
                <a:tbl>
                  <a:tblPr firstRow="1" bandRow="1">
                    <a:tableStyleId>{A91F0D33-8C57-4600-99A7-42BC86742BE1}</a:tableStyleId>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57200">
                    <a:tc>
                      <a:txBody>
                        <a:bodyPr/>
                        <a:lstStyle/>
                        <a:p>
                          <a:pPr algn="l"/>
                          <a14:m>
                            <m:oMathPara xmlns:m="http://schemas.openxmlformats.org/officeDocument/2006/math">
                              <m:oMathParaPr>
                                <m:jc m:val="left"/>
                              </m:oMathParaPr>
                              <m:oMath xmlns:m="http://schemas.openxmlformats.org/officeDocument/2006/math">
                                <m:sSup>
                                  <m:sSupPr>
                                    <m:ctrlPr>
                                      <a:rPr lang="en-US" sz="2000" i="1" smtClean="0">
                                        <a:effectLst/>
                                        <a:latin typeface="Cambria Math" panose="02040503050406030204" pitchFamily="18" charset="0"/>
                                        <a:ea typeface="Verdana"/>
                                        <a:cs typeface="Verdana"/>
                                      </a:rPr>
                                    </m:ctrlPr>
                                  </m:sSupPr>
                                  <m:e>
                                    <m:d>
                                      <m:dPr>
                                        <m:ctrlPr>
                                          <a:rPr lang="en-US" sz="2000" i="1">
                                            <a:effectLst/>
                                            <a:latin typeface="Cambria Math" panose="02040503050406030204" pitchFamily="18" charset="0"/>
                                            <a:ea typeface="Verdana"/>
                                            <a:cs typeface="Verdana"/>
                                          </a:rPr>
                                        </m:ctrlPr>
                                      </m:dPr>
                                      <m:e>
                                        <m:r>
                                          <a:rPr lang="en-US" sz="2000">
                                            <a:effectLst/>
                                            <a:latin typeface="Cambria Math"/>
                                            <a:ea typeface="Verdana"/>
                                            <a:cs typeface="Verdana"/>
                                          </a:rPr>
                                          <m:t>6</m:t>
                                        </m:r>
                                        <m:r>
                                          <a:rPr lang="en-US" sz="2000" i="1">
                                            <a:effectLst/>
                                            <a:latin typeface="Cambria Math"/>
                                            <a:ea typeface="Verdana"/>
                                            <a:cs typeface="Verdana"/>
                                          </a:rPr>
                                          <m:t>−</m:t>
                                        </m:r>
                                        <m:r>
                                          <a:rPr lang="en-US" sz="2000">
                                            <a:effectLst/>
                                            <a:latin typeface="Cambria Math"/>
                                            <a:ea typeface="Verdana"/>
                                            <a:cs typeface="Verdana"/>
                                          </a:rPr>
                                          <m:t>0.5</m:t>
                                        </m:r>
                                      </m:e>
                                    </m:d>
                                  </m:e>
                                  <m:sup>
                                    <m:r>
                                      <a:rPr lang="en-US" sz="2000">
                                        <a:effectLst/>
                                        <a:latin typeface="Cambria Math"/>
                                        <a:ea typeface="Verdana"/>
                                        <a:cs typeface="Verdana"/>
                                      </a:rPr>
                                      <m:t>2</m:t>
                                    </m:r>
                                  </m:sup>
                                </m:sSup>
                                <m:r>
                                  <a:rPr lang="en-US" sz="2000">
                                    <a:effectLst/>
                                    <a:latin typeface="Cambria Math"/>
                                    <a:ea typeface="Verdana"/>
                                    <a:cs typeface="Verdana"/>
                                  </a:rPr>
                                  <m:t>×5</m:t>
                                </m:r>
                              </m:oMath>
                            </m:oMathPara>
                          </a14:m>
                          <a:endParaRPr lang="en-US" sz="2000" dirty="0">
                            <a:latin typeface="Verdana" pitchFamily="34" charset="0"/>
                            <a:ea typeface="Verdana" pitchFamily="34" charset="0"/>
                          </a:endParaRPr>
                        </a:p>
                        <a:p>
                          <a:pPr algn="l"/>
                          <a:endParaRPr lang="en-PH" sz="2000" dirty="0">
                            <a:latin typeface="Verdana" pitchFamily="34" charset="0"/>
                            <a:ea typeface="Verdana" pitchFamily="34" charset="0"/>
                          </a:endParaRPr>
                        </a:p>
                        <a:p>
                          <a:pPr algn="l"/>
                          <a:endParaRPr lang="en-PH" sz="2000" dirty="0">
                            <a:latin typeface="Verdana" pitchFamily="34" charset="0"/>
                            <a:ea typeface="Verdana" pitchFamily="34" charset="0"/>
                          </a:endParaRPr>
                        </a:p>
                        <a:p>
                          <a:pPr algn="l"/>
                          <a:endParaRPr lang="en-US" sz="2000" dirty="0">
                            <a:latin typeface="Verdana" pitchFamily="34" charset="0"/>
                            <a:ea typeface="Verdana"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l"/>
                          <a14:m>
                            <m:oMathPara xmlns:m="http://schemas.openxmlformats.org/officeDocument/2006/math">
                              <m:oMathParaPr>
                                <m:jc m:val="centerGroup"/>
                              </m:oMathParaPr>
                              <m:oMath xmlns:m="http://schemas.openxmlformats.org/officeDocument/2006/math">
                                <m:sSup>
                                  <m:sSupPr>
                                    <m:ctrlPr>
                                      <a:rPr lang="en-US" sz="2000" i="1" smtClean="0">
                                        <a:effectLst/>
                                        <a:latin typeface="Cambria Math" panose="02040503050406030204" pitchFamily="18" charset="0"/>
                                        <a:ea typeface="Verdana"/>
                                        <a:cs typeface="Verdana"/>
                                      </a:rPr>
                                    </m:ctrlPr>
                                  </m:sSupPr>
                                  <m:e>
                                    <m:r>
                                      <a:rPr lang="en-US" sz="2000">
                                        <a:effectLst/>
                                        <a:latin typeface="Cambria Math"/>
                                        <a:ea typeface="Verdana"/>
                                        <a:cs typeface="Verdana"/>
                                      </a:rPr>
                                      <m:t>6</m:t>
                                    </m:r>
                                    <m:r>
                                      <a:rPr lang="en-US" sz="2000" i="1">
                                        <a:effectLst/>
                                        <a:latin typeface="Cambria Math"/>
                                        <a:ea typeface="Verdana"/>
                                        <a:cs typeface="Verdana"/>
                                      </a:rPr>
                                      <m:t>−</m:t>
                                    </m:r>
                                    <m:r>
                                      <a:rPr lang="en-US" sz="2000">
                                        <a:effectLst/>
                                        <a:latin typeface="Cambria Math"/>
                                        <a:ea typeface="Verdana"/>
                                        <a:cs typeface="Verdana"/>
                                      </a:rPr>
                                      <m:t>0.5</m:t>
                                    </m:r>
                                  </m:e>
                                  <m:sup>
                                    <m:r>
                                      <a:rPr lang="en-US" sz="2000">
                                        <a:effectLst/>
                                        <a:latin typeface="Cambria Math"/>
                                        <a:ea typeface="Verdana"/>
                                        <a:cs typeface="Verdana"/>
                                      </a:rPr>
                                      <m:t>2</m:t>
                                    </m:r>
                                  </m:sup>
                                </m:sSup>
                                <m:r>
                                  <a:rPr lang="en-US" sz="2000">
                                    <a:effectLst/>
                                    <a:latin typeface="Cambria Math"/>
                                    <a:ea typeface="Verdana"/>
                                    <a:cs typeface="Verdana"/>
                                  </a:rPr>
                                  <m:t>×5</m:t>
                                </m:r>
                              </m:oMath>
                            </m:oMathPara>
                          </a14:m>
                          <a:endParaRPr lang="en-US" sz="2000" dirty="0">
                            <a:latin typeface="Verdana" pitchFamily="34" charset="0"/>
                            <a:ea typeface="Verdana"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57200">
                    <a:tc>
                      <a:txBody>
                        <a:bodyPr/>
                        <a:lstStyle/>
                        <a:p>
                          <a:pPr algn="l"/>
                          <a14:m>
                            <m:oMathPara xmlns:m="http://schemas.openxmlformats.org/officeDocument/2006/math">
                              <m:oMathParaPr>
                                <m:jc m:val="left"/>
                              </m:oMathParaPr>
                              <m:oMath xmlns:m="http://schemas.openxmlformats.org/officeDocument/2006/math">
                                <m:sSup>
                                  <m:sSupPr>
                                    <m:ctrlPr>
                                      <a:rPr lang="en-US" sz="2000" i="1" smtClean="0">
                                        <a:effectLst/>
                                        <a:latin typeface="Cambria Math" panose="02040503050406030204" pitchFamily="18" charset="0"/>
                                        <a:ea typeface="Verdana"/>
                                        <a:cs typeface="Verdana"/>
                                      </a:rPr>
                                    </m:ctrlPr>
                                  </m:sSupPr>
                                  <m:e>
                                    <m:r>
                                      <a:rPr lang="en-US" sz="2000">
                                        <a:effectLst/>
                                        <a:latin typeface="Cambria Math"/>
                                        <a:ea typeface="Verdana"/>
                                        <a:cs typeface="Verdana"/>
                                      </a:rPr>
                                      <m:t>6+</m:t>
                                    </m:r>
                                    <m:d>
                                      <m:dPr>
                                        <m:ctrlPr>
                                          <a:rPr lang="en-US" sz="2000" i="1">
                                            <a:effectLst/>
                                            <a:latin typeface="Cambria Math" panose="02040503050406030204" pitchFamily="18" charset="0"/>
                                            <a:ea typeface="Verdana"/>
                                            <a:cs typeface="Verdana"/>
                                          </a:rPr>
                                        </m:ctrlPr>
                                      </m:dPr>
                                      <m:e>
                                        <m:r>
                                          <a:rPr lang="en-US" sz="2000" i="1">
                                            <a:effectLst/>
                                            <a:latin typeface="Cambria Math"/>
                                            <a:ea typeface="Verdana"/>
                                            <a:cs typeface="Verdana"/>
                                          </a:rPr>
                                          <m:t>−</m:t>
                                        </m:r>
                                        <m:r>
                                          <a:rPr lang="en-US" sz="2000">
                                            <a:effectLst/>
                                            <a:latin typeface="Cambria Math"/>
                                            <a:ea typeface="Verdana"/>
                                            <a:cs typeface="Verdana"/>
                                          </a:rPr>
                                          <m:t>0.5</m:t>
                                        </m:r>
                                      </m:e>
                                    </m:d>
                                  </m:e>
                                  <m:sup>
                                    <m:r>
                                      <a:rPr lang="en-US" sz="2000">
                                        <a:effectLst/>
                                        <a:latin typeface="Cambria Math"/>
                                        <a:ea typeface="Verdana"/>
                                        <a:cs typeface="Verdana"/>
                                      </a:rPr>
                                      <m:t>2</m:t>
                                    </m:r>
                                  </m:sup>
                                </m:sSup>
                                <m:r>
                                  <a:rPr lang="en-US" sz="2000">
                                    <a:effectLst/>
                                    <a:latin typeface="Cambria Math"/>
                                    <a:ea typeface="Verdana"/>
                                    <a:cs typeface="Verdana"/>
                                  </a:rPr>
                                  <m:t>×5</m:t>
                                </m:r>
                              </m:oMath>
                            </m:oMathPara>
                          </a14:m>
                          <a:endParaRPr lang="en-US" sz="2000" dirty="0">
                            <a:latin typeface="Verdana" pitchFamily="34" charset="0"/>
                            <a:ea typeface="Verdana"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l"/>
                          <a14:m>
                            <m:oMathPara xmlns:m="http://schemas.openxmlformats.org/officeDocument/2006/math">
                              <m:oMathParaPr>
                                <m:jc m:val="centerGroup"/>
                              </m:oMathParaPr>
                              <m:oMath xmlns:m="http://schemas.openxmlformats.org/officeDocument/2006/math">
                                <m:r>
                                  <a:rPr lang="en-US" sz="2000" smtClean="0">
                                    <a:effectLst/>
                                    <a:latin typeface="Cambria Math"/>
                                    <a:ea typeface="Verdana"/>
                                    <a:cs typeface="Verdana"/>
                                  </a:rPr>
                                  <m:t>5×6</m:t>
                                </m:r>
                                <m:r>
                                  <a:rPr lang="en-US" sz="2000" i="1">
                                    <a:effectLst/>
                                    <a:latin typeface="Cambria Math"/>
                                    <a:ea typeface="Verdana"/>
                                    <a:cs typeface="Verdana"/>
                                  </a:rPr>
                                  <m:t>−</m:t>
                                </m:r>
                                <m:sSup>
                                  <m:sSupPr>
                                    <m:ctrlPr>
                                      <a:rPr lang="en-US" sz="2000" i="1">
                                        <a:effectLst/>
                                        <a:latin typeface="Cambria Math" panose="02040503050406030204" pitchFamily="18" charset="0"/>
                                        <a:ea typeface="Verdana"/>
                                        <a:cs typeface="Verdana"/>
                                      </a:rPr>
                                    </m:ctrlPr>
                                  </m:sSupPr>
                                  <m:e>
                                    <m:r>
                                      <a:rPr lang="en-US" sz="2000">
                                        <a:effectLst/>
                                        <a:latin typeface="Cambria Math"/>
                                        <a:ea typeface="Verdana"/>
                                        <a:cs typeface="Verdana"/>
                                      </a:rPr>
                                      <m:t>0.5</m:t>
                                    </m:r>
                                  </m:e>
                                  <m:sup>
                                    <m:r>
                                      <a:rPr lang="en-US" sz="2000">
                                        <a:effectLst/>
                                        <a:latin typeface="Cambria Math"/>
                                        <a:ea typeface="Verdana"/>
                                        <a:cs typeface="Verdana"/>
                                      </a:rPr>
                                      <m:t>2</m:t>
                                    </m:r>
                                  </m:sup>
                                </m:sSup>
                              </m:oMath>
                            </m:oMathPara>
                          </a14:m>
                          <a:endParaRPr lang="en-US" sz="2000" dirty="0">
                            <a:latin typeface="Verdana" pitchFamily="34" charset="0"/>
                            <a:ea typeface="Verdana" pitchFamily="34" charset="0"/>
                          </a:endParaRP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672803552"/>
                  </p:ext>
                </p:extLst>
              </p:nvPr>
            </p:nvGraphicFramePr>
            <p:xfrm>
              <a:off x="2631440" y="4069080"/>
              <a:ext cx="4572000" cy="1767840"/>
            </p:xfrm>
            <a:graphic>
              <a:graphicData uri="http://schemas.openxmlformats.org/drawingml/2006/table">
                <a:tbl>
                  <a:tblPr firstRow="1" bandRow="1">
                    <a:tableStyleId>{A91F0D33-8C57-4600-99A7-42BC86742BE1}</a:tableStyleId>
                  </a:tblPr>
                  <a:tblGrid>
                    <a:gridCol w="2743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1310640">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461" r="-66359" b="-34615"/>
                          </a:stretch>
                        </a:blipFill>
                      </a:tcPr>
                    </a:tc>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51389" b="-34615"/>
                          </a:stretch>
                        </a:blipFill>
                      </a:tcPr>
                    </a:tc>
                    <a:extLst>
                      <a:ext uri="{0D108BD9-81ED-4DB2-BD59-A6C34878D82A}">
                        <a16:rowId xmlns:a16="http://schemas.microsoft.com/office/drawing/2014/main" val="10000"/>
                      </a:ext>
                    </a:extLst>
                  </a:tr>
                  <a:tr h="457200">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461" t="-288889" r="-66359"/>
                          </a:stretch>
                        </a:blipFill>
                      </a:tcPr>
                    </a:tc>
                    <a:tc>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51389" t="-288889"/>
                          </a:stretch>
                        </a:blipFill>
                      </a:tcPr>
                    </a:tc>
                    <a:extLst>
                      <a:ext uri="{0D108BD9-81ED-4DB2-BD59-A6C34878D82A}">
                        <a16:rowId xmlns:a16="http://schemas.microsoft.com/office/drawing/2014/main" val="10001"/>
                      </a:ext>
                    </a:extLst>
                  </a:tr>
                </a:tbl>
              </a:graphicData>
            </a:graphic>
          </p:graphicFrame>
        </mc:Fallback>
      </mc:AlternateContent>
      <p:sp>
        <p:nvSpPr>
          <p:cNvPr id="11"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306286" y="520393"/>
            <a:ext cx="9028615" cy="400110"/>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Verdana"/>
                <a:cs typeface="Verdana"/>
              </a:rPr>
              <a:t>Find the values of the expressions to verify your choice.</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571118005"/>
                  </p:ext>
                </p:extLst>
              </p:nvPr>
            </p:nvGraphicFramePr>
            <p:xfrm>
              <a:off x="2576515" y="1104265"/>
              <a:ext cx="7315200" cy="4114800"/>
            </p:xfrm>
            <a:graphic>
              <a:graphicData uri="http://schemas.openxmlformats.org/drawingml/2006/table">
                <a:tbl>
                  <a:tblPr firstRow="1" firstCol="1" bandRow="1"/>
                  <a:tblGrid>
                    <a:gridCol w="4572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457200">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a:t>
                          </a:r>
                          <a:endParaRPr lang="en-US" sz="2000" i="1" dirty="0">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a:effectLst/>
                              <a:latin typeface="Verdana" pitchFamily="34" charset="0"/>
                              <a:ea typeface="Verdana" pitchFamily="34" charset="0"/>
                              <a:cs typeface="Verdana"/>
                            </a:rPr>
                            <a:t>Value</a:t>
                          </a:r>
                          <a:endParaRPr lang="en-US" sz="2000" i="1">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1440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a:cs typeface="Verdana"/>
                                      </a:rPr>
                                    </m:ctrlPr>
                                  </m:sSupPr>
                                  <m:e>
                                    <m:d>
                                      <m:dPr>
                                        <m:ctrlPr>
                                          <a:rPr lang="en-US" sz="2000" i="1">
                                            <a:effectLst/>
                                            <a:latin typeface="Cambria Math" panose="02040503050406030204" pitchFamily="18" charset="0"/>
                                            <a:ea typeface="Verdana"/>
                                            <a:cs typeface="Verdana"/>
                                          </a:rPr>
                                        </m:ctrlPr>
                                      </m:dPr>
                                      <m:e>
                                        <m:r>
                                          <a:rPr lang="en-US" sz="2000" i="1">
                                            <a:effectLst/>
                                            <a:latin typeface="Cambria Math"/>
                                            <a:ea typeface="Verdana"/>
                                            <a:cs typeface="Verdana"/>
                                          </a:rPr>
                                          <m:t>6−0.5</m:t>
                                        </m:r>
                                      </m:e>
                                    </m:d>
                                  </m:e>
                                  <m:sup>
                                    <m:r>
                                      <a:rPr lang="en-US" sz="2000" i="1">
                                        <a:effectLst/>
                                        <a:latin typeface="Cambria Math"/>
                                        <a:ea typeface="Verdana"/>
                                        <a:cs typeface="Verdana"/>
                                      </a:rPr>
                                      <m:t>2</m:t>
                                    </m:r>
                                  </m:sup>
                                </m:sSup>
                                <m:r>
                                  <a:rPr lang="en-US" sz="2000" i="1">
                                    <a:effectLst/>
                                    <a:latin typeface="Cambria Math"/>
                                    <a:ea typeface="Verdana"/>
                                    <a:cs typeface="Verdana"/>
                                  </a:rPr>
                                  <m:t>×5</m:t>
                                </m:r>
                              </m:oMath>
                            </m:oMathPara>
                          </a14:m>
                          <a:endParaRPr lang="en-US" sz="2000" i="1" dirty="0">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1440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a:cs typeface="Verdana"/>
                                      </a:rPr>
                                    </m:ctrlPr>
                                  </m:sSupPr>
                                  <m:e>
                                    <m:r>
                                      <a:rPr lang="en-US" sz="2000" i="1">
                                        <a:effectLst/>
                                        <a:latin typeface="Cambria Math"/>
                                        <a:ea typeface="Verdana"/>
                                        <a:cs typeface="Verdana"/>
                                      </a:rPr>
                                      <m:t>6−0.5</m:t>
                                    </m:r>
                                  </m:e>
                                  <m:sup>
                                    <m:r>
                                      <a:rPr lang="en-US" sz="2000" i="1">
                                        <a:effectLst/>
                                        <a:latin typeface="Cambria Math"/>
                                        <a:ea typeface="Verdana"/>
                                        <a:cs typeface="Verdana"/>
                                      </a:rPr>
                                      <m:t>2</m:t>
                                    </m:r>
                                  </m:sup>
                                </m:sSup>
                                <m:r>
                                  <a:rPr lang="en-US" sz="2000" i="1">
                                    <a:effectLst/>
                                    <a:latin typeface="Cambria Math"/>
                                    <a:ea typeface="Verdana"/>
                                    <a:cs typeface="Verdana"/>
                                  </a:rPr>
                                  <m:t>×5</m:t>
                                </m:r>
                              </m:oMath>
                            </m:oMathPara>
                          </a14:m>
                          <a:endParaRPr lang="en-US" sz="2000" i="1" dirty="0">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1440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a:cs typeface="Verdana"/>
                                      </a:rPr>
                                    </m:ctrlPr>
                                  </m:sSupPr>
                                  <m:e>
                                    <m:r>
                                      <a:rPr lang="en-US" sz="2000" i="1">
                                        <a:effectLst/>
                                        <a:latin typeface="Cambria Math"/>
                                        <a:ea typeface="Verdana"/>
                                        <a:cs typeface="Verdana"/>
                                      </a:rPr>
                                      <m:t>6+</m:t>
                                    </m:r>
                                    <m:d>
                                      <m:dPr>
                                        <m:ctrlPr>
                                          <a:rPr lang="en-US" sz="2000" i="1">
                                            <a:effectLst/>
                                            <a:latin typeface="Cambria Math" panose="02040503050406030204" pitchFamily="18" charset="0"/>
                                            <a:ea typeface="Verdana"/>
                                            <a:cs typeface="Verdana"/>
                                          </a:rPr>
                                        </m:ctrlPr>
                                      </m:dPr>
                                      <m:e>
                                        <m:r>
                                          <a:rPr lang="en-US" sz="2000" i="1">
                                            <a:effectLst/>
                                            <a:latin typeface="Cambria Math"/>
                                            <a:ea typeface="Verdana"/>
                                            <a:cs typeface="Verdana"/>
                                          </a:rPr>
                                          <m:t>−0.5</m:t>
                                        </m:r>
                                      </m:e>
                                    </m:d>
                                  </m:e>
                                  <m:sup>
                                    <m:r>
                                      <a:rPr lang="en-US" sz="2000" i="1">
                                        <a:effectLst/>
                                        <a:latin typeface="Cambria Math"/>
                                        <a:ea typeface="Verdana"/>
                                        <a:cs typeface="Verdana"/>
                                      </a:rPr>
                                      <m:t>2</m:t>
                                    </m:r>
                                  </m:sup>
                                </m:sSup>
                                <m:r>
                                  <a:rPr lang="en-US" sz="2000" i="1">
                                    <a:effectLst/>
                                    <a:latin typeface="Cambria Math"/>
                                    <a:ea typeface="Verdana"/>
                                    <a:cs typeface="Verdana"/>
                                  </a:rPr>
                                  <m:t>×5</m:t>
                                </m:r>
                              </m:oMath>
                            </m:oMathPara>
                          </a14:m>
                          <a:endParaRPr lang="en-US" sz="2000" i="1">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1440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5×6−</m:t>
                                </m:r>
                                <m:sSup>
                                  <m:sSupPr>
                                    <m:ctrlPr>
                                      <a:rPr lang="en-US" sz="2000" i="1">
                                        <a:effectLst/>
                                        <a:latin typeface="Cambria Math" panose="02040503050406030204" pitchFamily="18" charset="0"/>
                                        <a:ea typeface="Verdana"/>
                                        <a:cs typeface="Verdana"/>
                                      </a:rPr>
                                    </m:ctrlPr>
                                  </m:sSupPr>
                                  <m:e>
                                    <m:r>
                                      <a:rPr lang="en-US" sz="2000" i="1">
                                        <a:effectLst/>
                                        <a:latin typeface="Cambria Math"/>
                                        <a:ea typeface="Verdana"/>
                                        <a:cs typeface="Verdana"/>
                                      </a:rPr>
                                      <m:t>0.5</m:t>
                                    </m:r>
                                  </m:e>
                                  <m:sup>
                                    <m:r>
                                      <a:rPr lang="en-US" sz="2000" i="1">
                                        <a:effectLst/>
                                        <a:latin typeface="Cambria Math"/>
                                        <a:ea typeface="Verdana"/>
                                        <a:cs typeface="Verdana"/>
                                      </a:rPr>
                                      <m:t>2</m:t>
                                    </m:r>
                                  </m:sup>
                                </m:sSup>
                              </m:oMath>
                            </m:oMathPara>
                          </a14:m>
                          <a:endParaRPr lang="en-US" sz="2000" i="1">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571118005"/>
                  </p:ext>
                </p:extLst>
              </p:nvPr>
            </p:nvGraphicFramePr>
            <p:xfrm>
              <a:off x="2576515" y="1104265"/>
              <a:ext cx="7315200" cy="4114800"/>
            </p:xfrm>
            <a:graphic>
              <a:graphicData uri="http://schemas.openxmlformats.org/drawingml/2006/table">
                <a:tbl>
                  <a:tblPr firstRow="1" firstCol="1" bandRow="1"/>
                  <a:tblGrid>
                    <a:gridCol w="4572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457200">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a:t>
                          </a:r>
                          <a:endParaRPr lang="en-US" sz="2000" i="1" dirty="0">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a:effectLst/>
                              <a:latin typeface="Verdana" pitchFamily="34" charset="0"/>
                              <a:ea typeface="Verdana" pitchFamily="34" charset="0"/>
                              <a:cs typeface="Verdana"/>
                            </a:rPr>
                            <a:t>Value</a:t>
                          </a:r>
                          <a:endParaRPr lang="en-US" sz="2000" i="1">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14400">
                    <a:tc>
                      <a:txBody>
                        <a:bodyPr/>
                        <a:lstStyle/>
                        <a:p>
                          <a:endParaRPr lang="en-US"/>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51389" r="-60111" b="-304167"/>
                          </a:stretch>
                        </a:blipFill>
                      </a:tcPr>
                    </a:tc>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14400">
                    <a:tc>
                      <a:txBody>
                        <a:bodyPr/>
                        <a:lstStyle/>
                        <a:p>
                          <a:endParaRPr lang="en-US"/>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149315" r="-60111" b="-200000"/>
                          </a:stretch>
                        </a:blipFill>
                      </a:tcPr>
                    </a:tc>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14400">
                    <a:tc>
                      <a:txBody>
                        <a:bodyPr/>
                        <a:lstStyle/>
                        <a:p>
                          <a:endParaRPr lang="en-US"/>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252778" r="-60111" b="-102778"/>
                          </a:stretch>
                        </a:blipFill>
                      </a:tcPr>
                    </a:tc>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14400">
                    <a:tc>
                      <a:txBody>
                        <a:bodyPr/>
                        <a:lstStyle/>
                        <a:p>
                          <a:endParaRPr lang="en-US"/>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352778" r="-60111" b="-2778"/>
                          </a:stretch>
                        </a:blipFill>
                      </a:tcPr>
                    </a:tc>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45" marR="6854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
        <p:nvSpPr>
          <p:cNvPr id="10"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spTree>
    <p:extLst>
      <p:ext uri="{BB962C8B-B14F-4D97-AF65-F5344CB8AC3E}">
        <p14:creationId xmlns:p14="http://schemas.microsoft.com/office/powerpoint/2010/main" val="3755819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746429" y="95010"/>
            <a:ext cx="890887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8.4.5 Guided Practice: Using the Order of Operations </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96621" y="25073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1294410" y="1386025"/>
            <a:ext cx="9360890" cy="1323439"/>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For each table, an expression is evaluated, but the steps are mixed up. Order the expressions by writing the numbers 1-4 next to the expressions shown. Explain the steps in the column on the right. The tables have been started.</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1041396"/>
                  </p:ext>
                </p:extLst>
              </p:nvPr>
            </p:nvGraphicFramePr>
            <p:xfrm>
              <a:off x="2667196" y="3207544"/>
              <a:ext cx="6055995" cy="1463040"/>
            </p:xfrm>
            <a:graphic>
              <a:graphicData uri="http://schemas.openxmlformats.org/drawingml/2006/table">
                <a:tbl>
                  <a:tblPr firstRow="1" firstCol="1" bandRow="1"/>
                  <a:tblGrid>
                    <a:gridCol w="570865">
                      <a:extLst>
                        <a:ext uri="{9D8B030D-6E8A-4147-A177-3AD203B41FA5}">
                          <a16:colId xmlns:a16="http://schemas.microsoft.com/office/drawing/2014/main" val="20000"/>
                        </a:ext>
                      </a:extLst>
                    </a:gridCol>
                    <a:gridCol w="2124075">
                      <a:extLst>
                        <a:ext uri="{9D8B030D-6E8A-4147-A177-3AD203B41FA5}">
                          <a16:colId xmlns:a16="http://schemas.microsoft.com/office/drawing/2014/main" val="20001"/>
                        </a:ext>
                      </a:extLst>
                    </a:gridCol>
                    <a:gridCol w="3361055">
                      <a:extLst>
                        <a:ext uri="{9D8B030D-6E8A-4147-A177-3AD203B41FA5}">
                          <a16:colId xmlns:a16="http://schemas.microsoft.com/office/drawing/2014/main" val="20002"/>
                        </a:ext>
                      </a:extLst>
                    </a:gridCol>
                  </a:tblGrid>
                  <a:tr h="365760">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18.75</m:t>
                                </m:r>
                              </m:oMath>
                            </m:oMathPara>
                          </a14:m>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2000" i="0">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algn="ctr">
                            <a:lnSpc>
                              <a:spcPct val="107000"/>
                            </a:lnSpc>
                            <a:spcAft>
                              <a:spcPts val="0"/>
                            </a:spcAft>
                          </a:pPr>
                          <a:r>
                            <a:rPr lang="en-US" sz="2000" i="0">
                              <a:effectLst/>
                              <a:latin typeface="Verdana" pitchFamily="34" charset="0"/>
                              <a:ea typeface="Verdana" pitchFamily="34" charset="0"/>
                              <a:cs typeface="Verdana"/>
                            </a:rPr>
                            <a:t>2</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6.75+1.5×8</m:t>
                                </m:r>
                              </m:oMath>
                            </m:oMathPara>
                          </a14:m>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2000" i="0">
                              <a:effectLst/>
                              <a:latin typeface="Verdana" pitchFamily="34" charset="0"/>
                              <a:ea typeface="Verdana" pitchFamily="34" charset="0"/>
                              <a:cs typeface="Verdana"/>
                            </a:rPr>
                            <a:t>Evaluate the exponent</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algn="ctr">
                            <a:lnSpc>
                              <a:spcPct val="107000"/>
                            </a:lnSpc>
                            <a:spcAft>
                              <a:spcPts val="0"/>
                            </a:spcAft>
                          </a:pPr>
                          <a:r>
                            <a:rPr lang="en-US" sz="2000" i="0">
                              <a:effectLst/>
                              <a:latin typeface="Verdana" pitchFamily="34" charset="0"/>
                              <a:ea typeface="Verdana" pitchFamily="34" charset="0"/>
                              <a:cs typeface="Verdana"/>
                            </a:rPr>
                            <a:t>1</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6.75+1.5×</m:t>
                                </m:r>
                                <m:sSup>
                                  <m:sSupPr>
                                    <m:ctrlPr>
                                      <a:rPr lang="en-US" sz="2000" i="1">
                                        <a:effectLst/>
                                        <a:latin typeface="Cambria Math" panose="02040503050406030204" pitchFamily="18" charset="0"/>
                                        <a:ea typeface="Verdana"/>
                                        <a:cs typeface="Verdana"/>
                                      </a:rPr>
                                    </m:ctrlPr>
                                  </m:sSupPr>
                                  <m:e>
                                    <m:r>
                                      <a:rPr lang="en-US" sz="2000" i="1">
                                        <a:effectLst/>
                                        <a:latin typeface="Cambria Math"/>
                                        <a:ea typeface="Verdana"/>
                                        <a:cs typeface="Verdana"/>
                                      </a:rPr>
                                      <m:t>2</m:t>
                                    </m:r>
                                  </m:e>
                                  <m:sup>
                                    <m:r>
                                      <a:rPr lang="en-US" sz="2000" i="1">
                                        <a:effectLst/>
                                        <a:latin typeface="Cambria Math"/>
                                        <a:ea typeface="Verdana"/>
                                        <a:cs typeface="Verdana"/>
                                      </a:rPr>
                                      <m:t>3</m:t>
                                    </m:r>
                                  </m:sup>
                                </m:sSup>
                              </m:oMath>
                            </m:oMathPara>
                          </a14:m>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2000" i="0" dirty="0">
                              <a:effectLst/>
                              <a:latin typeface="Verdana" pitchFamily="34" charset="0"/>
                              <a:ea typeface="Verdana" pitchFamily="34" charset="0"/>
                              <a:cs typeface="Verdana"/>
                            </a:rPr>
                            <a:t>Original expression</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algn="ct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6.75+12</m:t>
                                </m:r>
                              </m:oMath>
                            </m:oMathPara>
                          </a14:m>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1041396"/>
                  </p:ext>
                </p:extLst>
              </p:nvPr>
            </p:nvGraphicFramePr>
            <p:xfrm>
              <a:off x="2667196" y="3207544"/>
              <a:ext cx="6055995" cy="1463040"/>
            </p:xfrm>
            <a:graphic>
              <a:graphicData uri="http://schemas.openxmlformats.org/drawingml/2006/table">
                <a:tbl>
                  <a:tblPr firstRow="1" firstCol="1" bandRow="1"/>
                  <a:tblGrid>
                    <a:gridCol w="570865">
                      <a:extLst>
                        <a:ext uri="{9D8B030D-6E8A-4147-A177-3AD203B41FA5}">
                          <a16:colId xmlns:a16="http://schemas.microsoft.com/office/drawing/2014/main" val="20000"/>
                        </a:ext>
                      </a:extLst>
                    </a:gridCol>
                    <a:gridCol w="2124075">
                      <a:extLst>
                        <a:ext uri="{9D8B030D-6E8A-4147-A177-3AD203B41FA5}">
                          <a16:colId xmlns:a16="http://schemas.microsoft.com/office/drawing/2014/main" val="20001"/>
                        </a:ext>
                      </a:extLst>
                    </a:gridCol>
                    <a:gridCol w="3361055">
                      <a:extLst>
                        <a:ext uri="{9D8B030D-6E8A-4147-A177-3AD203B41FA5}">
                          <a16:colId xmlns:a16="http://schemas.microsoft.com/office/drawing/2014/main" val="20002"/>
                        </a:ext>
                      </a:extLst>
                    </a:gridCol>
                  </a:tblGrid>
                  <a:tr h="365760">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545" r="-159880" b="-306897"/>
                          </a:stretch>
                        </a:blipFill>
                      </a:tcPr>
                    </a:tc>
                    <a:tc>
                      <a:txBody>
                        <a:bodyPr/>
                        <a:lstStyle/>
                        <a:p>
                          <a:pPr>
                            <a:lnSpc>
                              <a:spcPct val="107000"/>
                            </a:lnSpc>
                            <a:spcAft>
                              <a:spcPts val="0"/>
                            </a:spcAft>
                          </a:pPr>
                          <a:r>
                            <a:rPr lang="en-US" sz="2000" i="0">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algn="ctr">
                            <a:lnSpc>
                              <a:spcPct val="107000"/>
                            </a:lnSpc>
                            <a:spcAft>
                              <a:spcPts val="0"/>
                            </a:spcAft>
                          </a:pPr>
                          <a:r>
                            <a:rPr lang="en-US" sz="2000" i="0">
                              <a:effectLst/>
                              <a:latin typeface="Verdana" pitchFamily="34" charset="0"/>
                              <a:ea typeface="Verdana" pitchFamily="34" charset="0"/>
                              <a:cs typeface="Verdana"/>
                            </a:rPr>
                            <a:t>2</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545" t="-100000" r="-159880" b="-206897"/>
                          </a:stretch>
                        </a:blipFill>
                      </a:tcPr>
                    </a:tc>
                    <a:tc>
                      <a:txBody>
                        <a:bodyPr/>
                        <a:lstStyle/>
                        <a:p>
                          <a:pPr>
                            <a:lnSpc>
                              <a:spcPct val="107000"/>
                            </a:lnSpc>
                            <a:spcAft>
                              <a:spcPts val="0"/>
                            </a:spcAft>
                          </a:pPr>
                          <a:r>
                            <a:rPr lang="en-US" sz="2000" i="0">
                              <a:effectLst/>
                              <a:latin typeface="Verdana" pitchFamily="34" charset="0"/>
                              <a:ea typeface="Verdana" pitchFamily="34" charset="0"/>
                              <a:cs typeface="Verdana"/>
                            </a:rPr>
                            <a:t>Evaluate the exponent</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algn="ctr">
                            <a:lnSpc>
                              <a:spcPct val="107000"/>
                            </a:lnSpc>
                            <a:spcAft>
                              <a:spcPts val="0"/>
                            </a:spcAft>
                          </a:pPr>
                          <a:r>
                            <a:rPr lang="en-US" sz="2000" i="0">
                              <a:effectLst/>
                              <a:latin typeface="Verdana" pitchFamily="34" charset="0"/>
                              <a:ea typeface="Verdana" pitchFamily="34" charset="0"/>
                              <a:cs typeface="Verdana"/>
                            </a:rPr>
                            <a:t>1</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545" t="-200000" r="-159880" b="-106897"/>
                          </a:stretch>
                        </a:blipFill>
                      </a:tcPr>
                    </a:tc>
                    <a:tc>
                      <a:txBody>
                        <a:bodyPr/>
                        <a:lstStyle/>
                        <a:p>
                          <a:pPr>
                            <a:lnSpc>
                              <a:spcPct val="107000"/>
                            </a:lnSpc>
                            <a:spcAft>
                              <a:spcPts val="0"/>
                            </a:spcAft>
                          </a:pPr>
                          <a:r>
                            <a:rPr lang="en-US" sz="2000" i="0" dirty="0">
                              <a:effectLst/>
                              <a:latin typeface="Verdana" pitchFamily="34" charset="0"/>
                              <a:ea typeface="Verdana" pitchFamily="34" charset="0"/>
                              <a:cs typeface="Verdana"/>
                            </a:rPr>
                            <a:t>Original expression</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algn="ct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7545" t="-300000" r="-159880" b="-6897"/>
                          </a:stretch>
                        </a:blipFill>
                      </a:tcPr>
                    </a:tc>
                    <a:tc>
                      <a:txBody>
                        <a:bodyPr/>
                        <a:lstStyle/>
                        <a:p>
                          <a:pP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279923461"/>
                  </p:ext>
                </p:extLst>
              </p:nvPr>
            </p:nvGraphicFramePr>
            <p:xfrm>
              <a:off x="2672080" y="4975384"/>
              <a:ext cx="6075680" cy="1463040"/>
            </p:xfrm>
            <a:graphic>
              <a:graphicData uri="http://schemas.openxmlformats.org/drawingml/2006/table">
                <a:tbl>
                  <a:tblPr firstRow="1" firstCol="1" bandRow="1"/>
                  <a:tblGrid>
                    <a:gridCol w="572770">
                      <a:extLst>
                        <a:ext uri="{9D8B030D-6E8A-4147-A177-3AD203B41FA5}">
                          <a16:colId xmlns:a16="http://schemas.microsoft.com/office/drawing/2014/main" val="20000"/>
                        </a:ext>
                      </a:extLst>
                    </a:gridCol>
                    <a:gridCol w="2131060">
                      <a:extLst>
                        <a:ext uri="{9D8B030D-6E8A-4147-A177-3AD203B41FA5}">
                          <a16:colId xmlns:a16="http://schemas.microsoft.com/office/drawing/2014/main" val="20001"/>
                        </a:ext>
                      </a:extLst>
                    </a:gridCol>
                    <a:gridCol w="3371850">
                      <a:extLst>
                        <a:ext uri="{9D8B030D-6E8A-4147-A177-3AD203B41FA5}">
                          <a16:colId xmlns:a16="http://schemas.microsoft.com/office/drawing/2014/main" val="20002"/>
                        </a:ext>
                      </a:extLst>
                    </a:gridCol>
                  </a:tblGrid>
                  <a:tr h="365760">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32.768−14.8</m:t>
                                </m:r>
                              </m:oMath>
                            </m:oMathPara>
                          </a14:m>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algn="ctr">
                            <a:lnSpc>
                              <a:spcPct val="107000"/>
                            </a:lnSpc>
                            <a:spcAft>
                              <a:spcPts val="0"/>
                            </a:spcAft>
                          </a:pPr>
                          <a:r>
                            <a:rPr lang="en-US" sz="2000" i="0">
                              <a:effectLst/>
                              <a:latin typeface="Verdana" pitchFamily="34" charset="0"/>
                              <a:ea typeface="Verdana" pitchFamily="34" charset="0"/>
                              <a:cs typeface="Verdana"/>
                            </a:rPr>
                            <a:t>1</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panose="02040503050406030204" pitchFamily="18" charset="0"/>
                                        <a:ea typeface="Verdana"/>
                                        <a:cs typeface="Verdana"/>
                                      </a:rPr>
                                    </m:ctrlPr>
                                  </m:dPr>
                                  <m:e>
                                    <m:sSup>
                                      <m:sSupPr>
                                        <m:ctrlPr>
                                          <a:rPr lang="en-US" sz="2000" i="1">
                                            <a:effectLst/>
                                            <a:latin typeface="Cambria Math" panose="02040503050406030204" pitchFamily="18" charset="0"/>
                                            <a:ea typeface="Verdana"/>
                                            <a:cs typeface="Verdana"/>
                                          </a:rPr>
                                        </m:ctrlPr>
                                      </m:sSupPr>
                                      <m:e>
                                        <m:d>
                                          <m:dPr>
                                            <m:ctrlPr>
                                              <a:rPr lang="en-US" sz="2000" i="1">
                                                <a:effectLst/>
                                                <a:latin typeface="Cambria Math" panose="02040503050406030204" pitchFamily="18" charset="0"/>
                                                <a:ea typeface="Verdana"/>
                                                <a:cs typeface="Verdana"/>
                                              </a:rPr>
                                            </m:ctrlPr>
                                          </m:dPr>
                                          <m:e>
                                            <m:r>
                                              <a:rPr lang="en-US" sz="2000" i="1">
                                                <a:effectLst/>
                                                <a:latin typeface="Cambria Math"/>
                                                <a:ea typeface="Verdana"/>
                                                <a:cs typeface="Verdana"/>
                                              </a:rPr>
                                              <m:t>−3.2</m:t>
                                            </m:r>
                                          </m:e>
                                        </m:d>
                                      </m:e>
                                      <m:sup>
                                        <m:r>
                                          <a:rPr lang="en-US" sz="2000" i="1">
                                            <a:effectLst/>
                                            <a:latin typeface="Cambria Math"/>
                                            <a:ea typeface="Verdana"/>
                                            <a:cs typeface="Verdana"/>
                                          </a:rPr>
                                          <m:t>3</m:t>
                                        </m:r>
                                      </m:sup>
                                    </m:sSup>
                                  </m:e>
                                </m:d>
                                <m:r>
                                  <a:rPr lang="en-US" sz="2000" i="1">
                                    <a:effectLst/>
                                    <a:latin typeface="Cambria Math"/>
                                    <a:ea typeface="Verdana"/>
                                    <a:cs typeface="Verdana"/>
                                  </a:rPr>
                                  <m:t>−14.8</m:t>
                                </m:r>
                              </m:oMath>
                            </m:oMathPara>
                          </a14:m>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0"/>
                            </a:spcAft>
                          </a:pPr>
                          <a:r>
                            <a:rPr lang="en-US" sz="2000" i="0" dirty="0">
                              <a:effectLst/>
                              <a:latin typeface="Verdana" pitchFamily="34" charset="0"/>
                              <a:ea typeface="Verdana" pitchFamily="34" charset="0"/>
                              <a:cs typeface="Verdana"/>
                            </a:rPr>
                            <a:t>Original expression</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algn="ct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17.968</m:t>
                                </m:r>
                              </m:oMath>
                            </m:oMathPara>
                          </a14:m>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i="1">
                                        <a:effectLst/>
                                        <a:latin typeface="Cambria Math" panose="02040503050406030204" pitchFamily="18" charset="0"/>
                                        <a:ea typeface="Verdana"/>
                                        <a:cs typeface="Verdana"/>
                                      </a:rPr>
                                    </m:ctrlPr>
                                  </m:dPr>
                                  <m:e>
                                    <m:r>
                                      <a:rPr lang="en-US" sz="2000" i="1">
                                        <a:effectLst/>
                                        <a:latin typeface="Cambria Math"/>
                                        <a:ea typeface="Verdana"/>
                                        <a:cs typeface="Verdana"/>
                                      </a:rPr>
                                      <m:t>−32.768</m:t>
                                    </m:r>
                                  </m:e>
                                </m:d>
                                <m:r>
                                  <a:rPr lang="en-US" sz="2000" i="1">
                                    <a:effectLst/>
                                    <a:latin typeface="Cambria Math"/>
                                    <a:ea typeface="Verdana"/>
                                    <a:cs typeface="Verdana"/>
                                  </a:rPr>
                                  <m:t>−14.8</m:t>
                                </m:r>
                              </m:oMath>
                            </m:oMathPara>
                          </a14:m>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279923461"/>
                  </p:ext>
                </p:extLst>
              </p:nvPr>
            </p:nvGraphicFramePr>
            <p:xfrm>
              <a:off x="2672080" y="4975384"/>
              <a:ext cx="6075680" cy="1463040"/>
            </p:xfrm>
            <a:graphic>
              <a:graphicData uri="http://schemas.openxmlformats.org/drawingml/2006/table">
                <a:tbl>
                  <a:tblPr firstRow="1" firstCol="1" bandRow="1"/>
                  <a:tblGrid>
                    <a:gridCol w="572770">
                      <a:extLst>
                        <a:ext uri="{9D8B030D-6E8A-4147-A177-3AD203B41FA5}">
                          <a16:colId xmlns:a16="http://schemas.microsoft.com/office/drawing/2014/main" val="20000"/>
                        </a:ext>
                      </a:extLst>
                    </a:gridCol>
                    <a:gridCol w="2131060">
                      <a:extLst>
                        <a:ext uri="{9D8B030D-6E8A-4147-A177-3AD203B41FA5}">
                          <a16:colId xmlns:a16="http://schemas.microsoft.com/office/drawing/2014/main" val="20001"/>
                        </a:ext>
                      </a:extLst>
                    </a:gridCol>
                    <a:gridCol w="3371850">
                      <a:extLst>
                        <a:ext uri="{9D8B030D-6E8A-4147-A177-3AD203B41FA5}">
                          <a16:colId xmlns:a16="http://schemas.microsoft.com/office/drawing/2014/main" val="20002"/>
                        </a:ext>
                      </a:extLst>
                    </a:gridCol>
                  </a:tblGrid>
                  <a:tr h="365760">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7381" r="-159524" b="-306897"/>
                          </a:stretch>
                        </a:blipFill>
                      </a:tcPr>
                    </a:tc>
                    <a:tc>
                      <a:txBody>
                        <a:bodyPr/>
                        <a:lstStyle/>
                        <a:p>
                          <a:pPr algn="ct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algn="ctr">
                            <a:lnSpc>
                              <a:spcPct val="107000"/>
                            </a:lnSpc>
                            <a:spcAft>
                              <a:spcPts val="0"/>
                            </a:spcAft>
                          </a:pPr>
                          <a:r>
                            <a:rPr lang="en-US" sz="2000" i="0">
                              <a:effectLst/>
                              <a:latin typeface="Verdana" pitchFamily="34" charset="0"/>
                              <a:ea typeface="Verdana" pitchFamily="34" charset="0"/>
                              <a:cs typeface="Verdana"/>
                            </a:rPr>
                            <a:t>1</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7381" t="-100000" r="-159524" b="-206897"/>
                          </a:stretch>
                        </a:blipFill>
                      </a:tcPr>
                    </a:tc>
                    <a:tc>
                      <a:txBody>
                        <a:bodyPr/>
                        <a:lstStyle/>
                        <a:p>
                          <a:pPr algn="l">
                            <a:lnSpc>
                              <a:spcPct val="107000"/>
                            </a:lnSpc>
                            <a:spcAft>
                              <a:spcPts val="0"/>
                            </a:spcAft>
                          </a:pPr>
                          <a:r>
                            <a:rPr lang="en-US" sz="2000" i="0" dirty="0">
                              <a:effectLst/>
                              <a:latin typeface="Verdana" pitchFamily="34" charset="0"/>
                              <a:ea typeface="Verdana" pitchFamily="34" charset="0"/>
                              <a:cs typeface="Verdana"/>
                            </a:rPr>
                            <a:t>Original expression</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algn="ct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7381" t="-200000" r="-159524" b="-106897"/>
                          </a:stretch>
                        </a:blipFill>
                      </a:tcPr>
                    </a:tc>
                    <a:tc>
                      <a:txBody>
                        <a:bodyPr/>
                        <a:lstStyle/>
                        <a:p>
                          <a:pPr algn="ct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7381" t="-300000" r="-159524" b="-6897"/>
                          </a:stretch>
                        </a:blipFill>
                      </a:tcPr>
                    </a:tc>
                    <a:tc>
                      <a:txBody>
                        <a:bodyPr/>
                        <a:lstStyle/>
                        <a:p>
                          <a:pPr algn="ct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13"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318161" y="520394"/>
                <a:ext cx="9349839" cy="4307077"/>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Verdana"/>
                    <a:cs typeface="Verdana"/>
                  </a:rPr>
                  <a:t>Evaluate each expression.</a:t>
                </a:r>
              </a:p>
              <a:p>
                <a:pPr marL="457200" indent="-457200">
                  <a:buFont typeface="+mj-lt"/>
                  <a:buAutoNum type="arabicPeriod" startAt="2"/>
                </a:pPr>
                <a:endParaRPr lang="en-PH" sz="2000" dirty="0">
                  <a:latin typeface="Verdana"/>
                  <a:ea typeface="Verdana"/>
                  <a:cs typeface="Verdana" panose="020B0604030504040204" pitchFamily="34" charset="0"/>
                </a:endParaRPr>
              </a:p>
              <a:p>
                <a:pPr marL="914400" indent="-457200"/>
                <a:r>
                  <a:rPr lang="en-PH" sz="2000" dirty="0">
                    <a:latin typeface="Verdana"/>
                    <a:ea typeface="Verdana"/>
                    <a:cs typeface="Verdana" panose="020B0604030504040204" pitchFamily="34" charset="0"/>
                  </a:rPr>
                  <a:t>a.	</a:t>
                </a:r>
                <a14:m>
                  <m:oMath xmlns:m="http://schemas.openxmlformats.org/officeDocument/2006/math">
                    <m:d>
                      <m:dPr>
                        <m:ctrlPr>
                          <a:rPr lang="en-PH" sz="2000" i="1">
                            <a:latin typeface="Cambria Math" panose="02040503050406030204" pitchFamily="18" charset="0"/>
                            <a:ea typeface="Verdana"/>
                            <a:cs typeface="Verdana" panose="020B0604030504040204" pitchFamily="34" charset="0"/>
                          </a:rPr>
                        </m:ctrlPr>
                      </m:dPr>
                      <m:e>
                        <m:r>
                          <a:rPr lang="en-PH" sz="2000" i="1">
                            <a:latin typeface="Cambria Math"/>
                            <a:ea typeface="Verdana"/>
                            <a:cs typeface="Verdana" panose="020B0604030504040204" pitchFamily="34" charset="0"/>
                          </a:rPr>
                          <m:t>−8</m:t>
                        </m:r>
                      </m:e>
                    </m:d>
                    <m:r>
                      <a:rPr lang="en-PH" sz="2000" i="1">
                        <a:latin typeface="Cambria Math"/>
                        <a:ea typeface="Cambria Math"/>
                        <a:cs typeface="Verdana" panose="020B0604030504040204" pitchFamily="34" charset="0"/>
                      </a:rPr>
                      <m:t>÷</m:t>
                    </m:r>
                    <m:sSup>
                      <m:sSupPr>
                        <m:ctrlPr>
                          <a:rPr lang="en-PH" sz="2000" i="1">
                            <a:latin typeface="Cambria Math" panose="02040503050406030204" pitchFamily="18" charset="0"/>
                            <a:ea typeface="Cambria Math"/>
                          </a:rPr>
                        </m:ctrlPr>
                      </m:sSupPr>
                      <m:e>
                        <m:r>
                          <a:rPr lang="en-PH" sz="2000" i="1">
                            <a:latin typeface="Cambria Math"/>
                            <a:ea typeface="Cambria Math"/>
                          </a:rPr>
                          <m:t>2</m:t>
                        </m:r>
                      </m:e>
                      <m:sup>
                        <m:r>
                          <a:rPr lang="en-PH" sz="2000" i="1">
                            <a:latin typeface="Cambria Math"/>
                            <a:ea typeface="Cambria Math"/>
                          </a:rPr>
                          <m:t>4</m:t>
                        </m:r>
                      </m:sup>
                    </m:sSup>
                    <m:r>
                      <a:rPr lang="en-PH" sz="2000" i="1">
                        <a:latin typeface="Cambria Math"/>
                        <a:ea typeface="Cambria Math"/>
                      </a:rPr>
                      <m:t>×2</m:t>
                    </m:r>
                  </m:oMath>
                </a14:m>
                <a:endParaRPr lang="en-PH" sz="2000" dirty="0">
                  <a:latin typeface="Verdana"/>
                  <a:ea typeface="Cambria Math"/>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PH" sz="2000" dirty="0">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r>
                      <a:rPr lang="en-PH" sz="2000" i="1">
                        <a:latin typeface="Cambria Math"/>
                        <a:ea typeface="Verdana" panose="020B0604030504040204" pitchFamily="34" charset="0"/>
                        <a:cs typeface="Verdana" panose="020B0604030504040204" pitchFamily="34" charset="0"/>
                      </a:rPr>
                      <m:t>4</m:t>
                    </m:r>
                    <m:r>
                      <a:rPr lang="en-PH" sz="2000" i="1">
                        <a:latin typeface="Cambria Math"/>
                        <a:ea typeface="Cambria Math"/>
                        <a:cs typeface="Verdana" panose="020B0604030504040204" pitchFamily="34" charset="0"/>
                      </a:rPr>
                      <m:t>×</m:t>
                    </m:r>
                    <m:sSup>
                      <m:sSupPr>
                        <m:ctrlPr>
                          <a:rPr lang="en-PH" sz="2000" i="1">
                            <a:latin typeface="Cambria Math" panose="02040503050406030204" pitchFamily="18" charset="0"/>
                            <a:ea typeface="Cambria Math"/>
                          </a:rPr>
                        </m:ctrlPr>
                      </m:sSupPr>
                      <m:e>
                        <m:d>
                          <m:dPr>
                            <m:ctrlPr>
                              <a:rPr lang="en-PH" sz="2000" i="1">
                                <a:latin typeface="Cambria Math" panose="02040503050406030204" pitchFamily="18" charset="0"/>
                                <a:ea typeface="Cambria Math"/>
                              </a:rPr>
                            </m:ctrlPr>
                          </m:dPr>
                          <m:e>
                            <m:f>
                              <m:fPr>
                                <m:ctrlPr>
                                  <a:rPr lang="en-PH" sz="2000" i="1">
                                    <a:latin typeface="Cambria Math" panose="02040503050406030204" pitchFamily="18" charset="0"/>
                                    <a:ea typeface="Cambria Math"/>
                                  </a:rPr>
                                </m:ctrlPr>
                              </m:fPr>
                              <m:num>
                                <m:r>
                                  <a:rPr lang="en-PH" sz="2000" i="1">
                                    <a:latin typeface="Cambria Math"/>
                                    <a:ea typeface="Cambria Math"/>
                                  </a:rPr>
                                  <m:t>3.5</m:t>
                                </m:r>
                              </m:num>
                              <m:den>
                                <m:r>
                                  <a:rPr lang="en-PH" sz="2000" i="1">
                                    <a:latin typeface="Cambria Math"/>
                                    <a:ea typeface="Cambria Math"/>
                                  </a:rPr>
                                  <m:t>14</m:t>
                                </m:r>
                              </m:den>
                            </m:f>
                          </m:e>
                        </m:d>
                      </m:e>
                      <m:sup>
                        <m:r>
                          <a:rPr lang="en-PH" sz="2000" i="1">
                            <a:latin typeface="Cambria Math"/>
                            <a:ea typeface="Cambria Math"/>
                          </a:rPr>
                          <m:t>2</m:t>
                        </m:r>
                      </m:sup>
                    </m:sSup>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PH" sz="2000" dirty="0">
                    <a:latin typeface="Verdana" panose="020B0604030504040204" pitchFamily="34" charset="0"/>
                    <a:ea typeface="Verdana" panose="020B0604030504040204" pitchFamily="34" charset="0"/>
                    <a:cs typeface="Verdana" panose="020B0604030504040204" pitchFamily="34" charset="0"/>
                  </a:rPr>
                  <a:t>c.	</a:t>
                </a:r>
                <a14:m>
                  <m:oMath xmlns:m="http://schemas.openxmlformats.org/officeDocument/2006/math">
                    <m:r>
                      <a:rPr lang="en-US" sz="2000" i="1">
                        <a:latin typeface="Cambria Math"/>
                        <a:ea typeface="Verdana"/>
                        <a:cs typeface="Verdana"/>
                      </a:rPr>
                      <m:t>−</m:t>
                    </m:r>
                    <m:r>
                      <a:rPr lang="en-US" sz="2000">
                        <a:latin typeface="Cambria Math"/>
                        <a:ea typeface="Verdana"/>
                        <a:cs typeface="Verdana"/>
                      </a:rPr>
                      <m:t>5×</m:t>
                    </m:r>
                    <m:d>
                      <m:dPr>
                        <m:begChr m:val="|"/>
                        <m:endChr m:val="|"/>
                        <m:ctrlPr>
                          <a:rPr lang="en-US" sz="2000" i="1">
                            <a:latin typeface="Cambria Math" panose="02040503050406030204" pitchFamily="18" charset="0"/>
                            <a:ea typeface="Verdana"/>
                            <a:cs typeface="Verdana"/>
                          </a:rPr>
                        </m:ctrlPr>
                      </m:dPr>
                      <m:e>
                        <m:r>
                          <a:rPr lang="en-US" sz="2000">
                            <a:latin typeface="Cambria Math"/>
                            <a:ea typeface="Verdana"/>
                            <a:cs typeface="Verdana"/>
                          </a:rPr>
                          <m:t>3.6+</m:t>
                        </m:r>
                        <m:r>
                          <a:rPr lang="en-US" sz="2000" b="0" i="1" smtClean="0">
                            <a:latin typeface="Cambria Math" panose="02040503050406030204" pitchFamily="18" charset="0"/>
                            <a:ea typeface="Verdana"/>
                            <a:cs typeface="Verdana"/>
                          </a:rPr>
                          <m:t>⎻4.2</m:t>
                        </m:r>
                      </m:e>
                    </m:d>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318161" y="520394"/>
                <a:ext cx="9349839" cy="4307077"/>
              </a:xfrm>
              <a:prstGeom prst="rect">
                <a:avLst/>
              </a:prstGeom>
              <a:blipFill>
                <a:blip r:embed="rId4"/>
                <a:stretch>
                  <a:fillRect l="-717" t="-849" b="-1556"/>
                </a:stretch>
              </a:blipFill>
            </p:spPr>
            <p:txBody>
              <a:bodyPr/>
              <a:lstStyle/>
              <a:p>
                <a:r>
                  <a:rPr lang="en-US">
                    <a:noFill/>
                  </a:rPr>
                  <a:t> </a:t>
                </a:r>
              </a:p>
            </p:txBody>
          </p:sp>
        </mc:Fallback>
      </mc:AlternateContent>
      <p:sp>
        <p:nvSpPr>
          <p:cNvPr id="6"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a:t>
            </a:r>
            <a:endParaRPr i="1" dirty="0">
              <a:latin typeface="Calibri"/>
              <a:ea typeface="Calibri"/>
              <a:cs typeface="Calibri"/>
              <a:sym typeface="Calibri"/>
            </a:endParaRPr>
          </a:p>
        </p:txBody>
      </p:sp>
    </p:spTree>
    <p:extLst>
      <p:ext uri="{BB962C8B-B14F-4D97-AF65-F5344CB8AC3E}">
        <p14:creationId xmlns:p14="http://schemas.microsoft.com/office/powerpoint/2010/main" val="2059042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2933"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9067" y="6233333"/>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294410" y="520393"/>
                <a:ext cx="9398990" cy="5940088"/>
              </a:xfrm>
              <a:prstGeom prst="rect">
                <a:avLst/>
              </a:prstGeom>
              <a:noFill/>
            </p:spPr>
            <p:txBody>
              <a:bodyPr wrap="square" rtlCol="0">
                <a:spAutoFit/>
              </a:bodyPr>
              <a:lstStyle/>
              <a:p>
                <a:pPr marL="457200" indent="-457200">
                  <a:buFont typeface="+mj-lt"/>
                  <a:buAutoNum type="arabicPeriod" startAt="3"/>
                </a:pPr>
                <a:r>
                  <a:rPr lang="en-US" sz="2000" dirty="0">
                    <a:latin typeface="Verdana"/>
                    <a:ea typeface="Verdana"/>
                    <a:cs typeface="Verdana"/>
                  </a:rPr>
                  <a:t>Josiah evaluated </a:t>
                </a:r>
                <a14:m>
                  <m:oMath xmlns:m="http://schemas.openxmlformats.org/officeDocument/2006/math">
                    <m:sSup>
                      <m:sSupPr>
                        <m:ctrlPr>
                          <a:rPr lang="en-US" sz="2000" i="1">
                            <a:latin typeface="Cambria Math" panose="02040503050406030204" pitchFamily="18" charset="0"/>
                            <a:ea typeface="Verdana"/>
                            <a:cs typeface="Verdana"/>
                          </a:rPr>
                        </m:ctrlPr>
                      </m:sSupPr>
                      <m:e>
                        <m:r>
                          <a:rPr lang="en-US" sz="2000" i="1">
                            <a:latin typeface="Cambria Math"/>
                            <a:ea typeface="Verdana"/>
                            <a:cs typeface="Verdana"/>
                          </a:rPr>
                          <m:t>𝑎</m:t>
                        </m:r>
                      </m:e>
                      <m:sup>
                        <m:r>
                          <a:rPr lang="en-US" sz="2000">
                            <a:latin typeface="Cambria Math"/>
                            <a:ea typeface="Verdana"/>
                            <a:cs typeface="Verdana"/>
                          </a:rPr>
                          <m:t>3</m:t>
                        </m:r>
                      </m:sup>
                    </m:sSup>
                    <m:r>
                      <a:rPr lang="en-US" sz="2000">
                        <a:latin typeface="Cambria Math"/>
                        <a:ea typeface="Verdana"/>
                        <a:cs typeface="Verdana"/>
                      </a:rPr>
                      <m:t>÷4</m:t>
                    </m:r>
                    <m:d>
                      <m:dPr>
                        <m:ctrlPr>
                          <a:rPr lang="en-US" sz="2000" i="1">
                            <a:latin typeface="Cambria Math" panose="02040503050406030204" pitchFamily="18" charset="0"/>
                            <a:ea typeface="Verdana"/>
                            <a:cs typeface="Verdana"/>
                          </a:rPr>
                        </m:ctrlPr>
                      </m:dPr>
                      <m:e>
                        <m:r>
                          <a:rPr lang="en-US" sz="2000">
                            <a:latin typeface="Cambria Math"/>
                            <a:ea typeface="Verdana"/>
                            <a:cs typeface="Verdana"/>
                          </a:rPr>
                          <m:t>6.4 + </m:t>
                        </m:r>
                        <m:r>
                          <a:rPr lang="en-US" sz="2000" i="1">
                            <a:latin typeface="Cambria Math"/>
                            <a:ea typeface="Verdana"/>
                            <a:cs typeface="Verdana"/>
                          </a:rPr>
                          <m:t>𝑏</m:t>
                        </m:r>
                      </m:e>
                    </m:d>
                  </m:oMath>
                </a14:m>
                <a:r>
                  <a:rPr lang="en-US" sz="2000" dirty="0">
                    <a:latin typeface="Verdana"/>
                    <a:ea typeface="Verdana"/>
                    <a:cs typeface="Verdana"/>
                  </a:rPr>
                  <a:t> when </a:t>
                </a:r>
                <a14:m>
                  <m:oMath xmlns:m="http://schemas.openxmlformats.org/officeDocument/2006/math">
                    <m:r>
                      <a:rPr lang="en-US" sz="2000" i="1">
                        <a:latin typeface="Cambria Math"/>
                        <a:ea typeface="Verdana"/>
                        <a:cs typeface="Verdana"/>
                      </a:rPr>
                      <m:t>𝑎</m:t>
                    </m:r>
                    <m:r>
                      <a:rPr lang="en-US" sz="2000">
                        <a:latin typeface="Cambria Math"/>
                        <a:ea typeface="Verdana"/>
                        <a:cs typeface="Verdana"/>
                      </a:rPr>
                      <m:t>=4</m:t>
                    </m:r>
                  </m:oMath>
                </a14:m>
                <a:r>
                  <a:rPr lang="en-US" sz="2000" dirty="0">
                    <a:latin typeface="Verdana"/>
                    <a:ea typeface="Verdana"/>
                    <a:cs typeface="Verdana"/>
                  </a:rPr>
                  <a:t> and </a:t>
                </a:r>
                <a14:m>
                  <m:oMath xmlns:m="http://schemas.openxmlformats.org/officeDocument/2006/math">
                    <m:r>
                      <a:rPr lang="en-US" sz="2000" i="1">
                        <a:latin typeface="Cambria Math"/>
                        <a:ea typeface="Verdana"/>
                        <a:cs typeface="Verdana"/>
                      </a:rPr>
                      <m:t>𝑏</m:t>
                    </m:r>
                    <m:r>
                      <a:rPr lang="en-US" sz="2000">
                        <a:latin typeface="Cambria Math"/>
                        <a:ea typeface="Verdana"/>
                        <a:cs typeface="Verdana"/>
                      </a:rPr>
                      <m:t>=</m:t>
                    </m:r>
                    <m:sPre>
                      <m:sPrePr>
                        <m:ctrlPr>
                          <a:rPr lang="en-US" sz="2000" i="1">
                            <a:latin typeface="Cambria Math" panose="02040503050406030204" pitchFamily="18" charset="0"/>
                            <a:ea typeface="Verdana"/>
                            <a:cs typeface="Verdana"/>
                          </a:rPr>
                        </m:ctrlPr>
                      </m:sPrePr>
                      <m:sub/>
                      <m:sup>
                        <m:r>
                          <a:rPr lang="en-US" sz="2000" i="1">
                            <a:latin typeface="Cambria Math"/>
                            <a:ea typeface="Verdana"/>
                            <a:cs typeface="Verdana"/>
                          </a:rPr>
                          <m:t>−</m:t>
                        </m:r>
                      </m:sup>
                      <m:e>
                        <m:r>
                          <a:rPr lang="en-US" sz="2000">
                            <a:latin typeface="Cambria Math"/>
                            <a:ea typeface="Verdana"/>
                            <a:cs typeface="Verdana"/>
                          </a:rPr>
                          <m:t>8.4</m:t>
                        </m:r>
                      </m:e>
                    </m:sPre>
                  </m:oMath>
                </a14:m>
                <a:r>
                  <a:rPr lang="en-US" sz="2000" dirty="0">
                    <a:latin typeface="Verdana"/>
                    <a:ea typeface="Verdana"/>
                    <a:cs typeface="Verdana"/>
                  </a:rPr>
                  <a:t>. </a:t>
                </a:r>
                <a:br>
                  <a:rPr lang="en-US" sz="2000" dirty="0">
                    <a:latin typeface="Verdana"/>
                    <a:ea typeface="Verdana"/>
                    <a:cs typeface="Verdana"/>
                  </a:rPr>
                </a:br>
                <a:r>
                  <a:rPr lang="en-US" sz="2000" dirty="0">
                    <a:latin typeface="Verdana"/>
                    <a:ea typeface="Verdana"/>
                    <a:cs typeface="Verdana"/>
                  </a:rPr>
                  <a:t>His work is shown below.</a:t>
                </a:r>
              </a:p>
              <a:p>
                <a:pPr marL="457200" indent="-457200">
                  <a:buFont typeface="+mj-lt"/>
                  <a:buAutoNum type="arabicPeriod" startAt="3"/>
                </a:pPr>
                <a:endParaRPr lang="en-US" sz="2000" dirty="0">
                  <a:latin typeface="Verdana"/>
                  <a:ea typeface="Verdana"/>
                  <a:cs typeface="Verdana"/>
                </a:endParaRPr>
              </a:p>
              <a:p>
                <a:pPr marL="914400" indent="-457200">
                  <a:buFont typeface="+mj-lt"/>
                  <a:buAutoNum type="alphaLcPeriod"/>
                </a:pPr>
                <a:r>
                  <a:rPr lang="en-US" sz="2000" dirty="0">
                    <a:latin typeface="Verdana"/>
                    <a:ea typeface="Verdana"/>
                    <a:cs typeface="Verdana"/>
                  </a:rPr>
                  <a:t>Circle Josiah’s error and choose which step of the order of operations he did not apply correctly.</a:t>
                </a: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endParaRPr lang="en-PH" sz="2000" dirty="0">
                  <a:latin typeface="Verdana"/>
                  <a:ea typeface="Verdana"/>
                  <a:cs typeface="Verdana" panose="020B0604030504040204" pitchFamily="34" charset="0"/>
                </a:endParaRPr>
              </a:p>
              <a:p>
                <a:pPr marL="914400" indent="-457200">
                  <a:buFont typeface="+mj-lt"/>
                  <a:buAutoNum type="alphaLcPeriod"/>
                </a:pPr>
                <a:r>
                  <a:rPr lang="en-US" sz="2000" dirty="0">
                    <a:latin typeface="Verdana"/>
                    <a:ea typeface="Verdana"/>
                    <a:cs typeface="Verdana"/>
                  </a:rPr>
                  <a:t>Discuss your answer with your partner. Then, work together to evaluate the expression correctly.</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294410" y="520393"/>
                <a:ext cx="9398990" cy="5940088"/>
              </a:xfrm>
              <a:prstGeom prst="rect">
                <a:avLst/>
              </a:prstGeom>
              <a:blipFill>
                <a:blip r:embed="rId4"/>
                <a:stretch>
                  <a:fillRect l="-713" t="-718" b="-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43412961"/>
                  </p:ext>
                </p:extLst>
              </p:nvPr>
            </p:nvGraphicFramePr>
            <p:xfrm>
              <a:off x="2484120" y="2222024"/>
              <a:ext cx="7223760" cy="3340100"/>
            </p:xfrm>
            <a:graphic>
              <a:graphicData uri="http://schemas.openxmlformats.org/drawingml/2006/table">
                <a:tbl>
                  <a:tblPr firstRow="1" firstCol="1" bandRow="1"/>
                  <a:tblGrid>
                    <a:gridCol w="237744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tblGrid>
                  <a:tr h="334010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US" sz="2000" i="1" smtClean="0">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3</m:t>
                                    </m:r>
                                  </m:sup>
                                </m:sSup>
                                <m:r>
                                  <a:rPr lang="en-US" sz="2000" i="1">
                                    <a:effectLst/>
                                    <a:latin typeface="Cambria Math"/>
                                    <a:ea typeface="Verdana"/>
                                    <a:cs typeface="Verdana"/>
                                  </a:rPr>
                                  <m:t>÷4(6.4+</m:t>
                                </m:r>
                                <m:r>
                                  <a:rPr lang="en-US" sz="2000" b="0" i="1" smtClean="0">
                                    <a:effectLst/>
                                    <a:latin typeface="Cambria Math" panose="02040503050406030204" pitchFamily="18" charset="0"/>
                                    <a:ea typeface="Verdana"/>
                                    <a:cs typeface="Verdana"/>
                                  </a:rPr>
                                  <m:t>⎻8.4)</m:t>
                                </m:r>
                              </m:oMath>
                            </m:oMathPara>
                          </a14:m>
                          <a:endParaRPr lang="en-US" sz="2000" i="1" dirty="0">
                            <a:effectLst/>
                            <a:latin typeface="Verdana" pitchFamily="34" charset="0"/>
                            <a:ea typeface="Verdana" pitchFamily="34" charset="0"/>
                            <a:cs typeface="Cambria Math"/>
                          </a:endParaRPr>
                        </a:p>
                        <a:p>
                          <a:pPr algn="ct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3</m:t>
                                    </m:r>
                                  </m:sup>
                                </m:sSup>
                                <m:r>
                                  <a:rPr lang="en-US" sz="2000" i="1">
                                    <a:effectLst/>
                                    <a:latin typeface="Cambria Math"/>
                                    <a:ea typeface="Verdana"/>
                                    <a:cs typeface="Verdana"/>
                                  </a:rPr>
                                  <m:t>÷4(</m:t>
                                </m:r>
                                <m:r>
                                  <a:rPr lang="en-US" sz="2000" b="0" i="1" smtClean="0">
                                    <a:effectLst/>
                                    <a:latin typeface="Cambria Math" panose="02040503050406030204" pitchFamily="18" charset="0"/>
                                    <a:ea typeface="Verdana"/>
                                    <a:cs typeface="Verdana"/>
                                  </a:rPr>
                                  <m:t>⎻2)</m:t>
                                </m:r>
                              </m:oMath>
                            </m:oMathPara>
                          </a14:m>
                          <a:endParaRPr lang="en-US" sz="2000" i="1" dirty="0">
                            <a:effectLst/>
                            <a:latin typeface="Verdana" pitchFamily="34" charset="0"/>
                            <a:ea typeface="Verdana" pitchFamily="34" charset="0"/>
                            <a:cs typeface="Cambria Math"/>
                          </a:endParaRPr>
                        </a:p>
                        <a:p>
                          <a:pPr algn="ct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64÷4(</m:t>
                                </m:r>
                                <m:r>
                                  <a:rPr lang="en-US" sz="2000" b="0" i="1" smtClean="0">
                                    <a:effectLst/>
                                    <a:latin typeface="Cambria Math" panose="02040503050406030204" pitchFamily="18" charset="0"/>
                                    <a:ea typeface="Verdana"/>
                                    <a:cs typeface="Verdana"/>
                                  </a:rPr>
                                  <m:t>⎻2</m:t>
                                </m:r>
                                <m:r>
                                  <a:rPr lang="en-US" sz="2000" i="1">
                                    <a:effectLst/>
                                    <a:latin typeface="Cambria Math"/>
                                    <a:ea typeface="Verdana"/>
                                    <a:cs typeface="Verdana"/>
                                  </a:rPr>
                                  <m:t>)</m:t>
                                </m:r>
                              </m:oMath>
                            </m:oMathPara>
                          </a14:m>
                          <a:endParaRPr lang="en-US" sz="2000" i="1" dirty="0">
                            <a:effectLst/>
                            <a:latin typeface="Verdana" pitchFamily="34" charset="0"/>
                            <a:ea typeface="Verdana" pitchFamily="34" charset="0"/>
                            <a:cs typeface="Cambria Math"/>
                          </a:endParaRPr>
                        </a:p>
                        <a:p>
                          <a:pPr algn="ct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60÷</m:t>
                                </m:r>
                                <m:r>
                                  <a:rPr lang="en-US" sz="2000" b="0" i="1" smtClean="0">
                                    <a:effectLst/>
                                    <a:latin typeface="Cambria Math" panose="02040503050406030204" pitchFamily="18" charset="0"/>
                                    <a:ea typeface="Verdana"/>
                                    <a:cs typeface="Verdana"/>
                                  </a:rPr>
                                  <m:t>⎻8</m:t>
                                </m:r>
                              </m:oMath>
                            </m:oMathPara>
                          </a14:m>
                          <a:endParaRPr lang="en-US" sz="2000" i="1" dirty="0">
                            <a:effectLst/>
                            <a:latin typeface="Verdana" pitchFamily="34" charset="0"/>
                            <a:ea typeface="Verdana" pitchFamily="34" charset="0"/>
                            <a:cs typeface="Cambria Math"/>
                          </a:endParaRPr>
                        </a:p>
                        <a:p>
                          <a:pPr algn="ct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a:cs typeface="Verdana"/>
                                  </a:rPr>
                                  <m:t>⎻</m:t>
                                </m:r>
                                <m:r>
                                  <a:rPr lang="en-US" sz="2000" i="1">
                                    <a:effectLst/>
                                    <a:latin typeface="Cambria Math"/>
                                    <a:ea typeface="Verdana"/>
                                    <a:cs typeface="Verdana"/>
                                  </a:rPr>
                                  <m:t>7.5</m:t>
                                </m:r>
                              </m:oMath>
                            </m:oMathPara>
                          </a14:m>
                          <a:endParaRPr lang="en-US" sz="2000" i="1" dirty="0">
                            <a:effectLst/>
                            <a:latin typeface="Verdana" pitchFamily="34" charset="0"/>
                            <a:ea typeface="Verdana" pitchFamily="34" charset="0"/>
                            <a:cs typeface="Cambria Math"/>
                          </a:endParaRPr>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nSpc>
                              <a:spcPct val="107000"/>
                            </a:lnSpc>
                            <a:spcAft>
                              <a:spcPts val="0"/>
                            </a:spcAft>
                            <a:buFont typeface="Symbol"/>
                            <a:buChar char=""/>
                          </a:pPr>
                          <a:r>
                            <a:rPr lang="en-US" sz="2000" i="0" dirty="0">
                              <a:effectLst/>
                              <a:latin typeface="Verdana" pitchFamily="34" charset="0"/>
                              <a:ea typeface="Verdana" pitchFamily="34" charset="0"/>
                              <a:cs typeface="Verdana"/>
                            </a:rPr>
                            <a:t>Evaluate expressions with exponents.</a:t>
                          </a:r>
                          <a:endParaRPr lang="en-US" sz="2000" i="1" dirty="0">
                            <a:effectLst/>
                            <a:latin typeface="Verdana" pitchFamily="34" charset="0"/>
                            <a:ea typeface="Verdana" pitchFamily="34" charset="0"/>
                            <a:cs typeface="Cambria Math"/>
                          </a:endParaRPr>
                        </a:p>
                        <a:p>
                          <a:pPr marL="342900" lvl="0" indent="-342900">
                            <a:lnSpc>
                              <a:spcPct val="107000"/>
                            </a:lnSpc>
                            <a:spcAft>
                              <a:spcPts val="0"/>
                            </a:spcAft>
                            <a:buFont typeface="Symbol"/>
                            <a:buChar char=""/>
                          </a:pPr>
                          <a:r>
                            <a:rPr lang="en-US" sz="2000" i="0" dirty="0">
                              <a:effectLst/>
                              <a:latin typeface="Verdana" pitchFamily="34" charset="0"/>
                              <a:ea typeface="Verdana" pitchFamily="34" charset="0"/>
                              <a:cs typeface="Verdana"/>
                            </a:rPr>
                            <a:t>Perform operations inside grouping symbols.</a:t>
                          </a:r>
                          <a:endParaRPr lang="en-US" sz="2000" i="1" dirty="0">
                            <a:effectLst/>
                            <a:latin typeface="Verdana" pitchFamily="34" charset="0"/>
                            <a:ea typeface="Verdana" pitchFamily="34" charset="0"/>
                            <a:cs typeface="Cambria Math"/>
                          </a:endParaRPr>
                        </a:p>
                        <a:p>
                          <a:pPr marL="342900" lvl="0" indent="-342900">
                            <a:lnSpc>
                              <a:spcPct val="107000"/>
                            </a:lnSpc>
                            <a:spcAft>
                              <a:spcPts val="0"/>
                            </a:spcAft>
                            <a:buFont typeface="Symbol"/>
                            <a:buChar char=""/>
                          </a:pPr>
                          <a:r>
                            <a:rPr lang="en-US" sz="2000" i="0" dirty="0">
                              <a:effectLst/>
                              <a:latin typeface="Verdana" pitchFamily="34" charset="0"/>
                              <a:ea typeface="Verdana" pitchFamily="34" charset="0"/>
                              <a:cs typeface="Verdana"/>
                            </a:rPr>
                            <a:t>Perform multiplication and division in order from left to right. </a:t>
                          </a:r>
                          <a:endParaRPr lang="en-US" sz="2000" i="1" dirty="0">
                            <a:effectLst/>
                            <a:latin typeface="Verdana" pitchFamily="34" charset="0"/>
                            <a:ea typeface="Verdana" pitchFamily="34" charset="0"/>
                            <a:cs typeface="Cambria Math"/>
                          </a:endParaRPr>
                        </a:p>
                        <a:p>
                          <a:pPr marL="342900" lvl="0" indent="-342900">
                            <a:lnSpc>
                              <a:spcPct val="107000"/>
                            </a:lnSpc>
                            <a:spcAft>
                              <a:spcPts val="0"/>
                            </a:spcAft>
                            <a:buFont typeface="Symbol"/>
                            <a:buChar char=""/>
                          </a:pPr>
                          <a:r>
                            <a:rPr lang="en-US" sz="2000" i="0" dirty="0">
                              <a:effectLst/>
                              <a:latin typeface="Verdana" pitchFamily="34" charset="0"/>
                              <a:ea typeface="Verdana" pitchFamily="34" charset="0"/>
                              <a:cs typeface="Verdana"/>
                            </a:rPr>
                            <a:t>Perform addition and subtraction in order from left to right. </a:t>
                          </a:r>
                          <a:endParaRPr lang="en-US" sz="2000" i="1" dirty="0">
                            <a:effectLst/>
                            <a:latin typeface="Verdana" pitchFamily="34" charset="0"/>
                            <a:ea typeface="Verdana" pitchFamily="34" charset="0"/>
                            <a:cs typeface="Cambria Math"/>
                          </a:endParaRPr>
                        </a:p>
                      </a:txBody>
                      <a:tcPr marL="182880" marR="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43412961"/>
                  </p:ext>
                </p:extLst>
              </p:nvPr>
            </p:nvGraphicFramePr>
            <p:xfrm>
              <a:off x="2484120" y="2222024"/>
              <a:ext cx="7223760" cy="3340100"/>
            </p:xfrm>
            <a:graphic>
              <a:graphicData uri="http://schemas.openxmlformats.org/drawingml/2006/table">
                <a:tbl>
                  <a:tblPr firstRow="1" firstCol="1" bandRow="1"/>
                  <a:tblGrid>
                    <a:gridCol w="237744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tblGrid>
                  <a:tr h="3340100">
                    <a:tc>
                      <a:txBody>
                        <a:bodyPr/>
                        <a:lstStyle/>
                        <a:p>
                          <a:endParaRPr lang="en-US"/>
                        </a:p>
                      </a:txBody>
                      <a:tcPr marL="68580" marR="685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32" r="-203723" b="-758"/>
                          </a:stretch>
                        </a:blipFill>
                      </a:tcPr>
                    </a:tc>
                    <a:tc>
                      <a:txBody>
                        <a:bodyPr/>
                        <a:lstStyle/>
                        <a:p>
                          <a:pPr marL="342900" lvl="0" indent="-342900">
                            <a:lnSpc>
                              <a:spcPct val="107000"/>
                            </a:lnSpc>
                            <a:spcAft>
                              <a:spcPts val="0"/>
                            </a:spcAft>
                            <a:buFont typeface="Symbol"/>
                            <a:buChar char=""/>
                          </a:pPr>
                          <a:r>
                            <a:rPr lang="en-US" sz="2000" i="0" dirty="0">
                              <a:effectLst/>
                              <a:latin typeface="Verdana" pitchFamily="34" charset="0"/>
                              <a:ea typeface="Verdana" pitchFamily="34" charset="0"/>
                              <a:cs typeface="Verdana"/>
                            </a:rPr>
                            <a:t>Evaluate expressions with exponents.</a:t>
                          </a:r>
                          <a:endParaRPr lang="en-US" sz="2000" i="1" dirty="0">
                            <a:effectLst/>
                            <a:latin typeface="Verdana" pitchFamily="34" charset="0"/>
                            <a:ea typeface="Verdana" pitchFamily="34" charset="0"/>
                            <a:cs typeface="Cambria Math"/>
                          </a:endParaRPr>
                        </a:p>
                        <a:p>
                          <a:pPr marL="342900" lvl="0" indent="-342900">
                            <a:lnSpc>
                              <a:spcPct val="107000"/>
                            </a:lnSpc>
                            <a:spcAft>
                              <a:spcPts val="0"/>
                            </a:spcAft>
                            <a:buFont typeface="Symbol"/>
                            <a:buChar char=""/>
                          </a:pPr>
                          <a:r>
                            <a:rPr lang="en-US" sz="2000" i="0" dirty="0">
                              <a:effectLst/>
                              <a:latin typeface="Verdana" pitchFamily="34" charset="0"/>
                              <a:ea typeface="Verdana" pitchFamily="34" charset="0"/>
                              <a:cs typeface="Verdana"/>
                            </a:rPr>
                            <a:t>Perform operations inside grouping symbols.</a:t>
                          </a:r>
                          <a:endParaRPr lang="en-US" sz="2000" i="1" dirty="0">
                            <a:effectLst/>
                            <a:latin typeface="Verdana" pitchFamily="34" charset="0"/>
                            <a:ea typeface="Verdana" pitchFamily="34" charset="0"/>
                            <a:cs typeface="Cambria Math"/>
                          </a:endParaRPr>
                        </a:p>
                        <a:p>
                          <a:pPr marL="342900" lvl="0" indent="-342900">
                            <a:lnSpc>
                              <a:spcPct val="107000"/>
                            </a:lnSpc>
                            <a:spcAft>
                              <a:spcPts val="0"/>
                            </a:spcAft>
                            <a:buFont typeface="Symbol"/>
                            <a:buChar char=""/>
                          </a:pPr>
                          <a:r>
                            <a:rPr lang="en-US" sz="2000" i="0" dirty="0">
                              <a:effectLst/>
                              <a:latin typeface="Verdana" pitchFamily="34" charset="0"/>
                              <a:ea typeface="Verdana" pitchFamily="34" charset="0"/>
                              <a:cs typeface="Verdana"/>
                            </a:rPr>
                            <a:t>Perform multiplication and division in order from left to right. </a:t>
                          </a:r>
                          <a:endParaRPr lang="en-US" sz="2000" i="1" dirty="0">
                            <a:effectLst/>
                            <a:latin typeface="Verdana" pitchFamily="34" charset="0"/>
                            <a:ea typeface="Verdana" pitchFamily="34" charset="0"/>
                            <a:cs typeface="Cambria Math"/>
                          </a:endParaRPr>
                        </a:p>
                        <a:p>
                          <a:pPr marL="342900" lvl="0" indent="-342900">
                            <a:lnSpc>
                              <a:spcPct val="107000"/>
                            </a:lnSpc>
                            <a:spcAft>
                              <a:spcPts val="0"/>
                            </a:spcAft>
                            <a:buFont typeface="Symbol"/>
                            <a:buChar char=""/>
                          </a:pPr>
                          <a:r>
                            <a:rPr lang="en-US" sz="2000" i="0" dirty="0">
                              <a:effectLst/>
                              <a:latin typeface="Verdana" pitchFamily="34" charset="0"/>
                              <a:ea typeface="Verdana" pitchFamily="34" charset="0"/>
                              <a:cs typeface="Verdana"/>
                            </a:rPr>
                            <a:t>Perform addition and subtraction in order from left to right. </a:t>
                          </a:r>
                          <a:endParaRPr lang="en-US" sz="2000" i="1" dirty="0">
                            <a:effectLst/>
                            <a:latin typeface="Verdana" pitchFamily="34" charset="0"/>
                            <a:ea typeface="Verdana" pitchFamily="34" charset="0"/>
                            <a:cs typeface="Cambria Math"/>
                          </a:endParaRPr>
                        </a:p>
                      </a:txBody>
                      <a:tcPr marL="182880" marR="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Fallback>
      </mc:AlternateContent>
      <p:sp>
        <p:nvSpPr>
          <p:cNvPr id="8" name="Google Shape;282;g104476d1465_1_17"/>
          <p:cNvSpPr txBox="1"/>
          <p:nvPr/>
        </p:nvSpPr>
        <p:spPr>
          <a:xfrm>
            <a:off x="8890841" y="649040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a:t>
            </a:r>
            <a:endParaRPr i="1" dirty="0">
              <a:latin typeface="Calibri"/>
              <a:ea typeface="Calibri"/>
              <a:cs typeface="Calibri"/>
              <a:sym typeface="Calibri"/>
            </a:endParaRPr>
          </a:p>
        </p:txBody>
      </p:sp>
    </p:spTree>
    <p:extLst>
      <p:ext uri="{BB962C8B-B14F-4D97-AF65-F5344CB8AC3E}">
        <p14:creationId xmlns:p14="http://schemas.microsoft.com/office/powerpoint/2010/main" val="1930648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0445"/>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944117" y="495254"/>
            <a:ext cx="8443467"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8.4.6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1196817" y="495254"/>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759C3E41-93EC-B84D-963F-86A3B15AC1C6}"/>
              </a:ext>
            </a:extLst>
          </p:cNvPr>
          <p:cNvSpPr txBox="1"/>
          <p:nvPr/>
        </p:nvSpPr>
        <p:spPr>
          <a:xfrm>
            <a:off x="1306286" y="1386026"/>
            <a:ext cx="9349014" cy="1015663"/>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Evaluate each expression without using a calculator. </a:t>
            </a:r>
            <a:br>
              <a:rPr lang="en-US" sz="2000" dirty="0">
                <a:latin typeface="Verdana"/>
                <a:ea typeface="Verdana"/>
                <a:cs typeface="Verdana"/>
              </a:rPr>
            </a:br>
            <a:r>
              <a:rPr lang="en-US" sz="2000" dirty="0">
                <a:latin typeface="Verdana"/>
                <a:ea typeface="Verdana"/>
                <a:cs typeface="Verdana"/>
              </a:rPr>
              <a:t>Write an explanation using the order of operations next to each step.</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211223277"/>
                  </p:ext>
                </p:extLst>
              </p:nvPr>
            </p:nvGraphicFramePr>
            <p:xfrm>
              <a:off x="2644776" y="2539986"/>
              <a:ext cx="7210425" cy="1828800"/>
            </p:xfrm>
            <a:graphic>
              <a:graphicData uri="http://schemas.openxmlformats.org/drawingml/2006/table">
                <a:tbl>
                  <a:tblPr firstRow="1" firstCol="1" bandRow="1"/>
                  <a:tblGrid>
                    <a:gridCol w="2103120">
                      <a:extLst>
                        <a:ext uri="{9D8B030D-6E8A-4147-A177-3AD203B41FA5}">
                          <a16:colId xmlns:a16="http://schemas.microsoft.com/office/drawing/2014/main" val="20000"/>
                        </a:ext>
                      </a:extLst>
                    </a:gridCol>
                    <a:gridCol w="5107305">
                      <a:extLst>
                        <a:ext uri="{9D8B030D-6E8A-4147-A177-3AD203B41FA5}">
                          <a16:colId xmlns:a16="http://schemas.microsoft.com/office/drawing/2014/main" val="20001"/>
                        </a:ext>
                      </a:extLst>
                    </a:gridCol>
                  </a:tblGrid>
                  <a:tr h="45720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d>
                                  <m:dPr>
                                    <m:begChr m:val="|"/>
                                    <m:endChr m:val="|"/>
                                    <m:ctrlPr>
                                      <a:rPr lang="en-US" sz="2000" b="1" i="1">
                                        <a:effectLst/>
                                        <a:latin typeface="Cambria Math" panose="02040503050406030204" pitchFamily="18" charset="0"/>
                                        <a:ea typeface="Verdana"/>
                                        <a:cs typeface="Verdana"/>
                                      </a:rPr>
                                    </m:ctrlPr>
                                  </m:dPr>
                                  <m:e>
                                    <m:r>
                                      <a:rPr lang="en-US" sz="2000" b="1" i="1">
                                        <a:effectLst/>
                                        <a:latin typeface="Cambria Math"/>
                                        <a:ea typeface="Verdana"/>
                                        <a:cs typeface="Verdana"/>
                                      </a:rPr>
                                      <m:t>𝟖</m:t>
                                    </m:r>
                                    <m:r>
                                      <a:rPr lang="en-US" sz="2000" b="1" i="1">
                                        <a:effectLst/>
                                        <a:latin typeface="Cambria Math"/>
                                        <a:ea typeface="Verdana"/>
                                        <a:cs typeface="Verdana"/>
                                      </a:rPr>
                                      <m:t>−</m:t>
                                    </m:r>
                                    <m:r>
                                      <a:rPr lang="en-US" sz="2000" b="1" i="1">
                                        <a:effectLst/>
                                        <a:latin typeface="Cambria Math"/>
                                        <a:ea typeface="Verdana"/>
                                        <a:cs typeface="Verdana"/>
                                      </a:rPr>
                                      <m:t>𝟏𝟎</m:t>
                                    </m:r>
                                  </m:e>
                                </m:d>
                                <m:r>
                                  <a:rPr lang="en-US" sz="2000" b="1" i="1">
                                    <a:effectLst/>
                                    <a:latin typeface="Cambria Math"/>
                                    <a:ea typeface="Verdana"/>
                                    <a:cs typeface="Verdana"/>
                                  </a:rPr>
                                  <m:t>÷</m:t>
                                </m:r>
                                <m:d>
                                  <m:dPr>
                                    <m:ctrlPr>
                                      <a:rPr lang="en-US" sz="2000" b="1" i="1">
                                        <a:effectLst/>
                                        <a:latin typeface="Cambria Math" panose="02040503050406030204" pitchFamily="18" charset="0"/>
                                        <a:ea typeface="Verdana"/>
                                        <a:cs typeface="Verdana"/>
                                      </a:rPr>
                                    </m:ctrlPr>
                                  </m:dPr>
                                  <m:e>
                                    <m:r>
                                      <a:rPr lang="en-US" sz="2000" b="1" i="1">
                                        <a:effectLst/>
                                        <a:latin typeface="Cambria Math"/>
                                        <a:ea typeface="Verdana"/>
                                        <a:cs typeface="Verdana"/>
                                      </a:rPr>
                                      <m:t>−</m:t>
                                    </m:r>
                                    <m:r>
                                      <a:rPr lang="en-US" sz="2000" b="1" i="1">
                                        <a:effectLst/>
                                        <a:latin typeface="Cambria Math"/>
                                        <a:ea typeface="Verdana"/>
                                        <a:cs typeface="Verdana"/>
                                      </a:rPr>
                                      <m:t>𝟏𝟐</m:t>
                                    </m:r>
                                  </m:e>
                                </m:d>
                              </m:oMath>
                            </m:oMathPara>
                          </a14:m>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Explanation</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pP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211223277"/>
                  </p:ext>
                </p:extLst>
              </p:nvPr>
            </p:nvGraphicFramePr>
            <p:xfrm>
              <a:off x="2644776" y="2539986"/>
              <a:ext cx="7210425" cy="1828800"/>
            </p:xfrm>
            <a:graphic>
              <a:graphicData uri="http://schemas.openxmlformats.org/drawingml/2006/table">
                <a:tbl>
                  <a:tblPr firstRow="1" firstCol="1" bandRow="1"/>
                  <a:tblGrid>
                    <a:gridCol w="2103120">
                      <a:extLst>
                        <a:ext uri="{9D8B030D-6E8A-4147-A177-3AD203B41FA5}">
                          <a16:colId xmlns:a16="http://schemas.microsoft.com/office/drawing/2014/main" val="20000"/>
                        </a:ext>
                      </a:extLst>
                    </a:gridCol>
                    <a:gridCol w="5107305">
                      <a:extLst>
                        <a:ext uri="{9D8B030D-6E8A-4147-A177-3AD203B41FA5}">
                          <a16:colId xmlns:a16="http://schemas.microsoft.com/office/drawing/2014/main" val="20001"/>
                        </a:ext>
                      </a:extLst>
                    </a:gridCol>
                  </a:tblGrid>
                  <a:tr h="457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02" r="-243373" b="-308333"/>
                          </a:stretch>
                        </a:blip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Explanation</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pP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p:cNvGraphicFramePr>
                <a:graphicFrameLocks noGrp="1"/>
              </p:cNvGraphicFramePr>
              <p:nvPr>
                <p:extLst>
                  <p:ext uri="{D42A27DB-BD31-4B8C-83A1-F6EECF244321}">
                    <p14:modId xmlns:p14="http://schemas.microsoft.com/office/powerpoint/2010/main" val="1575252952"/>
                  </p:ext>
                </p:extLst>
              </p:nvPr>
            </p:nvGraphicFramePr>
            <p:xfrm>
              <a:off x="2639124" y="4571986"/>
              <a:ext cx="7210425" cy="1828800"/>
            </p:xfrm>
            <a:graphic>
              <a:graphicData uri="http://schemas.openxmlformats.org/drawingml/2006/table">
                <a:tbl>
                  <a:tblPr firstRow="1" firstCol="1" bandRow="1"/>
                  <a:tblGrid>
                    <a:gridCol w="2103120">
                      <a:extLst>
                        <a:ext uri="{9D8B030D-6E8A-4147-A177-3AD203B41FA5}">
                          <a16:colId xmlns:a16="http://schemas.microsoft.com/office/drawing/2014/main" val="20000"/>
                        </a:ext>
                      </a:extLst>
                    </a:gridCol>
                    <a:gridCol w="5107305">
                      <a:extLst>
                        <a:ext uri="{9D8B030D-6E8A-4147-A177-3AD203B41FA5}">
                          <a16:colId xmlns:a16="http://schemas.microsoft.com/office/drawing/2014/main" val="20001"/>
                        </a:ext>
                      </a:extLst>
                    </a:gridCol>
                  </a:tblGrid>
                  <a:tr h="45720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US" sz="2000" b="1" i="1" smtClean="0">
                                        <a:effectLst/>
                                        <a:latin typeface="Cambria Math" panose="02040503050406030204" pitchFamily="18" charset="0"/>
                                        <a:ea typeface="Verdana"/>
                                        <a:cs typeface="Verdana"/>
                                      </a:rPr>
                                    </m:ctrlPr>
                                  </m:sSupPr>
                                  <m:e>
                                    <m:d>
                                      <m:dPr>
                                        <m:ctrlPr>
                                          <a:rPr lang="en-US" sz="2000" b="1" i="1">
                                            <a:effectLst/>
                                            <a:latin typeface="Cambria Math" panose="02040503050406030204" pitchFamily="18" charset="0"/>
                                            <a:ea typeface="Verdana"/>
                                            <a:cs typeface="Verdana"/>
                                          </a:rPr>
                                        </m:ctrlPr>
                                      </m:dPr>
                                      <m:e>
                                        <m:r>
                                          <a:rPr lang="en-US" sz="2000" b="1" i="1">
                                            <a:effectLst/>
                                            <a:latin typeface="Cambria Math"/>
                                            <a:ea typeface="Verdana"/>
                                            <a:cs typeface="Verdana"/>
                                          </a:rPr>
                                          <m:t>𝟏</m:t>
                                        </m:r>
                                        <m:r>
                                          <a:rPr lang="en-US" sz="2000" b="1">
                                            <a:effectLst/>
                                            <a:latin typeface="Cambria Math"/>
                                            <a:ea typeface="Verdana"/>
                                            <a:cs typeface="Verdana"/>
                                          </a:rPr>
                                          <m:t>.</m:t>
                                        </m:r>
                                        <m:r>
                                          <a:rPr lang="en-US" sz="2000" b="1" i="1">
                                            <a:effectLst/>
                                            <a:latin typeface="Cambria Math"/>
                                            <a:ea typeface="Verdana"/>
                                            <a:cs typeface="Verdana"/>
                                          </a:rPr>
                                          <m:t>𝟓</m:t>
                                        </m:r>
                                        <m:r>
                                          <a:rPr lang="en-US" sz="2000" b="1">
                                            <a:effectLst/>
                                            <a:latin typeface="Cambria Math"/>
                                            <a:ea typeface="Verdana"/>
                                            <a:cs typeface="Verdana"/>
                                          </a:rPr>
                                          <m:t>×</m:t>
                                        </m:r>
                                        <m:r>
                                          <a:rPr lang="en-US" sz="2000" b="1" i="1">
                                            <a:effectLst/>
                                            <a:latin typeface="Cambria Math"/>
                                            <a:ea typeface="Verdana"/>
                                            <a:cs typeface="Verdana"/>
                                          </a:rPr>
                                          <m:t>𝟐</m:t>
                                        </m:r>
                                      </m:e>
                                    </m:d>
                                  </m:e>
                                  <m:sup>
                                    <m:r>
                                      <a:rPr lang="en-US" sz="2000" b="1" i="1">
                                        <a:effectLst/>
                                        <a:latin typeface="Cambria Math"/>
                                        <a:ea typeface="Verdana"/>
                                        <a:cs typeface="Verdana"/>
                                      </a:rPr>
                                      <m:t>𝟐</m:t>
                                    </m:r>
                                  </m:sup>
                                </m:sSup>
                                <m:r>
                                  <a:rPr lang="en-US" sz="2000" b="1">
                                    <a:effectLst/>
                                    <a:latin typeface="Cambria Math"/>
                                    <a:ea typeface="Verdana"/>
                                    <a:cs typeface="Verdana"/>
                                  </a:rPr>
                                  <m:t>÷</m:t>
                                </m:r>
                                <m:r>
                                  <a:rPr lang="en-US" sz="2000" b="1" i="1">
                                    <a:effectLst/>
                                    <a:latin typeface="Cambria Math"/>
                                    <a:ea typeface="Verdana"/>
                                    <a:cs typeface="Verdana"/>
                                  </a:rPr>
                                  <m:t>𝟐</m:t>
                                </m:r>
                              </m:oMath>
                            </m:oMathPara>
                          </a14:m>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Explanation</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pP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13" name="Table 12"/>
              <p:cNvGraphicFramePr>
                <a:graphicFrameLocks noGrp="1"/>
              </p:cNvGraphicFramePr>
              <p:nvPr>
                <p:extLst>
                  <p:ext uri="{D42A27DB-BD31-4B8C-83A1-F6EECF244321}">
                    <p14:modId xmlns:p14="http://schemas.microsoft.com/office/powerpoint/2010/main" val="1575252952"/>
                  </p:ext>
                </p:extLst>
              </p:nvPr>
            </p:nvGraphicFramePr>
            <p:xfrm>
              <a:off x="2639124" y="4571986"/>
              <a:ext cx="7210425" cy="1828800"/>
            </p:xfrm>
            <a:graphic>
              <a:graphicData uri="http://schemas.openxmlformats.org/drawingml/2006/table">
                <a:tbl>
                  <a:tblPr firstRow="1" firstCol="1" bandRow="1"/>
                  <a:tblGrid>
                    <a:gridCol w="2103120">
                      <a:extLst>
                        <a:ext uri="{9D8B030D-6E8A-4147-A177-3AD203B41FA5}">
                          <a16:colId xmlns:a16="http://schemas.microsoft.com/office/drawing/2014/main" val="20000"/>
                        </a:ext>
                      </a:extLst>
                    </a:gridCol>
                    <a:gridCol w="5107305">
                      <a:extLst>
                        <a:ext uri="{9D8B030D-6E8A-4147-A177-3AD203B41FA5}">
                          <a16:colId xmlns:a16="http://schemas.microsoft.com/office/drawing/2014/main" val="20001"/>
                        </a:ext>
                      </a:extLst>
                    </a:gridCol>
                  </a:tblGrid>
                  <a:tr h="457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602" r="-243373" b="-308333"/>
                          </a:stretch>
                        </a:blip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Explanation</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pP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a:lnSpc>
                              <a:spcPct val="107000"/>
                            </a:lnSpc>
                            <a:spcAft>
                              <a:spcPts val="0"/>
                            </a:spcAft>
                          </a:pPr>
                          <a:r>
                            <a:rPr lang="en-US" sz="2000" i="0">
                              <a:solidFill>
                                <a:srgbClr val="FF0000"/>
                              </a:solidFill>
                              <a:effectLst/>
                              <a:latin typeface="Verdana" pitchFamily="34" charset="0"/>
                              <a:ea typeface="Verdana" pitchFamily="34" charset="0"/>
                              <a:cs typeface="Verdana"/>
                            </a:rPr>
                            <a:t> </a:t>
                          </a:r>
                          <a:endParaRPr lang="en-US" sz="2000" i="1">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US" sz="2000" i="0" dirty="0">
                              <a:solidFill>
                                <a:srgbClr val="FF0000"/>
                              </a:solidFill>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14" name="Google Shape;282;g104476d1465_1_17"/>
          <p:cNvSpPr txBox="1"/>
          <p:nvPr/>
        </p:nvSpPr>
        <p:spPr>
          <a:xfrm>
            <a:off x="8889924" y="646752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306286" y="520393"/>
                <a:ext cx="9028615" cy="4264822"/>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Verdana"/>
                    <a:cs typeface="Verdana"/>
                  </a:rPr>
                  <a:t>Evaluate each expression.</a:t>
                </a:r>
              </a:p>
              <a:p>
                <a:pPr marL="457200" indent="-457200">
                  <a:buFont typeface="+mj-lt"/>
                  <a:buAutoNum type="arabicPeriod" startAt="2"/>
                </a:pPr>
                <a:endParaRPr lang="en-PH" sz="2000" dirty="0">
                  <a:latin typeface="Verdana"/>
                  <a:ea typeface="Verdana"/>
                  <a:cs typeface="Verdana" panose="020B0604030504040204" pitchFamily="34" charset="0"/>
                </a:endParaRPr>
              </a:p>
              <a:p>
                <a:pPr marL="914400" indent="-457200"/>
                <a:r>
                  <a:rPr lang="en-PH" sz="2000" dirty="0">
                    <a:latin typeface="Verdana"/>
                    <a:ea typeface="Verdana"/>
                    <a:cs typeface="Verdana" panose="020B0604030504040204" pitchFamily="34" charset="0"/>
                  </a:rPr>
                  <a:t>a.	</a:t>
                </a:r>
                <a14:m>
                  <m:oMath xmlns:m="http://schemas.openxmlformats.org/officeDocument/2006/math">
                    <m:f>
                      <m:fPr>
                        <m:ctrlPr>
                          <a:rPr lang="en-US" sz="2000" i="1">
                            <a:latin typeface="Cambria Math" panose="02040503050406030204" pitchFamily="18" charset="0"/>
                            <a:ea typeface="Verdana"/>
                            <a:cs typeface="Verdana"/>
                          </a:rPr>
                        </m:ctrlPr>
                      </m:fPr>
                      <m:num>
                        <m:sSup>
                          <m:sSupPr>
                            <m:ctrlPr>
                              <a:rPr lang="en-US" sz="2000" i="1">
                                <a:latin typeface="Cambria Math" panose="02040503050406030204" pitchFamily="18" charset="0"/>
                                <a:ea typeface="Verdana"/>
                                <a:cs typeface="Verdana"/>
                              </a:rPr>
                            </m:ctrlPr>
                          </m:sSupPr>
                          <m:e>
                            <m:d>
                              <m:dPr>
                                <m:ctrlPr>
                                  <a:rPr lang="en-US" sz="2000" i="1">
                                    <a:latin typeface="Cambria Math" panose="02040503050406030204" pitchFamily="18" charset="0"/>
                                    <a:ea typeface="Verdana"/>
                                    <a:cs typeface="Verdana"/>
                                  </a:rPr>
                                </m:ctrlPr>
                              </m:dPr>
                              <m:e>
                                <m:r>
                                  <a:rPr lang="en-US" sz="2000" i="1">
                                    <a:latin typeface="Cambria Math"/>
                                    <a:ea typeface="Verdana"/>
                                    <a:cs typeface="Verdana"/>
                                  </a:rPr>
                                  <m:t>−</m:t>
                                </m:r>
                                <m:r>
                                  <a:rPr lang="en-US" sz="2000">
                                    <a:latin typeface="Cambria Math"/>
                                    <a:ea typeface="Verdana"/>
                                    <a:cs typeface="Verdana"/>
                                  </a:rPr>
                                  <m:t>8×0.25</m:t>
                                </m:r>
                              </m:e>
                            </m:d>
                          </m:e>
                          <m:sup>
                            <m:r>
                              <a:rPr lang="en-US" sz="2000">
                                <a:latin typeface="Cambria Math"/>
                                <a:ea typeface="Verdana"/>
                                <a:cs typeface="Verdana"/>
                              </a:rPr>
                              <m:t>4</m:t>
                            </m:r>
                          </m:sup>
                        </m:sSup>
                      </m:num>
                      <m:den>
                        <m:r>
                          <a:rPr lang="en-US" sz="2000">
                            <a:latin typeface="Cambria Math"/>
                            <a:ea typeface="Verdana"/>
                            <a:cs typeface="Verdana"/>
                          </a:rPr>
                          <m:t>5</m:t>
                        </m:r>
                      </m:den>
                    </m:f>
                  </m:oMath>
                </a14:m>
                <a:endParaRPr lang="en-PH" sz="2000" dirty="0">
                  <a:latin typeface="Verdana"/>
                  <a:ea typeface="Cambria Math"/>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PH" sz="2000" dirty="0">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r>
                      <a:rPr lang="en-US" sz="2000">
                        <a:latin typeface="Cambria Math"/>
                        <a:ea typeface="Verdana"/>
                        <a:cs typeface="Verdana"/>
                      </a:rPr>
                      <m:t>4×</m:t>
                    </m:r>
                    <m:d>
                      <m:dPr>
                        <m:begChr m:val="|"/>
                        <m:endChr m:val="|"/>
                        <m:ctrlPr>
                          <a:rPr lang="en-US" sz="2000" i="1">
                            <a:latin typeface="Cambria Math" panose="02040503050406030204" pitchFamily="18" charset="0"/>
                            <a:ea typeface="Verdana"/>
                            <a:cs typeface="Verdana"/>
                          </a:rPr>
                        </m:ctrlPr>
                      </m:dPr>
                      <m:e>
                        <m:r>
                          <a:rPr lang="en-US" sz="2000">
                            <a:latin typeface="Cambria Math"/>
                            <a:ea typeface="Verdana"/>
                            <a:cs typeface="Verdana"/>
                          </a:rPr>
                          <m:t>10.6×</m:t>
                        </m:r>
                        <m:d>
                          <m:dPr>
                            <m:ctrlPr>
                              <a:rPr lang="en-US" sz="2000" i="1">
                                <a:latin typeface="Cambria Math" panose="02040503050406030204" pitchFamily="18" charset="0"/>
                                <a:ea typeface="Verdana"/>
                                <a:cs typeface="Verdana"/>
                              </a:rPr>
                            </m:ctrlPr>
                          </m:dPr>
                          <m:e>
                            <m:r>
                              <a:rPr lang="en-US" sz="2000" i="1">
                                <a:latin typeface="Cambria Math"/>
                                <a:ea typeface="Verdana"/>
                                <a:cs typeface="Verdana"/>
                              </a:rPr>
                              <m:t>−</m:t>
                            </m:r>
                            <m:r>
                              <a:rPr lang="en-US" sz="2000">
                                <a:latin typeface="Cambria Math"/>
                                <a:ea typeface="Verdana"/>
                                <a:cs typeface="Verdana"/>
                              </a:rPr>
                              <m:t>0.3</m:t>
                            </m:r>
                          </m:e>
                        </m:d>
                      </m:e>
                    </m:d>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PH" sz="2000" dirty="0">
                    <a:latin typeface="Verdana" panose="020B0604030504040204" pitchFamily="34" charset="0"/>
                    <a:ea typeface="Verdana" panose="020B0604030504040204" pitchFamily="34" charset="0"/>
                    <a:cs typeface="Verdana" panose="020B0604030504040204" pitchFamily="34" charset="0"/>
                  </a:rPr>
                  <a:t>c.	</a:t>
                </a:r>
                <a14:m>
                  <m:oMath xmlns:m="http://schemas.openxmlformats.org/officeDocument/2006/math">
                    <m:sSup>
                      <m:sSupPr>
                        <m:ctrlPr>
                          <a:rPr lang="en-US" sz="2000" i="1">
                            <a:latin typeface="Cambria Math" panose="02040503050406030204" pitchFamily="18" charset="0"/>
                            <a:ea typeface="Verdana"/>
                            <a:cs typeface="Verdana"/>
                          </a:rPr>
                        </m:ctrlPr>
                      </m:sSupPr>
                      <m:e>
                        <m:d>
                          <m:dPr>
                            <m:ctrlPr>
                              <a:rPr lang="en-US" sz="2000" i="1">
                                <a:latin typeface="Cambria Math" panose="02040503050406030204" pitchFamily="18" charset="0"/>
                                <a:ea typeface="Verdana"/>
                                <a:cs typeface="Verdana"/>
                              </a:rPr>
                            </m:ctrlPr>
                          </m:dPr>
                          <m:e>
                            <m:r>
                              <a:rPr lang="en-US" sz="2000" i="1">
                                <a:latin typeface="Cambria Math"/>
                                <a:ea typeface="Verdana"/>
                                <a:cs typeface="Verdana"/>
                              </a:rPr>
                              <m:t>−</m:t>
                            </m:r>
                            <m:r>
                              <a:rPr lang="en-US" sz="2000">
                                <a:latin typeface="Cambria Math"/>
                                <a:ea typeface="Verdana"/>
                                <a:cs typeface="Verdana"/>
                              </a:rPr>
                              <m:t>95×0.7</m:t>
                            </m:r>
                          </m:e>
                        </m:d>
                      </m:e>
                      <m:sup>
                        <m:r>
                          <a:rPr lang="en-US" sz="2000">
                            <a:latin typeface="Cambria Math"/>
                            <a:ea typeface="Verdana"/>
                            <a:cs typeface="Verdana"/>
                          </a:rPr>
                          <m:t>2</m:t>
                        </m:r>
                      </m:sup>
                    </m:sSup>
                    <m:r>
                      <a:rPr lang="en-US" sz="2000">
                        <a:latin typeface="Cambria Math"/>
                        <a:ea typeface="Verdana"/>
                        <a:cs typeface="Verdana"/>
                      </a:rPr>
                      <m:t>+8.75</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306286" y="520393"/>
                <a:ext cx="9028615" cy="4264822"/>
              </a:xfrm>
              <a:prstGeom prst="rect">
                <a:avLst/>
              </a:prstGeom>
              <a:blipFill>
                <a:blip r:embed="rId4"/>
                <a:stretch>
                  <a:fillRect l="-743" t="-857" b="-1571"/>
                </a:stretch>
              </a:blipFill>
            </p:spPr>
            <p:txBody>
              <a:bodyPr/>
              <a:lstStyle/>
              <a:p>
                <a:r>
                  <a:rPr lang="en-US">
                    <a:noFill/>
                  </a:rPr>
                  <a:t> </a:t>
                </a:r>
              </a:p>
            </p:txBody>
          </p:sp>
        </mc:Fallback>
      </mc:AlternateContent>
      <p:sp>
        <p:nvSpPr>
          <p:cNvPr id="6"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a:t>
            </a:r>
            <a:endParaRPr i="1" dirty="0">
              <a:latin typeface="Calibri"/>
              <a:ea typeface="Calibri"/>
              <a:cs typeface="Calibri"/>
              <a:sym typeface="Calibri"/>
            </a:endParaRPr>
          </a:p>
        </p:txBody>
      </p:sp>
    </p:spTree>
    <p:extLst>
      <p:ext uri="{BB962C8B-B14F-4D97-AF65-F5344CB8AC3E}">
        <p14:creationId xmlns:p14="http://schemas.microsoft.com/office/powerpoint/2010/main" val="15310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306286" y="520393"/>
            <a:ext cx="9028615" cy="707886"/>
          </a:xfrm>
          <a:prstGeom prst="rect">
            <a:avLst/>
          </a:prstGeom>
          <a:noFill/>
        </p:spPr>
        <p:txBody>
          <a:bodyPr wrap="square" rtlCol="0">
            <a:spAutoFit/>
          </a:bodyPr>
          <a:lstStyle/>
          <a:p>
            <a:pPr marL="457200" indent="-457200">
              <a:buFont typeface="+mj-lt"/>
              <a:buAutoNum type="arabicPeriod" startAt="3"/>
            </a:pPr>
            <a:r>
              <a:rPr lang="en-US" sz="2000" dirty="0">
                <a:latin typeface="Verdana"/>
                <a:ea typeface="Verdana"/>
                <a:cs typeface="Verdana"/>
              </a:rPr>
              <a:t>Determine if the equations in the table are true or false. Show work to support your answer.</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543031606"/>
                  </p:ext>
                </p:extLst>
              </p:nvPr>
            </p:nvGraphicFramePr>
            <p:xfrm>
              <a:off x="2600684" y="1358265"/>
              <a:ext cx="7132320" cy="4998976"/>
            </p:xfrm>
            <a:graphic>
              <a:graphicData uri="http://schemas.openxmlformats.org/drawingml/2006/table">
                <a:tbl>
                  <a:tblPr firstRow="1" firstCol="1" bandRow="1"/>
                  <a:tblGrid>
                    <a:gridCol w="57607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57200">
                    <a:tc>
                      <a:txBody>
                        <a:bodyPr/>
                        <a:lstStyle/>
                        <a:p>
                          <a:pPr algn="ctr">
                            <a:lnSpc>
                              <a:spcPct val="107000"/>
                            </a:lnSpc>
                            <a:spcAft>
                              <a:spcPts val="0"/>
                            </a:spcAft>
                          </a:pPr>
                          <a:r>
                            <a:rPr lang="en-US" sz="2000" b="1" i="0" dirty="0">
                              <a:effectLst/>
                              <a:latin typeface="Verdana" pitchFamily="34" charset="0"/>
                              <a:ea typeface="Verdana" pitchFamily="34" charset="0"/>
                              <a:cs typeface="Verdana"/>
                            </a:rPr>
                            <a:t>Equation</a:t>
                          </a:r>
                          <a:endParaRPr lang="en-US" sz="2000" i="1" dirty="0">
                            <a:effectLst/>
                            <a:latin typeface="Verdana" pitchFamily="34" charset="0"/>
                            <a:ea typeface="Verdana" pitchFamily="34" charset="0"/>
                            <a:cs typeface="Cambria Math"/>
                          </a:endParaRPr>
                        </a:p>
                      </a:txBody>
                      <a:tcPr marL="42395" marR="423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True or </a:t>
                          </a:r>
                          <a:br>
                            <a:rPr lang="en-US" sz="2000" b="1" i="0" dirty="0">
                              <a:effectLst/>
                              <a:latin typeface="Verdana" pitchFamily="34" charset="0"/>
                              <a:ea typeface="Verdana" pitchFamily="34" charset="0"/>
                              <a:cs typeface="Verdana"/>
                            </a:rPr>
                          </a:br>
                          <a:r>
                            <a:rPr lang="en-US" sz="2000" b="1" i="0" dirty="0">
                              <a:effectLst/>
                              <a:latin typeface="Verdana" pitchFamily="34" charset="0"/>
                              <a:ea typeface="Verdana" pitchFamily="34" charset="0"/>
                              <a:cs typeface="Verdana"/>
                            </a:rPr>
                            <a:t>False?</a:t>
                          </a:r>
                          <a:endParaRPr lang="en-US" sz="2000" i="1" dirty="0">
                            <a:effectLst/>
                            <a:latin typeface="Verdana" pitchFamily="34" charset="0"/>
                            <a:ea typeface="Verdana" pitchFamily="34" charset="0"/>
                            <a:cs typeface="Cambria Math"/>
                          </a:endParaRPr>
                        </a:p>
                      </a:txBody>
                      <a:tcPr marL="42395" marR="423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pPr algn="ctr">
                            <a:lnSpc>
                              <a:spcPct val="107000"/>
                            </a:lnSpc>
                            <a:spcAft>
                              <a:spcPts val="0"/>
                            </a:spcAft>
                          </a:pPr>
                          <a14:m>
                            <m:oMath xmlns:m="http://schemas.openxmlformats.org/officeDocument/2006/math">
                              <m:d>
                                <m:dPr>
                                  <m:begChr m:val="|"/>
                                  <m:endChr m:val="|"/>
                                  <m:ctrlPr>
                                    <a:rPr lang="en-US" sz="2000" i="1">
                                      <a:effectLst/>
                                      <a:latin typeface="Cambria Math" panose="02040503050406030204" pitchFamily="18" charset="0"/>
                                      <a:ea typeface="Verdana"/>
                                      <a:cs typeface="Verdana"/>
                                    </a:rPr>
                                  </m:ctrlPr>
                                </m:dPr>
                                <m:e>
                                  <m:r>
                                    <a:rPr lang="en-US" sz="2000" i="1">
                                      <a:effectLst/>
                                      <a:latin typeface="Cambria Math"/>
                                      <a:ea typeface="Verdana"/>
                                      <a:cs typeface="Verdana"/>
                                    </a:rPr>
                                    <m:t>7.3−8.5</m:t>
                                  </m:r>
                                </m:e>
                              </m:d>
                              <m:r>
                                <a:rPr lang="en-US" sz="2000" i="1">
                                  <a:effectLst/>
                                  <a:latin typeface="Cambria Math"/>
                                  <a:ea typeface="Verdana"/>
                                  <a:cs typeface="Verdana"/>
                                </a:rPr>
                                <m:t>×</m:t>
                              </m:r>
                              <m:d>
                                <m:dPr>
                                  <m:ctrlPr>
                                    <a:rPr lang="en-US" sz="2000" i="1">
                                      <a:effectLst/>
                                      <a:latin typeface="Cambria Math" panose="02040503050406030204" pitchFamily="18" charset="0"/>
                                      <a:ea typeface="Verdana"/>
                                      <a:cs typeface="Verdana"/>
                                    </a:rPr>
                                  </m:ctrlPr>
                                </m:dPr>
                                <m:e>
                                  <m:r>
                                    <a:rPr lang="en-US" sz="2000" i="1">
                                      <a:effectLst/>
                                      <a:latin typeface="Cambria Math"/>
                                      <a:ea typeface="Verdana"/>
                                      <a:cs typeface="Verdana"/>
                                    </a:rPr>
                                    <m:t>−2.5</m:t>
                                  </m:r>
                                </m:e>
                              </m:d>
                              <m:r>
                                <a:rPr lang="en-US" sz="2000" i="1">
                                  <a:effectLst/>
                                  <a:latin typeface="Cambria Math"/>
                                  <a:ea typeface="Verdana"/>
                                  <a:cs typeface="Verdana"/>
                                </a:rPr>
                                <m:t>=3</m:t>
                              </m:r>
                            </m:oMath>
                          </a14:m>
                          <a:r>
                            <a:rPr lang="en-US" sz="2000" i="0" dirty="0">
                              <a:effectLst/>
                              <a:latin typeface="Verdana" pitchFamily="34" charset="0"/>
                              <a:ea typeface="Verdana" pitchFamily="34" charset="0"/>
                              <a:cs typeface="Verdana"/>
                            </a:rPr>
                            <a:t> </a:t>
                          </a:r>
                        </a:p>
                        <a:p>
                          <a:pPr algn="ctr">
                            <a:lnSpc>
                              <a:spcPct val="107000"/>
                            </a:lnSpc>
                            <a:spcAft>
                              <a:spcPts val="0"/>
                            </a:spcAft>
                          </a:pPr>
                          <a:endParaRPr lang="en-PH" sz="2000" i="0" dirty="0">
                            <a:effectLst/>
                            <a:latin typeface="Verdana" pitchFamily="34" charset="0"/>
                            <a:ea typeface="Verdana" pitchFamily="34" charset="0"/>
                            <a:cs typeface="Verdana"/>
                          </a:endParaRPr>
                        </a:p>
                        <a:p>
                          <a:pPr algn="ctr">
                            <a:lnSpc>
                              <a:spcPct val="107000"/>
                            </a:lnSpc>
                            <a:spcAft>
                              <a:spcPts val="0"/>
                            </a:spcAft>
                          </a:pPr>
                          <a:endParaRPr lang="en-PH" sz="2000" i="1" dirty="0">
                            <a:effectLst/>
                            <a:latin typeface="Verdana" pitchFamily="34" charset="0"/>
                            <a:ea typeface="Verdana" pitchFamily="34" charset="0"/>
                            <a:cs typeface="Verdana"/>
                          </a:endParaRPr>
                        </a:p>
                        <a:p>
                          <a:pPr algn="ctr">
                            <a:lnSpc>
                              <a:spcPct val="107000"/>
                            </a:lnSpc>
                            <a:spcAft>
                              <a:spcPts val="0"/>
                            </a:spcAft>
                          </a:pPr>
                          <a:endParaRPr lang="en-US" sz="2000" i="1" dirty="0">
                            <a:effectLst/>
                            <a:latin typeface="Verdana" pitchFamily="34" charset="0"/>
                            <a:ea typeface="Verdana" pitchFamily="34" charset="0"/>
                            <a:cs typeface="Verdana"/>
                          </a:endParaRPr>
                        </a:p>
                      </a:txBody>
                      <a:tcPr marL="42395" marR="42395"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42395" marR="42395"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algn="ctr">
                            <a:lnSpc>
                              <a:spcPct val="107000"/>
                            </a:lnSpc>
                            <a:spcAft>
                              <a:spcPts val="0"/>
                            </a:spcAft>
                          </a:pPr>
                          <a14:m>
                            <m:oMath xmlns:m="http://schemas.openxmlformats.org/officeDocument/2006/math">
                              <m:r>
                                <a:rPr lang="en-US" sz="2000" i="1">
                                  <a:effectLst/>
                                  <a:latin typeface="Cambria Math"/>
                                  <a:ea typeface="Verdana"/>
                                  <a:cs typeface="Verdana"/>
                                </a:rPr>
                                <m:t>2−2×</m:t>
                              </m:r>
                              <m:sSup>
                                <m:sSupPr>
                                  <m:ctrlPr>
                                    <a:rPr lang="en-US" sz="2000" i="1">
                                      <a:effectLst/>
                                      <a:latin typeface="Cambria Math" panose="02040503050406030204" pitchFamily="18" charset="0"/>
                                      <a:ea typeface="Verdana"/>
                                      <a:cs typeface="Verdana"/>
                                    </a:rPr>
                                  </m:ctrlPr>
                                </m:sSupPr>
                                <m:e>
                                  <m:r>
                                    <a:rPr lang="en-US" sz="2000" i="1">
                                      <a:effectLst/>
                                      <a:latin typeface="Cambria Math"/>
                                      <a:ea typeface="Verdana"/>
                                      <a:cs typeface="Verdana"/>
                                    </a:rPr>
                                    <m:t>2</m:t>
                                  </m:r>
                                </m:e>
                                <m:sup>
                                  <m:r>
                                    <a:rPr lang="en-US" sz="2000" i="1">
                                      <a:effectLst/>
                                      <a:latin typeface="Cambria Math"/>
                                      <a:ea typeface="Verdana"/>
                                      <a:cs typeface="Verdana"/>
                                    </a:rPr>
                                    <m:t>2</m:t>
                                  </m:r>
                                </m:sup>
                              </m:sSup>
                              <m:r>
                                <a:rPr lang="en-US" sz="2000" i="1">
                                  <a:effectLst/>
                                  <a:latin typeface="Cambria Math"/>
                                  <a:ea typeface="Verdana"/>
                                  <a:cs typeface="Verdana"/>
                                </a:rPr>
                                <m:t>=−6</m:t>
                              </m:r>
                            </m:oMath>
                          </a14:m>
                          <a:r>
                            <a:rPr lang="en-US" sz="2000" i="0" dirty="0">
                              <a:effectLst/>
                              <a:latin typeface="Verdana" pitchFamily="34" charset="0"/>
                              <a:ea typeface="Verdana" pitchFamily="34" charset="0"/>
                              <a:cs typeface="Verdana"/>
                            </a:rPr>
                            <a:t> </a:t>
                          </a:r>
                        </a:p>
                        <a:p>
                          <a:pPr algn="ctr">
                            <a:lnSpc>
                              <a:spcPct val="107000"/>
                            </a:lnSpc>
                            <a:spcAft>
                              <a:spcPts val="0"/>
                            </a:spcAft>
                          </a:pPr>
                          <a:endParaRPr lang="en-PH" sz="2000" i="0" dirty="0">
                            <a:effectLst/>
                            <a:latin typeface="Verdana" pitchFamily="34" charset="0"/>
                            <a:ea typeface="Verdana" pitchFamily="34" charset="0"/>
                            <a:cs typeface="Cambria Math"/>
                          </a:endParaRPr>
                        </a:p>
                        <a:p>
                          <a:pPr algn="ctr">
                            <a:lnSpc>
                              <a:spcPct val="107000"/>
                            </a:lnSpc>
                            <a:spcAft>
                              <a:spcPts val="0"/>
                            </a:spcAft>
                          </a:pPr>
                          <a:endParaRPr lang="en-PH" sz="2000" i="1" dirty="0">
                            <a:effectLst/>
                            <a:latin typeface="Verdana" pitchFamily="34" charset="0"/>
                            <a:ea typeface="Verdana" pitchFamily="34" charset="0"/>
                            <a:cs typeface="Cambria Math"/>
                          </a:endParaRPr>
                        </a:p>
                        <a:p>
                          <a:pPr algn="ctr">
                            <a:lnSpc>
                              <a:spcPct val="107000"/>
                            </a:lnSpc>
                            <a:spcAft>
                              <a:spcPts val="0"/>
                            </a:spcAft>
                          </a:pPr>
                          <a:endParaRPr lang="en-US" sz="2000" i="1" dirty="0">
                            <a:effectLst/>
                            <a:latin typeface="Verdana" pitchFamily="34" charset="0"/>
                            <a:ea typeface="Verdana" pitchFamily="34" charset="0"/>
                            <a:cs typeface="Cambria Math"/>
                          </a:endParaRPr>
                        </a:p>
                      </a:txBody>
                      <a:tcPr marL="42395" marR="42395"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42395" marR="42395"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4.2×3.5+</m:t>
                                </m:r>
                                <m:sSup>
                                  <m:sSupPr>
                                    <m:ctrlPr>
                                      <a:rPr lang="en-US" sz="2000" i="1">
                                        <a:effectLst/>
                                        <a:latin typeface="Cambria Math" panose="02040503050406030204" pitchFamily="18" charset="0"/>
                                        <a:ea typeface="Verdana"/>
                                        <a:cs typeface="Verdana"/>
                                      </a:rPr>
                                    </m:ctrlPr>
                                  </m:sSupPr>
                                  <m:e>
                                    <m:d>
                                      <m:dPr>
                                        <m:ctrlPr>
                                          <a:rPr lang="en-US" sz="2000" i="1">
                                            <a:effectLst/>
                                            <a:latin typeface="Cambria Math" panose="02040503050406030204" pitchFamily="18" charset="0"/>
                                            <a:ea typeface="Verdana"/>
                                            <a:cs typeface="Verdana"/>
                                          </a:rPr>
                                        </m:ctrlPr>
                                      </m:dPr>
                                      <m:e>
                                        <m:r>
                                          <a:rPr lang="en-US" sz="2000" i="1">
                                            <a:effectLst/>
                                            <a:latin typeface="Cambria Math"/>
                                            <a:ea typeface="Verdana"/>
                                            <a:cs typeface="Verdana"/>
                                          </a:rPr>
                                          <m:t>−3</m:t>
                                        </m:r>
                                      </m:e>
                                    </m:d>
                                  </m:e>
                                  <m:sup>
                                    <m:r>
                                      <a:rPr lang="en-US" sz="2000" i="1">
                                        <a:effectLst/>
                                        <a:latin typeface="Cambria Math"/>
                                        <a:ea typeface="Verdana"/>
                                        <a:cs typeface="Verdana"/>
                                      </a:rPr>
                                      <m:t>3</m:t>
                                    </m:r>
                                  </m:sup>
                                </m:sSup>
                                <m:r>
                                  <a:rPr lang="en-US" sz="2000" i="1">
                                    <a:effectLst/>
                                    <a:latin typeface="Cambria Math"/>
                                    <a:ea typeface="Verdana"/>
                                    <a:cs typeface="Verdana"/>
                                  </a:rPr>
                                  <m:t>=41.7</m:t>
                                </m:r>
                              </m:oMath>
                            </m:oMathPara>
                          </a14:m>
                          <a:endParaRPr lang="en-US" sz="2000" i="1" dirty="0">
                            <a:effectLst/>
                            <a:latin typeface="Verdana" pitchFamily="34" charset="0"/>
                            <a:ea typeface="Verdana" pitchFamily="34" charset="0"/>
                            <a:cs typeface="Cambria Math"/>
                          </a:endParaRPr>
                        </a:p>
                        <a:p>
                          <a:pPr algn="ctr">
                            <a:lnSpc>
                              <a:spcPct val="107000"/>
                            </a:lnSpc>
                            <a:spcAft>
                              <a:spcPts val="0"/>
                            </a:spcAft>
                          </a:pPr>
                          <a:endParaRPr lang="en-PH" sz="2000" i="1" dirty="0">
                            <a:effectLst/>
                            <a:latin typeface="Verdana" pitchFamily="34" charset="0"/>
                            <a:ea typeface="Verdana" pitchFamily="34" charset="0"/>
                            <a:cs typeface="Cambria Math"/>
                          </a:endParaRPr>
                        </a:p>
                        <a:p>
                          <a:pPr algn="ctr">
                            <a:lnSpc>
                              <a:spcPct val="107000"/>
                            </a:lnSpc>
                            <a:spcAft>
                              <a:spcPts val="0"/>
                            </a:spcAft>
                          </a:pPr>
                          <a:endParaRPr lang="en-PH" sz="2000" i="1" dirty="0">
                            <a:effectLst/>
                            <a:latin typeface="Verdana" pitchFamily="34" charset="0"/>
                            <a:ea typeface="Verdana" pitchFamily="34" charset="0"/>
                            <a:cs typeface="Cambria Math"/>
                          </a:endParaRPr>
                        </a:p>
                        <a:p>
                          <a:pPr algn="ctr">
                            <a:lnSpc>
                              <a:spcPct val="107000"/>
                            </a:lnSpc>
                            <a:spcAft>
                              <a:spcPts val="0"/>
                            </a:spcAft>
                          </a:pPr>
                          <a:endParaRPr lang="en-US" sz="2000" i="1" dirty="0">
                            <a:effectLst/>
                            <a:latin typeface="Verdana" pitchFamily="34" charset="0"/>
                            <a:ea typeface="Verdana" pitchFamily="34" charset="0"/>
                            <a:cs typeface="Cambria Math"/>
                          </a:endParaRPr>
                        </a:p>
                      </a:txBody>
                      <a:tcPr marL="42395" marR="42395"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42395" marR="42395"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543031606"/>
                  </p:ext>
                </p:extLst>
              </p:nvPr>
            </p:nvGraphicFramePr>
            <p:xfrm>
              <a:off x="2600684" y="1358265"/>
              <a:ext cx="7132320" cy="4998976"/>
            </p:xfrm>
            <a:graphic>
              <a:graphicData uri="http://schemas.openxmlformats.org/drawingml/2006/table">
                <a:tbl>
                  <a:tblPr firstRow="1" firstCol="1" bandRow="1"/>
                  <a:tblGrid>
                    <a:gridCol w="57607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623380">
                    <a:tc>
                      <a:txBody>
                        <a:bodyPr/>
                        <a:lstStyle/>
                        <a:p>
                          <a:pPr algn="ctr">
                            <a:lnSpc>
                              <a:spcPct val="107000"/>
                            </a:lnSpc>
                            <a:spcAft>
                              <a:spcPts val="0"/>
                            </a:spcAft>
                          </a:pPr>
                          <a:r>
                            <a:rPr lang="en-US" sz="2000" b="1" i="0" dirty="0">
                              <a:effectLst/>
                              <a:latin typeface="Verdana" pitchFamily="34" charset="0"/>
                              <a:ea typeface="Verdana" pitchFamily="34" charset="0"/>
                              <a:cs typeface="Verdana"/>
                            </a:rPr>
                            <a:t>Equation</a:t>
                          </a:r>
                          <a:endParaRPr lang="en-US" sz="2000" i="1" dirty="0">
                            <a:effectLst/>
                            <a:latin typeface="Verdana" pitchFamily="34" charset="0"/>
                            <a:ea typeface="Verdana" pitchFamily="34" charset="0"/>
                            <a:cs typeface="Cambria Math"/>
                          </a:endParaRPr>
                        </a:p>
                      </a:txBody>
                      <a:tcPr marL="42395" marR="423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True or </a:t>
                          </a:r>
                          <a:br>
                            <a:rPr lang="en-US" sz="2000" b="1" i="0" dirty="0">
                              <a:effectLst/>
                              <a:latin typeface="Verdana" pitchFamily="34" charset="0"/>
                              <a:ea typeface="Verdana" pitchFamily="34" charset="0"/>
                              <a:cs typeface="Verdana"/>
                            </a:rPr>
                          </a:br>
                          <a:r>
                            <a:rPr lang="en-US" sz="2000" b="1" i="0" dirty="0">
                              <a:effectLst/>
                              <a:latin typeface="Verdana" pitchFamily="34" charset="0"/>
                              <a:ea typeface="Verdana" pitchFamily="34" charset="0"/>
                              <a:cs typeface="Verdana"/>
                            </a:rPr>
                            <a:t>False?</a:t>
                          </a:r>
                          <a:endParaRPr lang="en-US" sz="2000" i="1" dirty="0">
                            <a:effectLst/>
                            <a:latin typeface="Verdana" pitchFamily="34" charset="0"/>
                            <a:ea typeface="Verdana" pitchFamily="34" charset="0"/>
                            <a:cs typeface="Cambria Math"/>
                          </a:endParaRPr>
                        </a:p>
                      </a:txBody>
                      <a:tcPr marL="42395" marR="423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458532">
                    <a:tc>
                      <a:txBody>
                        <a:bodyPr/>
                        <a:lstStyle/>
                        <a:p>
                          <a:endParaRPr lang="en-US"/>
                        </a:p>
                      </a:txBody>
                      <a:tcPr marL="42395" marR="42395"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48276" r="-23956" b="-199138"/>
                          </a:stretch>
                        </a:blipFill>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42395" marR="42395"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58532">
                    <a:tc>
                      <a:txBody>
                        <a:bodyPr/>
                        <a:lstStyle/>
                        <a:p>
                          <a:endParaRPr lang="en-US"/>
                        </a:p>
                      </a:txBody>
                      <a:tcPr marL="42395" marR="42395"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149565" r="-23956" b="-100870"/>
                          </a:stretch>
                        </a:blipFill>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42395" marR="42395"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58532">
                    <a:tc>
                      <a:txBody>
                        <a:bodyPr/>
                        <a:lstStyle/>
                        <a:p>
                          <a:endParaRPr lang="en-US"/>
                        </a:p>
                      </a:txBody>
                      <a:tcPr marL="42395" marR="42395"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249565" r="-23956" b="-870"/>
                          </a:stretch>
                        </a:blipFill>
                      </a:tcPr>
                    </a:tc>
                    <a:tc>
                      <a:txBody>
                        <a:bodyPr/>
                        <a:lstStyle/>
                        <a:p>
                          <a:pPr algn="ctr">
                            <a:lnSpc>
                              <a:spcPct val="107000"/>
                            </a:lnSpc>
                            <a:spcAft>
                              <a:spcPts val="0"/>
                            </a:spcAft>
                          </a:pPr>
                          <a:r>
                            <a:rPr lang="en-US" sz="2000" i="0" dirty="0">
                              <a:effectLst/>
                              <a:latin typeface="Verdana" pitchFamily="34" charset="0"/>
                              <a:ea typeface="Verdana" pitchFamily="34" charset="0"/>
                              <a:cs typeface="Verdana"/>
                            </a:rPr>
                            <a:t> </a:t>
                          </a:r>
                          <a:endParaRPr lang="en-US" sz="2000" i="1" dirty="0">
                            <a:effectLst/>
                            <a:latin typeface="Verdana" pitchFamily="34" charset="0"/>
                            <a:ea typeface="Verdana" pitchFamily="34" charset="0"/>
                            <a:cs typeface="Cambria Math"/>
                          </a:endParaRPr>
                        </a:p>
                      </a:txBody>
                      <a:tcPr marL="42395" marR="42395"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8"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a:t>
            </a:r>
            <a:endParaRPr i="1" dirty="0">
              <a:latin typeface="Calibri"/>
              <a:ea typeface="Calibri"/>
              <a:cs typeface="Calibri"/>
              <a:sym typeface="Calibri"/>
            </a:endParaRPr>
          </a:p>
        </p:txBody>
      </p:sp>
    </p:spTree>
    <p:extLst>
      <p:ext uri="{BB962C8B-B14F-4D97-AF65-F5344CB8AC3E}">
        <p14:creationId xmlns:p14="http://schemas.microsoft.com/office/powerpoint/2010/main" val="6584355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3109"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786250" y="29953"/>
            <a:ext cx="844741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8.4.7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1038950" y="319153"/>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306286" y="1386025"/>
            <a:ext cx="9081298" cy="1323439"/>
          </a:xfrm>
          <a:prstGeom prst="rect">
            <a:avLst/>
          </a:prstGeom>
          <a:noFill/>
        </p:spPr>
        <p:txBody>
          <a:bodyPr wrap="square" rtlCol="0">
            <a:spAutoFit/>
          </a:bodyPr>
          <a:lstStyle/>
          <a:p>
            <a:r>
              <a:rPr lang="en-US" sz="2000" dirty="0">
                <a:latin typeface="Verdana"/>
                <a:ea typeface="Verdana"/>
                <a:cs typeface="Verdana"/>
              </a:rPr>
              <a:t>For each problem, a student was asked to evaluate the expression. Their work is shown in the table. If there are mistakes in the student’s work, explain what the mistakes are and write the correct response. If there are no mistakes, leave the rest of the row blank.</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712562821"/>
                  </p:ext>
                </p:extLst>
              </p:nvPr>
            </p:nvGraphicFramePr>
            <p:xfrm>
              <a:off x="2146200" y="3185160"/>
              <a:ext cx="7726746" cy="2758440"/>
            </p:xfrm>
            <a:graphic>
              <a:graphicData uri="http://schemas.openxmlformats.org/drawingml/2006/table">
                <a:tbl>
                  <a:tblPr firstRow="1" bandRow="1">
                    <a:tableStyleId>{A91F0D33-8C57-4600-99A7-42BC86742BE1}</a:tableStyleId>
                  </a:tblPr>
                  <a:tblGrid>
                    <a:gridCol w="2674653">
                      <a:extLst>
                        <a:ext uri="{9D8B030D-6E8A-4147-A177-3AD203B41FA5}">
                          <a16:colId xmlns:a16="http://schemas.microsoft.com/office/drawing/2014/main" val="20000"/>
                        </a:ext>
                      </a:extLst>
                    </a:gridCol>
                    <a:gridCol w="2674653">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70840">
                    <a:tc>
                      <a:txBody>
                        <a:bodyPr/>
                        <a:lstStyle/>
                        <a:p>
                          <a:pPr algn="ctr"/>
                          <a:r>
                            <a:rPr lang="en-US" sz="2000" b="1" i="0" dirty="0">
                              <a:effectLst/>
                              <a:latin typeface="Verdana"/>
                              <a:ea typeface="Verdana"/>
                              <a:cs typeface="Verdana"/>
                            </a:rPr>
                            <a:t>Problem</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i="0" dirty="0">
                              <a:effectLst/>
                              <a:latin typeface="Verdana"/>
                              <a:ea typeface="Verdana"/>
                              <a:cs typeface="Verdana"/>
                            </a:rPr>
                            <a:t>Mistake(s)</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i="0" dirty="0">
                              <a:effectLst/>
                              <a:latin typeface="Verdana"/>
                              <a:ea typeface="Verdana"/>
                              <a:cs typeface="Verdana"/>
                            </a:rPr>
                            <a:t>Correct Response</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685800">
                    <a:tc>
                      <a:txBody>
                        <a:bodyPr/>
                        <a:lstStyle/>
                        <a:p>
                          <a:pPr marL="457200" indent="-457200" algn="l"/>
                          <a:r>
                            <a:rPr lang="en-PH" sz="2000" dirty="0">
                              <a:latin typeface="Verdana" pitchFamily="34" charset="0"/>
                              <a:ea typeface="Verdana" pitchFamily="34" charset="0"/>
                            </a:rPr>
                            <a:t>1.</a:t>
                          </a:r>
                          <a:r>
                            <a:rPr lang="en-US" sz="2000" dirty="0">
                              <a:latin typeface="Verdana"/>
                              <a:ea typeface="Verdana"/>
                              <a:cs typeface="Verdana"/>
                            </a:rPr>
                            <a:t>	</a:t>
                          </a:r>
                          <a14:m>
                            <m:oMath xmlns:m="http://schemas.openxmlformats.org/officeDocument/2006/math">
                              <m:sSup>
                                <m:sSupPr>
                                  <m:ctrlPr>
                                    <a:rPr lang="en-US" sz="2000" i="1" smtClean="0">
                                      <a:latin typeface="Cambria Math" panose="02040503050406030204" pitchFamily="18" charset="0"/>
                                      <a:ea typeface="Verdana"/>
                                    </a:rPr>
                                  </m:ctrlPr>
                                </m:sSupPr>
                                <m:e>
                                  <m:r>
                                    <a:rPr lang="en-PH" sz="2000" b="0" i="1" smtClean="0">
                                      <a:latin typeface="Cambria Math"/>
                                      <a:ea typeface="Verdana"/>
                                    </a:rPr>
                                    <m:t>7</m:t>
                                  </m:r>
                                </m:e>
                                <m:sup>
                                  <m:r>
                                    <a:rPr lang="en-PH" sz="2000" b="0" i="1" smtClean="0">
                                      <a:latin typeface="Cambria Math"/>
                                      <a:ea typeface="Verdana"/>
                                    </a:rPr>
                                    <m:t>2</m:t>
                                  </m:r>
                                </m:sup>
                              </m:sSup>
                              <m:r>
                                <a:rPr lang="en-PH" sz="2000" b="0" i="1" smtClean="0">
                                  <a:latin typeface="Cambria Math"/>
                                  <a:ea typeface="Verdana"/>
                                </a:rPr>
                                <m:t>=</m:t>
                              </m:r>
                            </m:oMath>
                          </a14:m>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457200" indent="-457200" algn="l"/>
                          <a:r>
                            <a:rPr lang="en-PH" sz="2000" dirty="0">
                              <a:latin typeface="Verdana" pitchFamily="34" charset="0"/>
                              <a:ea typeface="Verdana" pitchFamily="34" charset="0"/>
                            </a:rPr>
                            <a:t>2.</a:t>
                          </a:r>
                          <a:r>
                            <a:rPr lang="en-US" sz="2000" dirty="0">
                              <a:latin typeface="Verdana"/>
                              <a:ea typeface="Verdana"/>
                              <a:cs typeface="Verdana"/>
                            </a:rPr>
                            <a:t> 	</a:t>
                          </a:r>
                          <a14:m>
                            <m:oMath xmlns:m="http://schemas.openxmlformats.org/officeDocument/2006/math">
                              <m:sSup>
                                <m:sSupPr>
                                  <m:ctrlP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Verdana"/>
                                      <a:sym typeface="Arial"/>
                                    </a:rPr>
                                  </m:ctrlPr>
                                </m:sSupPr>
                                <m:e>
                                  <m:d>
                                    <m:dPr>
                                      <m:ctrlP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Verdana"/>
                                          <a:sym typeface="Arial"/>
                                        </a:rPr>
                                      </m:ctrlPr>
                                    </m:dPr>
                                    <m:e>
                                      <m:sSup>
                                        <m:sSupPr>
                                          <m:ctrlP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Verdana"/>
                                              <a:sym typeface="Arial"/>
                                            </a:rPr>
                                          </m:ctrlPr>
                                        </m:sSupPr>
                                        <m:e>
                                          <m:r>
                                            <a:rPr kumimoji="0" lang="en-PH" sz="2000" b="0" i="1" u="none" strike="noStrike" kern="0" cap="none" spc="0" normalizeH="0" baseline="0" noProof="0" smtClean="0">
                                              <a:ln>
                                                <a:noFill/>
                                              </a:ln>
                                              <a:solidFill>
                                                <a:srgbClr val="000000"/>
                                              </a:solidFill>
                                              <a:effectLst/>
                                              <a:uLnTx/>
                                              <a:uFillTx/>
                                              <a:latin typeface="Cambria Math"/>
                                              <a:ea typeface="Verdana"/>
                                              <a:sym typeface="Arial"/>
                                            </a:rPr>
                                            <m:t>8</m:t>
                                          </m:r>
                                        </m:e>
                                        <m:sup>
                                          <m:r>
                                            <a:rPr kumimoji="0" lang="en-PH" sz="2000" b="0" i="1" u="none" strike="noStrike" kern="0" cap="none" spc="0" normalizeH="0" baseline="0" noProof="0" smtClean="0">
                                              <a:ln>
                                                <a:noFill/>
                                              </a:ln>
                                              <a:solidFill>
                                                <a:srgbClr val="000000"/>
                                              </a:solidFill>
                                              <a:effectLst/>
                                              <a:uLnTx/>
                                              <a:uFillTx/>
                                              <a:latin typeface="Cambria Math"/>
                                              <a:ea typeface="Verdana"/>
                                              <a:sym typeface="Arial"/>
                                            </a:rPr>
                                            <m:t>5</m:t>
                                          </m:r>
                                        </m:sup>
                                      </m:sSup>
                                    </m:e>
                                  </m:d>
                                </m:e>
                                <m:sup>
                                  <m:r>
                                    <a:rPr kumimoji="0" lang="en-PH" sz="2000" b="0" i="1" u="none" strike="noStrike" kern="0" cap="none" spc="0" normalizeH="0" baseline="0" noProof="0" smtClean="0">
                                      <a:ln>
                                        <a:noFill/>
                                      </a:ln>
                                      <a:solidFill>
                                        <a:srgbClr val="000000"/>
                                      </a:solidFill>
                                      <a:effectLst/>
                                      <a:uLnTx/>
                                      <a:uFillTx/>
                                      <a:latin typeface="Cambria Math"/>
                                      <a:ea typeface="Verdana"/>
                                      <a:sym typeface="Arial"/>
                                    </a:rPr>
                                    <m:t>0</m:t>
                                  </m:r>
                                </m:sup>
                              </m:sSup>
                              <m:r>
                                <a:rPr kumimoji="0" lang="en-PH" sz="2000" b="0" i="1" u="none" strike="noStrike" kern="0" cap="none" spc="0" normalizeH="0" baseline="0" noProof="0" smtClean="0">
                                  <a:ln>
                                    <a:noFill/>
                                  </a:ln>
                                  <a:solidFill>
                                    <a:srgbClr val="000000"/>
                                  </a:solidFill>
                                  <a:effectLst/>
                                  <a:uLnTx/>
                                  <a:uFillTx/>
                                  <a:latin typeface="Cambria Math"/>
                                  <a:ea typeface="Verdana"/>
                                  <a:sym typeface="Arial"/>
                                </a:rPr>
                                <m:t>=</m:t>
                              </m:r>
                            </m:oMath>
                          </a14:m>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457200" indent="-457200" algn="l"/>
                          <a:r>
                            <a:rPr lang="en-PH" sz="2000" dirty="0">
                              <a:latin typeface="Verdana" pitchFamily="34" charset="0"/>
                              <a:ea typeface="Verdana" pitchFamily="34" charset="0"/>
                            </a:rPr>
                            <a:t>3.</a:t>
                          </a:r>
                          <a:r>
                            <a:rPr lang="en-US" sz="2000" dirty="0">
                              <a:latin typeface="Verdana"/>
                              <a:ea typeface="Verdana"/>
                              <a:cs typeface="Verdana"/>
                            </a:rPr>
                            <a:t> 	</a:t>
                          </a:r>
                          <a14:m>
                            <m:oMath xmlns:m="http://schemas.openxmlformats.org/officeDocument/2006/math">
                              <m:sSup>
                                <m:sSupPr>
                                  <m:ctrlPr>
                                    <a:rPr lang="en-US" sz="2000" i="1" smtClean="0">
                                      <a:latin typeface="Cambria Math" panose="02040503050406030204" pitchFamily="18" charset="0"/>
                                      <a:ea typeface="Verdana"/>
                                    </a:rPr>
                                  </m:ctrlPr>
                                </m:sSupPr>
                                <m:e>
                                  <m:d>
                                    <m:dPr>
                                      <m:ctrlPr>
                                        <a:rPr lang="en-US" sz="2000" i="1" smtClean="0">
                                          <a:latin typeface="Cambria Math" panose="02040503050406030204" pitchFamily="18" charset="0"/>
                                          <a:ea typeface="Verdana"/>
                                        </a:rPr>
                                      </m:ctrlPr>
                                    </m:dPr>
                                    <m:e>
                                      <m:r>
                                        <a:rPr lang="en-PH" sz="2000" b="0" i="1" smtClean="0">
                                          <a:latin typeface="Cambria Math"/>
                                          <a:ea typeface="Verdana"/>
                                        </a:rPr>
                                        <m:t>−3</m:t>
                                      </m:r>
                                    </m:e>
                                  </m:d>
                                </m:e>
                                <m:sup>
                                  <m:r>
                                    <a:rPr lang="en-PH" sz="2000" b="0" i="1" smtClean="0">
                                      <a:latin typeface="Cambria Math"/>
                                      <a:ea typeface="Verdana"/>
                                    </a:rPr>
                                    <m:t>3</m:t>
                                  </m:r>
                                </m:sup>
                              </m:sSup>
                              <m:r>
                                <a:rPr lang="en-PH" sz="2000" b="0" i="1" smtClean="0">
                                  <a:latin typeface="Cambria Math"/>
                                  <a:ea typeface="Verdana"/>
                                </a:rPr>
                                <m:t>=</m:t>
                              </m:r>
                            </m:oMath>
                          </a14:m>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712562821"/>
                  </p:ext>
                </p:extLst>
              </p:nvPr>
            </p:nvGraphicFramePr>
            <p:xfrm>
              <a:off x="2146200" y="3185160"/>
              <a:ext cx="7726746" cy="2758440"/>
            </p:xfrm>
            <a:graphic>
              <a:graphicData uri="http://schemas.openxmlformats.org/drawingml/2006/table">
                <a:tbl>
                  <a:tblPr firstRow="1" bandRow="1">
                    <a:tableStyleId>{A91F0D33-8C57-4600-99A7-42BC86742BE1}</a:tableStyleId>
                  </a:tblPr>
                  <a:tblGrid>
                    <a:gridCol w="2674653">
                      <a:extLst>
                        <a:ext uri="{9D8B030D-6E8A-4147-A177-3AD203B41FA5}">
                          <a16:colId xmlns:a16="http://schemas.microsoft.com/office/drawing/2014/main" val="20000"/>
                        </a:ext>
                      </a:extLst>
                    </a:gridCol>
                    <a:gridCol w="2674653">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701040">
                    <a:tc>
                      <a:txBody>
                        <a:bodyPr/>
                        <a:lstStyle/>
                        <a:p>
                          <a:pPr algn="ctr"/>
                          <a:r>
                            <a:rPr lang="en-US" sz="2000" b="1" i="0" dirty="0">
                              <a:effectLst/>
                              <a:latin typeface="Verdana"/>
                              <a:ea typeface="Verdana"/>
                              <a:cs typeface="Verdana"/>
                            </a:rPr>
                            <a:t>Problem</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i="0" dirty="0">
                              <a:effectLst/>
                              <a:latin typeface="Verdana"/>
                              <a:ea typeface="Verdana"/>
                              <a:cs typeface="Verdana"/>
                            </a:rPr>
                            <a:t>Mistake(s)</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i="0" dirty="0">
                              <a:effectLst/>
                              <a:latin typeface="Verdana"/>
                              <a:ea typeface="Verdana"/>
                              <a:cs typeface="Verdana"/>
                            </a:rPr>
                            <a:t>Correct Response</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6858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03636" r="-189573" b="-200000"/>
                          </a:stretch>
                        </a:blipFill>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207407" r="-189573" b="-103704"/>
                          </a:stretch>
                        </a:blipFill>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307407" r="-189573" b="-3704"/>
                          </a:stretch>
                        </a:blipFill>
                      </a:tcPr>
                    </a:tc>
                    <a:tc>
                      <a:txBody>
                        <a:bodyPr/>
                        <a:lstStyle/>
                        <a:p>
                          <a:pPr algn="ctr"/>
                          <a:endParaRPr lang="en-US" sz="200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p14="http://schemas.microsoft.com/office/powerpoint/2010/main">
        <mc:Choice Requires="p14">
          <p:contentPart p14:bwMode="auto" r:id="rId6">
            <p14:nvContentPartPr>
              <p14:cNvPr id="10" name="Ink 9"/>
              <p14:cNvContentPartPr/>
              <p14:nvPr/>
            </p14:nvContentPartPr>
            <p14:xfrm>
              <a:off x="3293110" y="4104640"/>
              <a:ext cx="261620" cy="243840"/>
            </p14:xfrm>
          </p:contentPart>
        </mc:Choice>
        <mc:Fallback xmlns="">
          <p:pic>
            <p:nvPicPr>
              <p:cNvPr id="10" name="Ink 9"/>
              <p:cNvPicPr/>
              <p:nvPr/>
            </p:nvPicPr>
            <p:blipFill>
              <a:blip r:embed="rId7"/>
              <a:stretch>
                <a:fillRect/>
              </a:stretch>
            </p:blipFill>
            <p:spPr>
              <a:xfrm>
                <a:off x="3284113" y="4095636"/>
                <a:ext cx="279253" cy="26148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p14:cNvContentPartPr/>
              <p14:nvPr/>
            </p14:nvContentPartPr>
            <p14:xfrm>
              <a:off x="3632581" y="4740594"/>
              <a:ext cx="306070" cy="302895"/>
            </p14:xfrm>
          </p:contentPart>
        </mc:Choice>
        <mc:Fallback xmlns="">
          <p:pic>
            <p:nvPicPr>
              <p:cNvPr id="13" name="Ink 12"/>
              <p:cNvPicPr/>
              <p:nvPr/>
            </p:nvPicPr>
            <p:blipFill>
              <a:blip r:embed="rId9"/>
              <a:stretch>
                <a:fillRect/>
              </a:stretch>
            </p:blipFill>
            <p:spPr>
              <a:xfrm>
                <a:off x="3623579" y="4731590"/>
                <a:ext cx="323714" cy="32054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p14:cNvContentPartPr/>
              <p14:nvPr/>
            </p14:nvContentPartPr>
            <p14:xfrm>
              <a:off x="3690747" y="5496879"/>
              <a:ext cx="384810" cy="253365"/>
            </p14:xfrm>
          </p:contentPart>
        </mc:Choice>
        <mc:Fallback xmlns="">
          <p:pic>
            <p:nvPicPr>
              <p:cNvPr id="14" name="Ink 13"/>
              <p:cNvPicPr/>
              <p:nvPr/>
            </p:nvPicPr>
            <p:blipFill>
              <a:blip r:embed="rId11"/>
              <a:stretch>
                <a:fillRect/>
              </a:stretch>
            </p:blipFill>
            <p:spPr>
              <a:xfrm>
                <a:off x="3681748" y="5487882"/>
                <a:ext cx="402449" cy="271000"/>
              </a:xfrm>
              <a:prstGeom prst="rect">
                <a:avLst/>
              </a:prstGeom>
            </p:spPr>
          </p:pic>
        </mc:Fallback>
      </mc:AlternateContent>
      <p:sp>
        <p:nvSpPr>
          <p:cNvPr id="15" name="Google Shape;282;g104476d1465_1_17"/>
          <p:cNvSpPr txBox="1"/>
          <p:nvPr/>
        </p:nvSpPr>
        <p:spPr>
          <a:xfrm>
            <a:off x="880488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460958823"/>
                  </p:ext>
                </p:extLst>
              </p:nvPr>
            </p:nvGraphicFramePr>
            <p:xfrm>
              <a:off x="2146200" y="520394"/>
              <a:ext cx="7726746" cy="5855653"/>
            </p:xfrm>
            <a:graphic>
              <a:graphicData uri="http://schemas.openxmlformats.org/drawingml/2006/table">
                <a:tbl>
                  <a:tblPr firstRow="1" bandRow="1">
                    <a:tableStyleId>{A91F0D33-8C57-4600-99A7-42BC86742BE1}</a:tableStyleId>
                  </a:tblPr>
                  <a:tblGrid>
                    <a:gridCol w="2674653">
                      <a:extLst>
                        <a:ext uri="{9D8B030D-6E8A-4147-A177-3AD203B41FA5}">
                          <a16:colId xmlns:a16="http://schemas.microsoft.com/office/drawing/2014/main" val="20000"/>
                        </a:ext>
                      </a:extLst>
                    </a:gridCol>
                    <a:gridCol w="2674653">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70840">
                    <a:tc>
                      <a:txBody>
                        <a:bodyPr/>
                        <a:lstStyle/>
                        <a:p>
                          <a:pPr algn="ctr"/>
                          <a:r>
                            <a:rPr lang="en-US" sz="2000" b="1" i="0" dirty="0">
                              <a:effectLst/>
                              <a:latin typeface="Verdana"/>
                              <a:ea typeface="Verdana"/>
                              <a:cs typeface="Verdana"/>
                            </a:rPr>
                            <a:t>Problem</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i="0" dirty="0">
                              <a:effectLst/>
                              <a:latin typeface="Verdana"/>
                              <a:ea typeface="Verdana"/>
                              <a:cs typeface="Verdana"/>
                            </a:rPr>
                            <a:t>Mistake(s)</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i="0" dirty="0">
                              <a:effectLst/>
                              <a:latin typeface="Verdana"/>
                              <a:ea typeface="Verdana"/>
                              <a:cs typeface="Verdana"/>
                            </a:rPr>
                            <a:t>Correct Response</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685800">
                    <a:tc>
                      <a:txBody>
                        <a:bodyPr/>
                        <a:lstStyle/>
                        <a:p>
                          <a:pPr marL="457200" indent="-457200" algn="l"/>
                          <a:r>
                            <a:rPr lang="en-PH" sz="2000" dirty="0">
                              <a:latin typeface="Verdana" pitchFamily="34" charset="0"/>
                              <a:ea typeface="Verdana" pitchFamily="34" charset="0"/>
                            </a:rPr>
                            <a:t>4.</a:t>
                          </a:r>
                          <a:r>
                            <a:rPr lang="en-US" sz="2000" dirty="0">
                              <a:latin typeface="Verdana"/>
                              <a:ea typeface="Verdana"/>
                              <a:cs typeface="Verdana"/>
                            </a:rPr>
                            <a:t>	</a:t>
                          </a:r>
                          <a14:m>
                            <m:oMath xmlns:m="http://schemas.openxmlformats.org/officeDocument/2006/math">
                              <m:sSup>
                                <m:sSupPr>
                                  <m:ctrlP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Verdana"/>
                                      <a:sym typeface="Arial"/>
                                    </a:rPr>
                                  </m:ctrlPr>
                                </m:sSupPr>
                                <m:e>
                                  <m:d>
                                    <m:dPr>
                                      <m:ctrlP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Verdana"/>
                                          <a:sym typeface="Arial"/>
                                        </a:rPr>
                                      </m:ctrlPr>
                                    </m:dPr>
                                    <m:e>
                                      <m:r>
                                        <a:rPr kumimoji="0" lang="en-PH" sz="2000" b="0" i="1" u="none" strike="noStrike" kern="0" cap="none" spc="0" normalizeH="0" baseline="0" noProof="0" smtClean="0">
                                          <a:ln>
                                            <a:noFill/>
                                          </a:ln>
                                          <a:solidFill>
                                            <a:srgbClr val="000000"/>
                                          </a:solidFill>
                                          <a:effectLst/>
                                          <a:uLnTx/>
                                          <a:uFillTx/>
                                          <a:latin typeface="Cambria Math"/>
                                          <a:ea typeface="Verdana"/>
                                          <a:sym typeface="Arial"/>
                                        </a:rPr>
                                        <m:t>4+5</m:t>
                                      </m:r>
                                    </m:e>
                                  </m:d>
                                </m:e>
                                <m:sup>
                                  <m:r>
                                    <a:rPr kumimoji="0" lang="en-PH" sz="2000" b="0" i="1" u="none" strike="noStrike" kern="0" cap="none" spc="0" normalizeH="0" baseline="0" noProof="0" smtClean="0">
                                      <a:ln>
                                        <a:noFill/>
                                      </a:ln>
                                      <a:solidFill>
                                        <a:srgbClr val="000000"/>
                                      </a:solidFill>
                                      <a:effectLst/>
                                      <a:uLnTx/>
                                      <a:uFillTx/>
                                      <a:latin typeface="Cambria Math"/>
                                      <a:ea typeface="Verdana"/>
                                      <a:sym typeface="Arial"/>
                                    </a:rPr>
                                    <m:t>2</m:t>
                                  </m:r>
                                </m:sup>
                              </m:sSup>
                            </m:oMath>
                          </a14:m>
                          <a:endParaRPr kumimoji="0" lang="en-PH" sz="2000" b="0" u="none" strike="noStrike" kern="0" cap="none" spc="0" normalizeH="0" baseline="0" noProof="0" dirty="0">
                            <a:ln>
                              <a:noFill/>
                            </a:ln>
                            <a:solidFill>
                              <a:srgbClr val="000000"/>
                            </a:solidFill>
                            <a:effectLst/>
                            <a:uLnTx/>
                            <a:uFillTx/>
                            <a:latin typeface="Verdana"/>
                            <a:ea typeface="Verdana"/>
                            <a:sym typeface="Arial"/>
                          </a:endParaRPr>
                        </a:p>
                        <a:p>
                          <a:pPr marL="457200" indent="-457200" algn="l"/>
                          <a:endParaRPr lang="en-PH" sz="2000" dirty="0">
                            <a:latin typeface="Verdana" pitchFamily="34" charset="0"/>
                            <a:ea typeface="Verdana" pitchFamily="34" charset="0"/>
                          </a:endParaRPr>
                        </a:p>
                        <a:p>
                          <a:pPr marL="457200" indent="-457200" algn="l"/>
                          <a:endParaRPr lang="en-PH" sz="2000" dirty="0">
                            <a:latin typeface="Verdana" pitchFamily="34" charset="0"/>
                            <a:ea typeface="Verdana" pitchFamily="34" charset="0"/>
                          </a:endParaRPr>
                        </a:p>
                        <a:p>
                          <a:pPr marL="457200" indent="-457200" algn="l"/>
                          <a:endParaRPr lang="en-PH" sz="2000" dirty="0">
                            <a:latin typeface="Verdana" pitchFamily="34" charset="0"/>
                            <a:ea typeface="Verdana" pitchFamily="34" charset="0"/>
                          </a:endParaRPr>
                        </a:p>
                        <a:p>
                          <a:pPr marL="457200" indent="-457200" algn="l"/>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457200" indent="-457200" algn="l"/>
                          <a:r>
                            <a:rPr lang="en-PH" sz="2000" dirty="0">
                              <a:latin typeface="Verdana" pitchFamily="34" charset="0"/>
                              <a:ea typeface="Verdana" pitchFamily="34" charset="0"/>
                            </a:rPr>
                            <a:t>5.</a:t>
                          </a:r>
                          <a:r>
                            <a:rPr lang="en-US" sz="2000" dirty="0">
                              <a:latin typeface="Verdana"/>
                              <a:ea typeface="Verdana"/>
                              <a:cs typeface="Verdana"/>
                            </a:rPr>
                            <a:t> 	</a:t>
                          </a:r>
                          <a14:m>
                            <m:oMath xmlns:m="http://schemas.openxmlformats.org/officeDocument/2006/math">
                              <m:sSup>
                                <m:sSupPr>
                                  <m:ctrlP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Verdana"/>
                                      <a:sym typeface="Arial"/>
                                    </a:rPr>
                                  </m:ctrlPr>
                                </m:sSupPr>
                                <m:e>
                                  <m:d>
                                    <m:dPr>
                                      <m:ctrlP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Verdana"/>
                                          <a:sym typeface="Arial"/>
                                        </a:rPr>
                                      </m:ctrlPr>
                                    </m:dPr>
                                    <m:e>
                                      <m:r>
                                        <a:rPr kumimoji="0" lang="en-PH" sz="2000" b="0" i="1" u="none" strike="noStrike" kern="0" cap="none" spc="0" normalizeH="0" baseline="0" noProof="0" smtClean="0">
                                          <a:ln>
                                            <a:noFill/>
                                          </a:ln>
                                          <a:solidFill>
                                            <a:srgbClr val="000000"/>
                                          </a:solidFill>
                                          <a:effectLst/>
                                          <a:uLnTx/>
                                          <a:uFillTx/>
                                          <a:latin typeface="Cambria Math"/>
                                          <a:ea typeface="Verdana"/>
                                          <a:sym typeface="Arial"/>
                                        </a:rPr>
                                        <m:t>−4</m:t>
                                      </m:r>
                                    </m:e>
                                  </m:d>
                                </m:e>
                                <m:sup>
                                  <m:r>
                                    <a:rPr kumimoji="0" lang="en-PH" sz="2000" b="0" i="1" u="none" strike="noStrike" kern="0" cap="none" spc="0" normalizeH="0" baseline="0" noProof="0" smtClean="0">
                                      <a:ln>
                                        <a:noFill/>
                                      </a:ln>
                                      <a:solidFill>
                                        <a:srgbClr val="000000"/>
                                      </a:solidFill>
                                      <a:effectLst/>
                                      <a:uLnTx/>
                                      <a:uFillTx/>
                                      <a:latin typeface="Cambria Math"/>
                                      <a:ea typeface="Verdana"/>
                                      <a:sym typeface="Arial"/>
                                    </a:rPr>
                                    <m:t>5</m:t>
                                  </m:r>
                                </m:sup>
                              </m:sSup>
                              <m:r>
                                <a:rPr kumimoji="0" lang="en-US" sz="2000" b="0" i="1" u="none" strike="noStrike" kern="0" cap="none" spc="0" normalizeH="0" baseline="0" noProof="0" smtClean="0">
                                  <a:ln>
                                    <a:noFill/>
                                  </a:ln>
                                  <a:solidFill>
                                    <a:srgbClr val="000000"/>
                                  </a:solidFill>
                                  <a:effectLst/>
                                  <a:uLnTx/>
                                  <a:uFillTx/>
                                  <a:latin typeface="Cambria Math"/>
                                  <a:ea typeface="Cambria Math"/>
                                  <a:sym typeface="Arial"/>
                                </a:rPr>
                                <m:t>∙</m:t>
                              </m:r>
                              <m:sSup>
                                <m:sSupPr>
                                  <m:ctrlP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Cambria Math"/>
                                      <a:sym typeface="Arial"/>
                                    </a:rPr>
                                  </m:ctrlPr>
                                </m:sSupPr>
                                <m:e>
                                  <m:r>
                                    <a:rPr kumimoji="0" lang="en-PH" sz="2000" b="0" i="1" u="none" strike="noStrike" kern="0" cap="none" spc="0" normalizeH="0" baseline="0" noProof="0" smtClean="0">
                                      <a:ln>
                                        <a:noFill/>
                                      </a:ln>
                                      <a:solidFill>
                                        <a:srgbClr val="000000"/>
                                      </a:solidFill>
                                      <a:effectLst/>
                                      <a:uLnTx/>
                                      <a:uFillTx/>
                                      <a:latin typeface="Cambria Math"/>
                                      <a:ea typeface="Cambria Math"/>
                                      <a:sym typeface="Arial"/>
                                    </a:rPr>
                                    <m:t>(4)</m:t>
                                  </m:r>
                                </m:e>
                                <m:sup>
                                  <m:r>
                                    <a:rPr kumimoji="0" lang="en-PH" sz="2000" b="0" i="1" u="none" strike="noStrike" kern="0" cap="none" spc="0" normalizeH="0" baseline="0" noProof="0" smtClean="0">
                                      <a:ln>
                                        <a:noFill/>
                                      </a:ln>
                                      <a:solidFill>
                                        <a:srgbClr val="000000"/>
                                      </a:solidFill>
                                      <a:effectLst/>
                                      <a:uLnTx/>
                                      <a:uFillTx/>
                                      <a:latin typeface="Cambria Math"/>
                                      <a:ea typeface="Cambria Math"/>
                                      <a:sym typeface="Arial"/>
                                    </a:rPr>
                                    <m:t>0</m:t>
                                  </m:r>
                                </m:sup>
                              </m:sSup>
                            </m:oMath>
                          </a14:m>
                          <a:endParaRPr lang="en-US" sz="2000" dirty="0">
                            <a:latin typeface="Verdana" pitchFamily="34" charset="0"/>
                            <a:ea typeface="Verdana" pitchFamily="34" charset="0"/>
                          </a:endParaRPr>
                        </a:p>
                        <a:p>
                          <a:pPr marL="457200" indent="-457200" algn="l"/>
                          <a:endParaRPr lang="en-PH" sz="2000" dirty="0">
                            <a:latin typeface="Verdana" pitchFamily="34" charset="0"/>
                            <a:ea typeface="Verdana" pitchFamily="34" charset="0"/>
                          </a:endParaRPr>
                        </a:p>
                        <a:p>
                          <a:pPr marL="457200" indent="-457200" algn="l"/>
                          <a:endParaRPr lang="en-PH" sz="2000" dirty="0">
                            <a:latin typeface="Verdana" pitchFamily="34" charset="0"/>
                            <a:ea typeface="Verdana" pitchFamily="34" charset="0"/>
                          </a:endParaRPr>
                        </a:p>
                        <a:p>
                          <a:pPr marL="457200" indent="-457200" algn="l"/>
                          <a:endParaRPr lang="en-PH" sz="2000" dirty="0">
                            <a:latin typeface="Verdana" pitchFamily="34" charset="0"/>
                            <a:ea typeface="Verdana" pitchFamily="34" charset="0"/>
                          </a:endParaRPr>
                        </a:p>
                        <a:p>
                          <a:pPr marL="457200" indent="-457200" algn="l"/>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457200" indent="-457200" algn="l"/>
                          <a:r>
                            <a:rPr lang="en-PH" sz="2000" dirty="0">
                              <a:latin typeface="Verdana" pitchFamily="34" charset="0"/>
                              <a:ea typeface="Verdana" pitchFamily="34" charset="0"/>
                            </a:rPr>
                            <a:t>6.</a:t>
                          </a:r>
                          <a:r>
                            <a:rPr lang="en-US" sz="2000" dirty="0">
                              <a:latin typeface="Verdana"/>
                              <a:ea typeface="Verdana"/>
                              <a:cs typeface="Verdana"/>
                            </a:rPr>
                            <a:t> 	</a:t>
                          </a:r>
                          <a14:m>
                            <m:oMath xmlns:m="http://schemas.openxmlformats.org/officeDocument/2006/math">
                              <m:sSup>
                                <m:sSupPr>
                                  <m:ctrlPr>
                                    <a:rPr lang="en-US" sz="2000" i="1" smtClean="0">
                                      <a:effectLst/>
                                      <a:latin typeface="Cambria Math" panose="02040503050406030204" pitchFamily="18" charset="0"/>
                                      <a:ea typeface="Verdana"/>
                                      <a:cs typeface="Verdana"/>
                                    </a:rPr>
                                  </m:ctrlPr>
                                </m:sSupPr>
                                <m:e>
                                  <m:d>
                                    <m:dPr>
                                      <m:begChr m:val="["/>
                                      <m:endChr m:val="]"/>
                                      <m:ctrlPr>
                                        <a:rPr lang="en-US" sz="2000" i="1">
                                          <a:effectLst/>
                                          <a:latin typeface="Cambria Math" panose="02040503050406030204" pitchFamily="18" charset="0"/>
                                          <a:ea typeface="Verdana"/>
                                          <a:cs typeface="Verdana"/>
                                        </a:rPr>
                                      </m:ctrlPr>
                                    </m:dPr>
                                    <m:e>
                                      <m:d>
                                        <m:dPr>
                                          <m:ctrlPr>
                                            <a:rPr lang="en-US" sz="2000" i="1">
                                              <a:effectLst/>
                                              <a:latin typeface="Cambria Math" panose="02040503050406030204" pitchFamily="18" charset="0"/>
                                              <a:ea typeface="Verdana"/>
                                              <a:cs typeface="Verdana"/>
                                            </a:rPr>
                                          </m:ctrlPr>
                                        </m:dPr>
                                        <m:e>
                                          <m:r>
                                            <a:rPr lang="en-US" sz="2000">
                                              <a:effectLst/>
                                              <a:latin typeface="Cambria Math"/>
                                              <a:ea typeface="Verdana"/>
                                              <a:cs typeface="Verdana"/>
                                            </a:rPr>
                                            <m:t>8+</m:t>
                                          </m:r>
                                          <m:sSup>
                                            <m:sSupPr>
                                              <m:ctrlPr>
                                                <a:rPr lang="en-US" sz="2000" i="1">
                                                  <a:effectLst/>
                                                  <a:latin typeface="Cambria Math" panose="02040503050406030204" pitchFamily="18" charset="0"/>
                                                  <a:ea typeface="Verdana"/>
                                                  <a:cs typeface="Verdana"/>
                                                </a:rPr>
                                              </m:ctrlPr>
                                            </m:sSupPr>
                                            <m:e>
                                              <m:r>
                                                <a:rPr lang="en-US" sz="2000">
                                                  <a:effectLst/>
                                                  <a:latin typeface="Cambria Math"/>
                                                  <a:ea typeface="Verdana"/>
                                                  <a:cs typeface="Verdana"/>
                                                </a:rPr>
                                                <m:t>3</m:t>
                                              </m:r>
                                            </m:e>
                                            <m:sup>
                                              <m:r>
                                                <a:rPr lang="en-US" sz="2000">
                                                  <a:effectLst/>
                                                  <a:latin typeface="Cambria Math"/>
                                                  <a:ea typeface="Verdana"/>
                                                  <a:cs typeface="Verdana"/>
                                                </a:rPr>
                                                <m:t>2</m:t>
                                              </m:r>
                                            </m:sup>
                                          </m:sSup>
                                        </m:e>
                                      </m:d>
                                      <m:r>
                                        <a:rPr lang="en-US" sz="2000">
                                          <a:effectLst/>
                                          <a:latin typeface="Cambria Math"/>
                                          <a:ea typeface="Verdana"/>
                                          <a:cs typeface="Verdana"/>
                                        </a:rPr>
                                        <m:t>×4</m:t>
                                      </m:r>
                                    </m:e>
                                  </m:d>
                                </m:e>
                                <m:sup>
                                  <m:r>
                                    <a:rPr lang="en-US" sz="2000">
                                      <a:effectLst/>
                                      <a:latin typeface="Cambria Math"/>
                                      <a:ea typeface="Verdana"/>
                                      <a:cs typeface="Verdana"/>
                                    </a:rPr>
                                    <m:t>2</m:t>
                                  </m:r>
                                </m:sup>
                              </m:sSup>
                            </m:oMath>
                          </a14:m>
                          <a:endParaRPr lang="en-US" sz="2000" dirty="0">
                            <a:latin typeface="Verdana" pitchFamily="34" charset="0"/>
                            <a:ea typeface="Verdana" pitchFamily="34" charset="0"/>
                          </a:endParaRPr>
                        </a:p>
                        <a:p>
                          <a:pPr marL="457200" indent="-457200" algn="l"/>
                          <a:endParaRPr lang="en-PH" sz="2000" dirty="0">
                            <a:latin typeface="Verdana" pitchFamily="34" charset="0"/>
                            <a:ea typeface="Verdana" pitchFamily="34" charset="0"/>
                          </a:endParaRPr>
                        </a:p>
                        <a:p>
                          <a:pPr marL="457200" indent="-457200" algn="l"/>
                          <a:endParaRPr lang="en-PH" sz="2000" dirty="0">
                            <a:latin typeface="Verdana" pitchFamily="34" charset="0"/>
                            <a:ea typeface="Verdana" pitchFamily="34" charset="0"/>
                          </a:endParaRPr>
                        </a:p>
                        <a:p>
                          <a:pPr marL="457200" indent="-457200" algn="l"/>
                          <a:endParaRPr lang="en-PH" sz="2000" dirty="0">
                            <a:latin typeface="Verdana" pitchFamily="34" charset="0"/>
                            <a:ea typeface="Verdana" pitchFamily="34" charset="0"/>
                          </a:endParaRPr>
                        </a:p>
                        <a:p>
                          <a:pPr marL="457200" indent="-457200" algn="l"/>
                          <a:endParaRPr lang="en-PH" sz="2000" dirty="0">
                            <a:latin typeface="Verdana" pitchFamily="34" charset="0"/>
                            <a:ea typeface="Verdana" pitchFamily="34" charset="0"/>
                          </a:endParaRPr>
                        </a:p>
                        <a:p>
                          <a:pPr marL="457200" indent="-457200" algn="l"/>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460958823"/>
                  </p:ext>
                </p:extLst>
              </p:nvPr>
            </p:nvGraphicFramePr>
            <p:xfrm>
              <a:off x="2146200" y="520394"/>
              <a:ext cx="7726746" cy="5855653"/>
            </p:xfrm>
            <a:graphic>
              <a:graphicData uri="http://schemas.openxmlformats.org/drawingml/2006/table">
                <a:tbl>
                  <a:tblPr firstRow="1" bandRow="1">
                    <a:tableStyleId>{A91F0D33-8C57-4600-99A7-42BC86742BE1}</a:tableStyleId>
                  </a:tblPr>
                  <a:tblGrid>
                    <a:gridCol w="2674653">
                      <a:extLst>
                        <a:ext uri="{9D8B030D-6E8A-4147-A177-3AD203B41FA5}">
                          <a16:colId xmlns:a16="http://schemas.microsoft.com/office/drawing/2014/main" val="20000"/>
                        </a:ext>
                      </a:extLst>
                    </a:gridCol>
                    <a:gridCol w="2674653">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701040">
                    <a:tc>
                      <a:txBody>
                        <a:bodyPr/>
                        <a:lstStyle/>
                        <a:p>
                          <a:pPr algn="ctr"/>
                          <a:r>
                            <a:rPr lang="en-US" sz="2000" b="1" i="0" dirty="0">
                              <a:effectLst/>
                              <a:latin typeface="Verdana"/>
                              <a:ea typeface="Verdana"/>
                              <a:cs typeface="Verdana"/>
                            </a:rPr>
                            <a:t>Problem</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i="0" dirty="0">
                              <a:effectLst/>
                              <a:latin typeface="Verdana"/>
                              <a:ea typeface="Verdana"/>
                              <a:cs typeface="Verdana"/>
                            </a:rPr>
                            <a:t>Mistake(s)</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i="0" dirty="0">
                              <a:effectLst/>
                              <a:latin typeface="Verdana"/>
                              <a:ea typeface="Verdana"/>
                              <a:cs typeface="Verdana"/>
                            </a:rPr>
                            <a:t>Correct Response</a:t>
                          </a: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61544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44531" r="-189573" b="-219531"/>
                          </a:stretch>
                        </a:blipFill>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618933">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44531" r="-189573" b="-119531"/>
                          </a:stretch>
                        </a:blipFill>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92024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205921" r="-189573" b="-658"/>
                          </a:stretch>
                        </a:blipFill>
                      </a:tcPr>
                    </a:tc>
                    <a:tc>
                      <a:txBody>
                        <a:bodyPr/>
                        <a:lstStyle/>
                        <a:p>
                          <a:pPr algn="ctr"/>
                          <a:endParaRPr lang="en-US" sz="200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grpSp>
        <p:nvGrpSpPr>
          <p:cNvPr id="17" name="Group 16"/>
          <p:cNvGrpSpPr/>
          <p:nvPr/>
        </p:nvGrpSpPr>
        <p:grpSpPr>
          <a:xfrm>
            <a:off x="2683159" y="1600835"/>
            <a:ext cx="1365250" cy="1019810"/>
            <a:chOff x="0" y="0"/>
            <a:chExt cx="1365840" cy="1019822"/>
          </a:xfrm>
        </p:grpSpPr>
        <mc:AlternateContent xmlns:mc="http://schemas.openxmlformats.org/markup-compatibility/2006" xmlns:p14="http://schemas.microsoft.com/office/powerpoint/2010/main">
          <mc:Choice Requires="p14">
            <p:contentPart p14:bwMode="auto" r:id="rId5">
              <p14:nvContentPartPr>
                <p14:cNvPr id="18" name="Ink 17"/>
                <p14:cNvContentPartPr/>
                <p14:nvPr/>
              </p14:nvContentPartPr>
              <p14:xfrm>
                <a:off x="0" y="73347"/>
                <a:ext cx="1365840" cy="870840"/>
              </p14:xfrm>
            </p:contentPart>
          </mc:Choice>
          <mc:Fallback xmlns="">
            <p:pic>
              <p:nvPicPr>
                <p:cNvPr id="18" name="Ink 17"/>
                <p:cNvPicPr/>
                <p:nvPr/>
              </p:nvPicPr>
              <p:blipFill>
                <a:blip r:embed="rId6"/>
                <a:stretch>
                  <a:fillRect/>
                </a:stretch>
              </p:blipFill>
              <p:spPr>
                <a:xfrm>
                  <a:off x="-5043" y="66504"/>
                  <a:ext cx="1380608" cy="887047"/>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p14:cNvContentPartPr/>
                <p14:nvPr/>
              </p14:nvContentPartPr>
              <p14:xfrm>
                <a:off x="836162" y="845942"/>
                <a:ext cx="46440" cy="173880"/>
              </p14:xfrm>
            </p:contentPart>
          </mc:Choice>
          <mc:Fallback xmlns="">
            <p:pic>
              <p:nvPicPr>
                <p:cNvPr id="19" name="Ink 18"/>
                <p:cNvPicPr/>
                <p:nvPr/>
              </p:nvPicPr>
              <p:blipFill>
                <a:blip r:embed="rId8"/>
                <a:stretch>
                  <a:fillRect/>
                </a:stretch>
              </p:blipFill>
              <p:spPr>
                <a:xfrm>
                  <a:off x="831842" y="837284"/>
                  <a:ext cx="59400" cy="189753"/>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p14:cNvContentPartPr/>
                <p14:nvPr/>
              </p14:nvContentPartPr>
              <p14:xfrm>
                <a:off x="1095324" y="0"/>
                <a:ext cx="131040" cy="119520"/>
              </p14:xfrm>
            </p:contentPart>
          </mc:Choice>
          <mc:Fallback xmlns="">
            <p:pic>
              <p:nvPicPr>
                <p:cNvPr id="20" name="Ink 19"/>
                <p:cNvPicPr/>
                <p:nvPr/>
              </p:nvPicPr>
              <p:blipFill>
                <a:blip r:embed="rId10"/>
                <a:stretch>
                  <a:fillRect/>
                </a:stretch>
              </p:blipFill>
              <p:spPr>
                <a:xfrm>
                  <a:off x="1087404" y="-5760"/>
                  <a:ext cx="145800" cy="132840"/>
                </a:xfrm>
                <a:prstGeom prst="rect">
                  <a:avLst/>
                </a:prstGeom>
              </p:spPr>
            </p:pic>
          </mc:Fallback>
        </mc:AlternateContent>
      </p:grpSp>
      <p:grpSp>
        <p:nvGrpSpPr>
          <p:cNvPr id="23" name="Group 22"/>
          <p:cNvGrpSpPr/>
          <p:nvPr/>
        </p:nvGrpSpPr>
        <p:grpSpPr>
          <a:xfrm>
            <a:off x="2721259" y="3356246"/>
            <a:ext cx="1289050" cy="909955"/>
            <a:chOff x="0" y="0"/>
            <a:chExt cx="1289520" cy="910440"/>
          </a:xfrm>
        </p:grpSpPr>
        <mc:AlternateContent xmlns:mc="http://schemas.openxmlformats.org/markup-compatibility/2006" xmlns:p14="http://schemas.microsoft.com/office/powerpoint/2010/main">
          <mc:Choice Requires="p14">
            <p:contentPart p14:bwMode="auto" r:id="rId11">
              <p14:nvContentPartPr>
                <p14:cNvPr id="24" name="Ink 23"/>
                <p14:cNvContentPartPr/>
                <p14:nvPr/>
              </p14:nvContentPartPr>
              <p14:xfrm>
                <a:off x="0" y="0"/>
                <a:ext cx="1289520" cy="910440"/>
              </p14:xfrm>
            </p:contentPart>
          </mc:Choice>
          <mc:Fallback xmlns="">
            <p:pic>
              <p:nvPicPr>
                <p:cNvPr id="24" name="Ink 23"/>
                <p:cNvPicPr/>
                <p:nvPr/>
              </p:nvPicPr>
              <p:blipFill>
                <a:blip r:embed="rId12"/>
                <a:stretch>
                  <a:fillRect/>
                </a:stretch>
              </p:blipFill>
              <p:spPr>
                <a:xfrm>
                  <a:off x="-3961" y="-3241"/>
                  <a:ext cx="1301763" cy="922325"/>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p14:cNvContentPartPr/>
                <p14:nvPr/>
              </p14:nvContentPartPr>
              <p14:xfrm>
                <a:off x="488984" y="606340"/>
                <a:ext cx="111960" cy="30960"/>
              </p14:xfrm>
            </p:contentPart>
          </mc:Choice>
          <mc:Fallback xmlns="">
            <p:pic>
              <p:nvPicPr>
                <p:cNvPr id="25" name="Ink 24"/>
                <p:cNvPicPr/>
                <p:nvPr/>
              </p:nvPicPr>
              <p:blipFill>
                <a:blip r:embed="rId14"/>
                <a:stretch>
                  <a:fillRect/>
                </a:stretch>
              </p:blipFill>
              <p:spPr>
                <a:xfrm>
                  <a:off x="485024" y="598780"/>
                  <a:ext cx="124200" cy="47880"/>
                </a:xfrm>
                <a:prstGeom prst="rect">
                  <a:avLst/>
                </a:prstGeom>
              </p:spPr>
            </p:pic>
          </mc:Fallback>
        </mc:AlternateContent>
      </p:grpSp>
      <p:grpSp>
        <p:nvGrpSpPr>
          <p:cNvPr id="26" name="Group 25"/>
          <p:cNvGrpSpPr/>
          <p:nvPr/>
        </p:nvGrpSpPr>
        <p:grpSpPr>
          <a:xfrm>
            <a:off x="2760139" y="4884420"/>
            <a:ext cx="1666875" cy="1386840"/>
            <a:chOff x="0" y="0"/>
            <a:chExt cx="1666875" cy="1387325"/>
          </a:xfrm>
        </p:grpSpPr>
        <mc:AlternateContent xmlns:mc="http://schemas.openxmlformats.org/markup-compatibility/2006" xmlns:p14="http://schemas.microsoft.com/office/powerpoint/2010/main">
          <mc:Choice Requires="p14">
            <p:contentPart p14:bwMode="auto" r:id="rId15">
              <p14:nvContentPartPr>
                <p14:cNvPr id="27" name="Ink 26"/>
                <p14:cNvContentPartPr/>
                <p14:nvPr/>
              </p14:nvContentPartPr>
              <p14:xfrm>
                <a:off x="713917" y="537882"/>
                <a:ext cx="158400" cy="203200"/>
              </p14:xfrm>
            </p:contentPart>
          </mc:Choice>
          <mc:Fallback xmlns="">
            <p:pic>
              <p:nvPicPr>
                <p:cNvPr id="27" name="Ink 26"/>
                <p:cNvPicPr/>
                <p:nvPr/>
              </p:nvPicPr>
              <p:blipFill>
                <a:blip r:embed="rId16"/>
                <a:stretch>
                  <a:fillRect/>
                </a:stretch>
              </p:blipFill>
              <p:spPr>
                <a:xfrm>
                  <a:off x="708866" y="535005"/>
                  <a:ext cx="169946" cy="212551"/>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8" name="Ink 27"/>
                <p14:cNvContentPartPr/>
                <p14:nvPr/>
              </p14:nvContentPartPr>
              <p14:xfrm>
                <a:off x="0" y="0"/>
                <a:ext cx="1666875" cy="1387325"/>
              </p14:xfrm>
            </p:contentPart>
          </mc:Choice>
          <mc:Fallback xmlns="">
            <p:pic>
              <p:nvPicPr>
                <p:cNvPr id="28" name="Ink 27"/>
                <p:cNvPicPr/>
                <p:nvPr/>
              </p:nvPicPr>
              <p:blipFill>
                <a:blip r:embed="rId18"/>
                <a:stretch>
                  <a:fillRect/>
                </a:stretch>
              </p:blipFill>
              <p:spPr>
                <a:xfrm>
                  <a:off x="-5040" y="-6123"/>
                  <a:ext cx="1679476" cy="1401731"/>
                </a:xfrm>
                <a:prstGeom prst="rect">
                  <a:avLst/>
                </a:prstGeom>
              </p:spPr>
            </p:pic>
          </mc:Fallback>
        </mc:AlternateContent>
      </p:grpSp>
      <p:sp>
        <p:nvSpPr>
          <p:cNvPr id="3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27</a:t>
            </a:r>
            <a:endParaRPr i="1" dirty="0">
              <a:latin typeface="Calibri"/>
              <a:ea typeface="Calibri"/>
              <a:cs typeface="Calibri"/>
              <a:sym typeface="Calibri"/>
            </a:endParaRPr>
          </a:p>
        </p:txBody>
      </p:sp>
    </p:spTree>
    <p:extLst>
      <p:ext uri="{BB962C8B-B14F-4D97-AF65-F5344CB8AC3E}">
        <p14:creationId xmlns:p14="http://schemas.microsoft.com/office/powerpoint/2010/main" val="289570238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1720</TotalTime>
  <Words>1494</Words>
  <Application>Microsoft Macintosh PowerPoint</Application>
  <PresentationFormat>Widescreen</PresentationFormat>
  <Paragraphs>340</Paragraphs>
  <Slides>30</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Calibri</vt:lpstr>
      <vt:lpstr>Arial Black</vt:lpstr>
      <vt:lpstr>Cambria Math</vt:lpstr>
      <vt:lpstr>Verdana</vt:lpstr>
      <vt:lpstr>Courier New</vt:lpstr>
      <vt:lpstr>Symbol</vt:lpstr>
      <vt:lpstr>Arial</vt:lpstr>
      <vt:lpstr>Century Gothic</vt:lpstr>
      <vt:lpstr>1_Office Theme</vt:lpstr>
      <vt:lpstr>7th Grade Math  Unit 8, Lesson 4  Evaluating Numeric Expressions –  Part 1  Volume 2, pg. 21  </vt:lpstr>
      <vt:lpstr>Benchmarks</vt:lpstr>
      <vt:lpstr>PowerPoint Presentation</vt:lpstr>
      <vt:lpstr>PowerPoint Presentation</vt:lpstr>
      <vt:lpstr>Warm-Up</vt:lpstr>
      <vt:lpstr>PowerPoint Presentation</vt:lpstr>
      <vt:lpstr>PowerPoint Presentation</vt:lpstr>
      <vt:lpstr>Refresher</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46</cp:revision>
  <dcterms:created xsi:type="dcterms:W3CDTF">2015-03-17T18:51:18Z</dcterms:created>
  <dcterms:modified xsi:type="dcterms:W3CDTF">2023-01-31T14:39:07Z</dcterms:modified>
</cp:coreProperties>
</file>