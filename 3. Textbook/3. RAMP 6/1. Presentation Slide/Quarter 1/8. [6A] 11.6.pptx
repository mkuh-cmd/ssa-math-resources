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288" r:id="rId10"/>
    <p:sldId id="319" r:id="rId11"/>
    <p:sldId id="322" r:id="rId12"/>
    <p:sldId id="323" r:id="rId13"/>
    <p:sldId id="320" r:id="rId14"/>
    <p:sldId id="321" r:id="rId15"/>
    <p:sldId id="324" r:id="rId16"/>
    <p:sldId id="326" r:id="rId17"/>
    <p:sldId id="328" r:id="rId18"/>
    <p:sldId id="314" r:id="rId19"/>
    <p:sldId id="315" r:id="rId20"/>
    <p:sldId id="316" r:id="rId21"/>
    <p:sldId id="325" r:id="rId22"/>
    <p:sldId id="306" r:id="rId23"/>
    <p:sldId id="307" r:id="rId24"/>
    <p:sldId id="310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7" autoAdjust="0"/>
    <p:restoredTop sz="94695"/>
  </p:normalViewPr>
  <p:slideViewPr>
    <p:cSldViewPr snapToGrid="0">
      <p:cViewPr varScale="1">
        <p:scale>
          <a:sx n="43" d="100"/>
          <a:sy n="43" d="100"/>
        </p:scale>
        <p:origin x="72" y="9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1252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4243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9547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5511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1528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0019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38625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544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462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8178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133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19108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hyperlink" Target="https://pixabay.com/en/man-person-climb-mountaineer-rock-37338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Real-World Problems with Rational Numbers – Part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190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21432" y="17931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932" y="4150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545232" y="1600200"/>
            <a:ext cx="910153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MA.7.NSO.2.3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any of the four operations with rational numbers.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223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94873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17523" y="1624099"/>
            <a:ext cx="97447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2324" y="-1205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62" y="27714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67462" y="1600200"/>
            <a:ext cx="925707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with three operations involving any of the four operations with rational numbers.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82896" y="-4817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96" y="1998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62237" y="1386025"/>
            <a:ext cx="962534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picture of a thermometer is shown.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the error in the image.</a:t>
            </a:r>
          </a:p>
        </p:txBody>
      </p:sp>
      <p:pic>
        <p:nvPicPr>
          <p:cNvPr id="9" name="Picture 8" descr="A picture containing text, device, thermometer, gauge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927" t="18119" r="31051" b="2425"/>
          <a:stretch/>
        </p:blipFill>
        <p:spPr bwMode="auto">
          <a:xfrm>
            <a:off x="7777343" y="1067032"/>
            <a:ext cx="2045933" cy="52708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2237" y="4031238"/>
            <a:ext cx="61621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to fix the image so that there is no “math fail.”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63887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11.6.2 Activity: Error Analysis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4079" y="3482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454727" y="1386026"/>
                <a:ext cx="8932857" cy="3619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answer each question below.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3550" indent="-46355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Diana was given the following problem to solve.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Eugene has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$40.00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spend at a theme park gift shop. He receives a discount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off the price of an item for being an annual </a:t>
                </a:r>
                <a:r>
                  <a:rPr lang="en-US" sz="2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passholder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 wants to purchase a collectible </a:t>
                </a:r>
                <a:r>
                  <a:rPr lang="en-US" sz="2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passholder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pin that has a retail price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$19.95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How much will he have left after purchasing the pin?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27" y="1386026"/>
                <a:ext cx="8932857" cy="3619517"/>
              </a:xfrm>
              <a:prstGeom prst="rect">
                <a:avLst/>
              </a:prstGeom>
              <a:blipFill rotWithShape="0">
                <a:blip r:embed="rId4"/>
                <a:stretch>
                  <a:fillRect l="-956" t="-842" r="-1160" b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454727" y="520394"/>
            <a:ext cx="88801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Diana solved the problem with the steps shown.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2933" y="1114996"/>
            <a:ext cx="7416800" cy="3671421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1039091" y="337514"/>
            <a:ext cx="1011381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what Diana did correctly and incorrectly.</a:t>
            </a: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much money will Eugene have left over after buying the pin? Show your work.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59929"/>
              </p:ext>
            </p:extLst>
          </p:nvPr>
        </p:nvGraphicFramePr>
        <p:xfrm>
          <a:off x="2887133" y="1077480"/>
          <a:ext cx="6858000" cy="215582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094509" y="337513"/>
                <a:ext cx="10002982" cy="2943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Jeffrey was given the following problem to solve.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Diego is planning to hike the very difficult Shorty’s Well Route to Telescope Peak, which begins at an elevation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−262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and ends at an elevation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11,043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feet. He wants to hike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the change in elevation of the trail on the first day of his hike. If Diego sticks to his plan, at what elevation will he start on the second day?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509" y="337513"/>
                <a:ext cx="10002982" cy="2943113"/>
              </a:xfrm>
              <a:prstGeom prst="rect">
                <a:avLst/>
              </a:prstGeom>
              <a:blipFill rotWithShape="0">
                <a:blip r:embed="rId3"/>
                <a:stretch>
                  <a:fillRect l="-854" t="-1449" r="-244" b="-3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390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1932432" y="337514"/>
            <a:ext cx="83271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Jeffrey solved the problem with the steps shown.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504" y="968888"/>
            <a:ext cx="7270993" cy="3535379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5538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1219200" y="337513"/>
            <a:ext cx="9753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what Jeffrey did correctly and incorrectly.</a:t>
            </a: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 what elevation will Diego start on the second day? Show your work.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765"/>
              </p:ext>
            </p:extLst>
          </p:nvPr>
        </p:nvGraphicFramePr>
        <p:xfrm>
          <a:off x="2697163" y="984346"/>
          <a:ext cx="6797675" cy="352742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3615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983673" y="218983"/>
                <a:ext cx="10224654" cy="2682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Ashlyn was given the following problem to solve.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65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Fernando runs after school to prepare for the cross-country season. On Monday he ran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4.34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miles, Wednesday he ran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6.56 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miles, and on Friday he ran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1.375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miles. His teammate Marcus only ran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number of miles as Fernando. How many miles did Marcus run?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Ashlyn solved the problem with the steps shown.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3" y="218983"/>
                <a:ext cx="10224654" cy="2682657"/>
              </a:xfrm>
              <a:prstGeom prst="rect">
                <a:avLst/>
              </a:prstGeom>
              <a:blipFill rotWithShape="0">
                <a:blip r:embed="rId3"/>
                <a:stretch>
                  <a:fillRect l="-656" t="-1591" b="-3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8131" y="3199367"/>
            <a:ext cx="6697889" cy="3258432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8001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1205345" y="337514"/>
            <a:ext cx="97813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what Ashlyn did correctly and incorrectly.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817673"/>
              </p:ext>
            </p:extLst>
          </p:nvPr>
        </p:nvGraphicFramePr>
        <p:xfrm>
          <a:off x="2785533" y="1272213"/>
          <a:ext cx="6858000" cy="352742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4839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371601" y="337513"/>
                <a:ext cx="9670964" cy="3433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miles did Marcus run? Show your work.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Craig was given the following problem to solve.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65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Rhonda makes a specific hair dye color by mixing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ounces (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oz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of red tone,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oz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gray tone,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oz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brown tone. If Rhonda needs to make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oz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same color dye, how much of each color tone is needed?</a:t>
                </a:r>
              </a:p>
              <a:p>
                <a:pPr marL="5080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080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Craig solved the problem with the steps shown.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1" y="337513"/>
                <a:ext cx="9670964" cy="3433056"/>
              </a:xfrm>
              <a:prstGeom prst="rect">
                <a:avLst/>
              </a:prstGeom>
              <a:blipFill rotWithShape="0">
                <a:blip r:embed="rId3"/>
                <a:stretch>
                  <a:fillRect l="-694" t="-1064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58C90B-90D8-4915-4DB7-F525BBF41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362" y="3781349"/>
            <a:ext cx="590550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76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149927" y="337513"/>
                <a:ext cx="9892146" cy="5909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Identify what Craig did correctly and incorrectly.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much of each color is needed to make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2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oz</a:t>
                </a: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dye? Show your work.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927" y="337513"/>
                <a:ext cx="9892146" cy="5909310"/>
              </a:xfrm>
              <a:prstGeom prst="rect">
                <a:avLst/>
              </a:prstGeom>
              <a:blipFill rotWithShape="0">
                <a:blip r:embed="rId3"/>
                <a:stretch>
                  <a:fillRect t="-722" b="-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85533" y="1272213"/>
          <a:ext cx="6858000" cy="352742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Incorrect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7100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70650" y="60325"/>
            <a:ext cx="106454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11.6.3 Collaboration: Finding Missing Values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370650" y="1386025"/>
                <a:ext cx="9706732" cy="4293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Many homeowners have solar panels that can generate energy to power their homes. The Better Utility Company charges customers who have solar panels using the following criteria:</a:t>
                </a:r>
              </a:p>
              <a:p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Arial" panose="020B0604020202020204" pitchFamily="34" charset="0"/>
                  <a:buChar char="•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Customers are charged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$0.12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kilowatt-hour for the energy used that is provided by the utility company.</a:t>
                </a:r>
              </a:p>
              <a:p>
                <a:pPr marL="457200"/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Arial" panose="020B0604020202020204" pitchFamily="34" charset="0"/>
                  <a:buChar char="•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utility company does not charge customers for energy they use from their own solar panel(s). </a:t>
                </a:r>
              </a:p>
              <a:p>
                <a:pPr marL="457200"/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Arial" panose="020B0604020202020204" pitchFamily="34" charset="0"/>
                  <a:buChar char="•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every kilowatt-hour of electricity that customers with solar panels generate but do not use, the utility company gives a price adjustment of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−$0.025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650" y="1386025"/>
                <a:ext cx="9706732" cy="4293483"/>
              </a:xfrm>
              <a:prstGeom prst="rect">
                <a:avLst/>
              </a:prstGeom>
              <a:blipFill rotWithShape="0">
                <a:blip r:embed="rId4"/>
                <a:stretch>
                  <a:fillRect l="-754" t="-993" r="-1005" b="-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1337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1288473" y="410666"/>
            <a:ext cx="9765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Erin Hill’s bill for the month of July is missing some information.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536821"/>
                  </p:ext>
                </p:extLst>
              </p:nvPr>
            </p:nvGraphicFramePr>
            <p:xfrm>
              <a:off x="1799069" y="1359605"/>
              <a:ext cx="8744528" cy="410421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5028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45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50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6210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252096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Best Utility Company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123 Ohms Way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Big City, ST 12345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Erin Hill 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456 Long St.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Small Town, ST 98765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3976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used from Best Utility Company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Charge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$82.04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52096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generated by solar panel and not used by customer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Credit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$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PrePr>
                                  <m:sub>
                                    <m:r>
                                      <a:rPr lang="en-US" sz="2000" b="0" i="0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4.10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6048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Amount Due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$_______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536821"/>
                  </p:ext>
                </p:extLst>
              </p:nvPr>
            </p:nvGraphicFramePr>
            <p:xfrm>
              <a:off x="275069" y="1359605"/>
              <a:ext cx="8744528" cy="410421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502882"/>
                    <a:gridCol w="1874529"/>
                    <a:gridCol w="1805010"/>
                    <a:gridCol w="1562107"/>
                  </a:tblGrid>
                  <a:tr h="1252096"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Best Utility Company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123 Ohms Way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Big City, ST 12345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Erin Hill 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456 Long St.</a:t>
                          </a: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Small Town, ST 98765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973976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used from Best Utility Company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Charge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460938" t="-137500" r="-781" b="-193750"/>
                          </a:stretch>
                        </a:blipFill>
                      </a:tcPr>
                    </a:tc>
                  </a:tr>
                  <a:tr h="1252096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Kilowatt-hours generated by solar panel and not used by customer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Credit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460938" t="-185366" r="-781" b="-51220"/>
                          </a:stretch>
                        </a:blipFill>
                      </a:tcPr>
                    </a:tc>
                  </a:tr>
                  <a:tr h="626048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Amount Due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$_______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955964" y="337513"/>
            <a:ext cx="1028007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fill in the missing information on the bill. Round answers to nearest hundredth.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another classmate other than your partner and compare your missing values.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missing values for both are the same, have your classmate initial next to each value in your bill.</a:t>
            </a:r>
          </a:p>
          <a:p>
            <a:pPr marL="45720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missing values are different, discuss your work to determine what error(s) were made. After correcting any mistakes, initial next to each value in each other’s bill. 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9647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96655" y="-5364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205" y="17627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510145" y="1216694"/>
            <a:ext cx="94277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reflecting on the day’s lesson.</a:t>
            </a:r>
          </a:p>
        </p:txBody>
      </p:sp>
      <p:pic>
        <p:nvPicPr>
          <p:cNvPr id="8" name="Picture 7" descr="A picture containing person, person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8383" y="2735681"/>
            <a:ext cx="2638425" cy="1824990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685109"/>
              </p:ext>
            </p:extLst>
          </p:nvPr>
        </p:nvGraphicFramePr>
        <p:xfrm>
          <a:off x="2519850" y="1874075"/>
          <a:ext cx="7219750" cy="407143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732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7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Today I deserve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for …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an Person Climb · Free photo on Pixabay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342357" y="560758"/>
            <a:ext cx="1910080" cy="2546985"/>
          </a:xfrm>
          <a:prstGeom prst="rect">
            <a:avLst/>
          </a:prstGeom>
        </p:spPr>
      </p:pic>
      <p:pic>
        <p:nvPicPr>
          <p:cNvPr id="7" name="image25.png" descr="A picture containing text, sign, sky, outdoor&#10;&#10;Description automatically generated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3330" y="4058258"/>
            <a:ext cx="3158490" cy="2095500"/>
          </a:xfrm>
          <a:prstGeom prst="rect">
            <a:avLst/>
          </a:prstGeom>
          <a:ln/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301083"/>
              </p:ext>
            </p:extLst>
          </p:nvPr>
        </p:nvGraphicFramePr>
        <p:xfrm>
          <a:off x="2346394" y="207219"/>
          <a:ext cx="7706582" cy="628112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983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2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74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Today I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by doing …</a:t>
                      </a:r>
                    </a:p>
                  </a:txBody>
                  <a:tcPr marL="54708" marR="547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4708" marR="5470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4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Today I was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by …</a:t>
                      </a:r>
                    </a:p>
                  </a:txBody>
                  <a:tcPr marL="54708" marR="547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54708" marR="5470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1406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22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1089</Words>
  <Application>Microsoft Office PowerPoint</Application>
  <PresentationFormat>Widescreen</PresentationFormat>
  <Paragraphs>218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11, Lesson 6  Solving Real-World Problems with Rational Numbers – Part 2  Volume 2, pg. 190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28</cp:revision>
  <dcterms:created xsi:type="dcterms:W3CDTF">2015-03-17T18:51:18Z</dcterms:created>
  <dcterms:modified xsi:type="dcterms:W3CDTF">2022-09-30T15:23:30Z</dcterms:modified>
</cp:coreProperties>
</file>