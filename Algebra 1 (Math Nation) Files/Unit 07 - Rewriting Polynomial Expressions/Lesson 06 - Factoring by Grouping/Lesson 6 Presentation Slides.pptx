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36" r:id="rId11"/>
    <p:sldId id="342" r:id="rId12"/>
    <p:sldId id="343" r:id="rId13"/>
    <p:sldId id="323" r:id="rId14"/>
    <p:sldId id="324" r:id="rId15"/>
    <p:sldId id="314" r:id="rId16"/>
    <p:sldId id="315" r:id="rId17"/>
    <p:sldId id="332" r:id="rId18"/>
    <p:sldId id="344" r:id="rId19"/>
    <p:sldId id="345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20" autoAdjust="0"/>
    <p:restoredTop sz="94719"/>
  </p:normalViewPr>
  <p:slideViewPr>
    <p:cSldViewPr snapToGrid="0">
      <p:cViewPr varScale="1">
        <p:scale>
          <a:sx n="81" d="100"/>
          <a:sy n="81" d="100"/>
        </p:scale>
        <p:origin x="48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70345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5881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0175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943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6468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2355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6978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209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by Grouping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386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49" y="1600200"/>
            <a:ext cx="91768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56904" y="1596390"/>
            <a:ext cx="918205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0642" y="1600200"/>
            <a:ext cx="91658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factor a polynomial by grouping. </a:t>
            </a:r>
          </a:p>
          <a:p>
            <a:pPr marL="6350">
              <a:buClr>
                <a:srgbClr val="434343"/>
              </a:buClr>
              <a:buSzPts val="3500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2DC179E7-726A-F6AF-229F-D90CCF46ED55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5B50CDEF-6BFD-D2D4-0A76-FF0E7E619DE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528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97EEF2F-2EA3-43CF-7A50-C6FAE06BE47E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830FE8C-0D3E-A48F-4DC5-B5569CE082E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038" y="60325"/>
            <a:ext cx="101771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16" y="33275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43148" y="1386025"/>
                <a:ext cx="10307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Coral Castle in Miami, Florida was created by Edward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Leedskalnin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 carved over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tons of coral rock using an unknown process, often carving at night.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386025"/>
                <a:ext cx="10307782" cy="1200329"/>
              </a:xfrm>
              <a:prstGeom prst="rect">
                <a:avLst/>
              </a:prstGeom>
              <a:blipFill>
                <a:blip r:embed="rId4"/>
                <a:stretch>
                  <a:fillRect l="-887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-4725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521" y="2799990"/>
            <a:ext cx="4641850" cy="3486150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A64A8DE-AAA1-FF96-0A7C-6FC5021B712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F9153A8A-7CC4-55DC-7519-EC8E6DC1A215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0393"/>
            <a:ext cx="102840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sculptures?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 about the process Ed used?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41FCE95E-F362-A41D-6C12-F127ACECC789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58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39060AB-B399-C921-BFDA-E5EDB960021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5235479E-549C-A709-7DC8-4B0DB81249F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48790" y="-1"/>
            <a:ext cx="10167088" cy="1239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7.6.2 Guided Instruction: Factoring by Grouping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122" y="18060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31272" y="1386025"/>
                <a:ext cx="10331533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factoring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coefficient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sum of factors of the product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both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8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−19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product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List all the pairs of factors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factor pair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adds to the sum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−19.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rectangle around the factor pair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adds to the sum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2" y="1386025"/>
                <a:ext cx="10331533" cy="4832092"/>
              </a:xfrm>
              <a:prstGeom prst="rect">
                <a:avLst/>
              </a:prstGeom>
              <a:blipFill>
                <a:blip r:embed="rId4"/>
                <a:stretch>
                  <a:fillRect l="-767" t="-757" r="-1534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7DEB515C-B1B2-7EE2-5F02-ED925F71B315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030D6D78-B5B1-5CC4-C40F-794DA9F4B6A0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36341" y="520393"/>
            <a:ext cx="10214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factor pairs can be used to factor by grouping. Complete the steps for factoring by grouping for each trinomial.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094940"/>
                  </p:ext>
                </p:extLst>
              </p:nvPr>
            </p:nvGraphicFramePr>
            <p:xfrm>
              <a:off x="1957620" y="2002518"/>
              <a:ext cx="7606702" cy="321668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8033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33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5327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𝟏𝟗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81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−24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+5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−12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+10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−_______)+5(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−_______)+5(2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8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094940"/>
                  </p:ext>
                </p:extLst>
              </p:nvPr>
            </p:nvGraphicFramePr>
            <p:xfrm>
              <a:off x="1957620" y="2002518"/>
              <a:ext cx="7606702" cy="321668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8033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33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532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0" t="-935" r="-100481" b="-396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160" t="-935" r="-481" b="-396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81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0" t="-96429" r="-100481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160" t="-96429" r="-481" b="-27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4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0" t="-310577" r="-100481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160" t="-310577" r="-481" b="-100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8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A53CE9D-73DA-33CC-3E10-D913064D043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30778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Factoring by grouping is helpful when factoring trinomials of the form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multiple factors.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Factoring by grouping can also be helpful when factoring a polynomial with four terms.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307783" cy="4524315"/>
              </a:xfrm>
              <a:prstGeom prst="rect">
                <a:avLst/>
              </a:prstGeom>
              <a:blipFill>
                <a:blip r:embed="rId3"/>
                <a:stretch>
                  <a:fillRect l="-887" t="-1077" b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3EFC0DA-889B-D2E7-8F43-5CA91A2DE30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312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212781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polynomial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rearranged form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factored forms of 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</a:t>
                </a:r>
              </a:p>
              <a:p>
                <a:r>
                  <a:rPr lang="en-US" sz="2400" dirty="0"/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212781" cy="4154984"/>
              </a:xfrm>
              <a:prstGeom prst="rect">
                <a:avLst/>
              </a:prstGeom>
              <a:blipFill>
                <a:blip r:embed="rId3"/>
                <a:stretch>
                  <a:fillRect l="-895" t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CFF1BF3-AEC9-19CF-8712-740B4DC9A615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474166F3-1159-CA4F-380E-22BADF130B7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807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8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727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5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006621F-27E4-5357-FA91-75011A860AF8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5038" y="-37211"/>
            <a:ext cx="101258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7.6.3 Guided Practice: Factoring by Grouping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516" y="2125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43147" y="1386026"/>
                <a:ext cx="10260281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386026"/>
                <a:ext cx="10260281" cy="3046988"/>
              </a:xfrm>
              <a:prstGeom prst="rect">
                <a:avLst/>
              </a:prstGeom>
              <a:blipFill>
                <a:blip r:embed="rId4"/>
                <a:stretch>
                  <a:fillRect l="-891" t="-18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8A574C91-A66D-32D8-1FB9-D28A3BAB5AC1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297083A0-94E2-D080-581B-D67294FFD0C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41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9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9A2DBC8-0FFC-1558-6969-DF178B14A865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B62638AE-602B-7DC6-2EF0-A4E01B1F51C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2539" y="60325"/>
            <a:ext cx="101613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7.6.4 Collaboration: Factoring by Grouping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655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55022" y="1386025"/>
                <a:ext cx="1029590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grouping.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happens when you try to group the expression and find a common factor?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you rearrange the middle two terms, what happens when you try to factor by grouping again?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386025"/>
                <a:ext cx="10295907" cy="4524315"/>
              </a:xfrm>
              <a:prstGeom prst="rect">
                <a:avLst/>
              </a:prstGeom>
              <a:blipFill>
                <a:blip r:embed="rId4"/>
                <a:stretch>
                  <a:fillRect l="-888" t="-1077" r="-59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-4244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605F897E-5180-60A3-2D44-7C4D4DF58DE5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69011B43-A846-ED27-C9A8-CAE3116380F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0393"/>
            <a:ext cx="103196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7200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factoring an expression by grouping, group terms that have coefficients that</a:t>
            </a:r>
          </a:p>
          <a:p>
            <a:pPr marL="457200">
              <a:lnSpc>
                <a:spcPct val="250000"/>
              </a:lnSpc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create a strategy for the best way to group an expression.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5092" y="1783149"/>
            <a:ext cx="3803266" cy="1363178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4E60E47B-789B-2C71-CCE6-FB797C9762D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95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50503AA-D5E3-C822-1780-073B61B23D47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1A112449-C398-D89C-AA0B-85DAD362467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718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84416" y="60325"/>
            <a:ext cx="7544802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7.6.5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16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31272" y="1386026"/>
                <a:ext cx="10307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−16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grouping.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2" y="1386026"/>
                <a:ext cx="10307783" cy="461665"/>
              </a:xfrm>
              <a:prstGeom prst="rect">
                <a:avLst/>
              </a:prstGeom>
              <a:blipFill>
                <a:blip r:embed="rId4"/>
                <a:stretch>
                  <a:fillRect l="-88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2D306DD8-EAF8-929B-644E-4ED24992686C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3F1BD76C-8F08-4245-C27C-1BCCEFA6C83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184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5E8C2AA-E72F-81B2-5D50-D63A0F89C0C9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40F9C9C-658F-CC41-242B-67D4E30A6DC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2540" y="-50888"/>
            <a:ext cx="97021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670" y="15905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843148" y="1417709"/>
                <a:ext cx="10331532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each expression.</a:t>
                </a:r>
              </a:p>
              <a:p>
                <a:r>
                  <a:rPr lang="en-US" sz="2400" dirty="0"/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+42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417709"/>
                <a:ext cx="10331532" cy="3477875"/>
              </a:xfrm>
              <a:prstGeom prst="rect">
                <a:avLst/>
              </a:prstGeom>
              <a:blipFill>
                <a:blip r:embed="rId4"/>
                <a:stretch>
                  <a:fillRect l="-885" t="-1404" b="-1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BF13606A-1CD4-8632-69FF-7F97A181420B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FDB263CE-1750-0F23-D806-F25F6C0EC64C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842</Words>
  <Application>Microsoft Office PowerPoint</Application>
  <PresentationFormat>Widescreen</PresentationFormat>
  <Paragraphs>146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Verdana</vt:lpstr>
      <vt:lpstr>Century Gothic</vt:lpstr>
      <vt:lpstr>Calibri</vt:lpstr>
      <vt:lpstr>Arial Black</vt:lpstr>
      <vt:lpstr>Cambria Math</vt:lpstr>
      <vt:lpstr>1_Office Theme</vt:lpstr>
      <vt:lpstr>Algebra 1  Unit 7, Lesson 6  Factoring by Grouping  Volume 1, pg. 386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Collaboration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29</cp:revision>
  <dcterms:created xsi:type="dcterms:W3CDTF">2015-03-17T18:51:18Z</dcterms:created>
  <dcterms:modified xsi:type="dcterms:W3CDTF">2022-06-28T15:41:12Z</dcterms:modified>
</cp:coreProperties>
</file>