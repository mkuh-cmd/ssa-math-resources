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embeddedFontLst>
    <p:embeddedFont>
      <p:font typeface="Calibri" pitchFamily="34" charset="0"/>
      <p:regular r:id="rId33"/>
      <p:bold r:id="rId34"/>
      <p:italic r:id="rId35"/>
      <p:boldItalic r:id="rId36"/>
    </p:embeddedFont>
    <p:embeddedFont>
      <p:font typeface="Cutive" charset="0"/>
      <p:regular r:id="rId37"/>
    </p:embeddedFont>
    <p:embeddedFont>
      <p:font typeface="Century Gothic" pitchFamily="34" charset="0"/>
      <p:regular r:id="rId38"/>
      <p:bold r:id="rId39"/>
      <p:italic r:id="rId40"/>
      <p:boldItalic r:id="rId41"/>
    </p:embeddedFont>
    <p:embeddedFont>
      <p:font typeface="Cambria Math" pitchFamily="18" charset="0"/>
      <p:regular r:id="rId42"/>
    </p:embeddedFont>
    <p:embeddedFont>
      <p:font typeface="Cambria" pitchFamily="18" charset="0"/>
      <p:regular r:id="rId43"/>
      <p:bold r:id="rId44"/>
      <p:italic r:id="rId45"/>
      <p:boldItalic r:id="rId46"/>
    </p:embeddedFont>
    <p:embeddedFont>
      <p:font typeface="Arial Black" pitchFamily="34" charset="0"/>
      <p:bold r:id="rId47"/>
    </p:embeddedFont>
    <p:embeddedFont>
      <p:font typeface="Verdana" pitchFamily="34" charset="0"/>
      <p:regular r:id="rId48"/>
      <p:bold r:id="rId49"/>
      <p:italic r:id="rId50"/>
      <p:boldItalic r:id="rId51"/>
    </p:embeddedFont>
  </p:embeddedFontLst>
  <p:defaultTextStyle>
    <a:defPPr>
      <a:defRPr lang="en-US"/>
    </a:defPPr>
    <a:lvl1pPr algn="l" rtl="0" fontAlgn="base">
      <a:spcBef>
        <a:spcPct val="0"/>
      </a:spcBef>
      <a:spcAft>
        <a:spcPct val="0"/>
      </a:spcAft>
      <a:defRPr sz="1400" kern="1200">
        <a:solidFill>
          <a:srgbClr val="000000"/>
        </a:solidFill>
        <a:latin typeface="Arial" charset="0"/>
        <a:ea typeface="+mn-ea"/>
        <a:cs typeface="Arial" charset="0"/>
        <a:sym typeface="Arial" charset="0"/>
      </a:defRPr>
    </a:lvl1pPr>
    <a:lvl2pPr marL="457200" algn="l" rtl="0" fontAlgn="base">
      <a:spcBef>
        <a:spcPct val="0"/>
      </a:spcBef>
      <a:spcAft>
        <a:spcPct val="0"/>
      </a:spcAft>
      <a:defRPr sz="1400" kern="1200">
        <a:solidFill>
          <a:srgbClr val="000000"/>
        </a:solidFill>
        <a:latin typeface="Arial" charset="0"/>
        <a:ea typeface="+mn-ea"/>
        <a:cs typeface="Arial" charset="0"/>
        <a:sym typeface="Arial" charset="0"/>
      </a:defRPr>
    </a:lvl2pPr>
    <a:lvl3pPr marL="914400" algn="l" rtl="0" fontAlgn="base">
      <a:spcBef>
        <a:spcPct val="0"/>
      </a:spcBef>
      <a:spcAft>
        <a:spcPct val="0"/>
      </a:spcAft>
      <a:defRPr sz="1400" kern="1200">
        <a:solidFill>
          <a:srgbClr val="000000"/>
        </a:solidFill>
        <a:latin typeface="Arial" charset="0"/>
        <a:ea typeface="+mn-ea"/>
        <a:cs typeface="Arial" charset="0"/>
        <a:sym typeface="Arial" charset="0"/>
      </a:defRPr>
    </a:lvl3pPr>
    <a:lvl4pPr marL="1371600" algn="l" rtl="0" fontAlgn="base">
      <a:spcBef>
        <a:spcPct val="0"/>
      </a:spcBef>
      <a:spcAft>
        <a:spcPct val="0"/>
      </a:spcAft>
      <a:defRPr sz="1400" kern="1200">
        <a:solidFill>
          <a:srgbClr val="000000"/>
        </a:solidFill>
        <a:latin typeface="Arial" charset="0"/>
        <a:ea typeface="+mn-ea"/>
        <a:cs typeface="Arial" charset="0"/>
        <a:sym typeface="Arial" charset="0"/>
      </a:defRPr>
    </a:lvl4pPr>
    <a:lvl5pPr marL="1828800" algn="l" rtl="0" fontAlgn="base">
      <a:spcBef>
        <a:spcPct val="0"/>
      </a:spcBef>
      <a:spcAft>
        <a:spcPct val="0"/>
      </a:spcAft>
      <a:defRPr sz="1400" kern="1200">
        <a:solidFill>
          <a:srgbClr val="000000"/>
        </a:solidFill>
        <a:latin typeface="Arial" charset="0"/>
        <a:ea typeface="+mn-ea"/>
        <a:cs typeface="Arial" charset="0"/>
        <a:sym typeface="Arial" charset="0"/>
      </a:defRPr>
    </a:lvl5pPr>
    <a:lvl6pPr marL="2286000" algn="l" defTabSz="914400" rtl="0" eaLnBrk="1" latinLnBrk="0" hangingPunct="1">
      <a:defRPr sz="1400" kern="1200">
        <a:solidFill>
          <a:srgbClr val="000000"/>
        </a:solidFill>
        <a:latin typeface="Arial" charset="0"/>
        <a:ea typeface="+mn-ea"/>
        <a:cs typeface="Arial" charset="0"/>
        <a:sym typeface="Arial" charset="0"/>
      </a:defRPr>
    </a:lvl6pPr>
    <a:lvl7pPr marL="2743200" algn="l" defTabSz="914400" rtl="0" eaLnBrk="1" latinLnBrk="0" hangingPunct="1">
      <a:defRPr sz="1400" kern="1200">
        <a:solidFill>
          <a:srgbClr val="000000"/>
        </a:solidFill>
        <a:latin typeface="Arial" charset="0"/>
        <a:ea typeface="+mn-ea"/>
        <a:cs typeface="Arial" charset="0"/>
        <a:sym typeface="Arial" charset="0"/>
      </a:defRPr>
    </a:lvl7pPr>
    <a:lvl8pPr marL="3200400" algn="l" defTabSz="914400" rtl="0" eaLnBrk="1" latinLnBrk="0" hangingPunct="1">
      <a:defRPr sz="1400" kern="1200">
        <a:solidFill>
          <a:srgbClr val="000000"/>
        </a:solidFill>
        <a:latin typeface="Arial" charset="0"/>
        <a:ea typeface="+mn-ea"/>
        <a:cs typeface="Arial" charset="0"/>
        <a:sym typeface="Arial" charset="0"/>
      </a:defRPr>
    </a:lvl8pPr>
    <a:lvl9pPr marL="3657600" algn="l" defTabSz="914400" rtl="0" eaLnBrk="1" latinLnBrk="0" hangingPunct="1">
      <a:defRPr sz="1400" kern="1200">
        <a:solidFill>
          <a:srgbClr val="000000"/>
        </a:solidFill>
        <a:latin typeface="Arial" charset="0"/>
        <a:ea typeface="+mn-ea"/>
        <a:cs typeface="Arial" charset="0"/>
        <a:sym typeface="Arial" charset="0"/>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9B59"/>
    <a:srgbClr val="FABB42"/>
    <a:srgbClr val="F26763"/>
    <a:srgbClr val="E24E5F"/>
    <a:srgbClr val="1765AD"/>
    <a:srgbClr val="1664AC"/>
    <a:srgbClr val="BFBFBF"/>
    <a:srgbClr val="C9DF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8165"/>
    <p:restoredTop sz="94648"/>
  </p:normalViewPr>
  <p:slideViewPr>
    <p:cSldViewPr snapToGrid="0">
      <p:cViewPr>
        <p:scale>
          <a:sx n="80" d="100"/>
          <a:sy n="80" d="100"/>
        </p:scale>
        <p:origin x="-1397" y="-1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font" Target="fonts/font18.fntdata"/><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9.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openxmlformats.org/officeDocument/2006/relationships/font" Target="fonts/font1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font" Target="fonts/font16.fntdata"/><Relationship Id="rId8" Type="http://schemas.openxmlformats.org/officeDocument/2006/relationships/slide" Target="slides/slide7.xml"/><Relationship Id="rId51" Type="http://schemas.openxmlformats.org/officeDocument/2006/relationships/font" Target="fonts/font19.fntdata"/><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Google Shape;3;n"/>
          <p:cNvSpPr txBox="1">
            <a:spLocks noGrp="1"/>
          </p:cNvSpPr>
          <p:nvPr>
            <p:ph type="hdr" idx="2"/>
          </p:nvPr>
        </p:nvSpPr>
        <p:spPr bwMode="auto">
          <a:xfrm>
            <a:off x="0" y="0"/>
            <a:ext cx="29718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t" anchorCtr="0" compatLnSpc="1">
            <a:prstTxWarp prst="textNoShape">
              <a:avLst/>
            </a:prstTxWarp>
          </a:bodyPr>
          <a:lstStyle>
            <a:lvl1pPr eaLnBrk="1" hangingPunct="1">
              <a:buClr>
                <a:srgbClr val="000000"/>
              </a:buClr>
              <a:buSzPts val="1400"/>
              <a:buFont typeface="Arial" charset="0"/>
              <a:defRPr sz="1200">
                <a:solidFill>
                  <a:srgbClr val="000000"/>
                </a:solidFill>
                <a:latin typeface="Calibri" pitchFamily="34" charset="0"/>
                <a:cs typeface="Calibri" pitchFamily="34" charset="0"/>
                <a:sym typeface="Calibri" pitchFamily="34"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endParaRPr lang="en-US"/>
          </a:p>
        </p:txBody>
      </p:sp>
      <p:sp>
        <p:nvSpPr>
          <p:cNvPr id="38915" name="Google Shape;4;n"/>
          <p:cNvSpPr txBox="1">
            <a:spLocks noGrp="1"/>
          </p:cNvSpPr>
          <p:nvPr>
            <p:ph type="dt" idx="10"/>
          </p:nvPr>
        </p:nvSpPr>
        <p:spPr bwMode="auto">
          <a:xfrm>
            <a:off x="3884613" y="0"/>
            <a:ext cx="29718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t" anchorCtr="0" compatLnSpc="1">
            <a:prstTxWarp prst="textNoShape">
              <a:avLst/>
            </a:prstTxWarp>
          </a:bodyPr>
          <a:lstStyle>
            <a:lvl1pPr algn="r" eaLnBrk="1" hangingPunct="1">
              <a:buClr>
                <a:srgbClr val="000000"/>
              </a:buClr>
              <a:buSzPts val="1400"/>
              <a:buFont typeface="Arial" charset="0"/>
              <a:defRPr sz="1200">
                <a:solidFill>
                  <a:srgbClr val="000000"/>
                </a:solidFill>
                <a:latin typeface="Calibri" pitchFamily="34" charset="0"/>
                <a:cs typeface="Calibri" pitchFamily="34" charset="0"/>
                <a:sym typeface="Calibri" pitchFamily="34"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endParaRPr lang="en-US"/>
          </a:p>
        </p:txBody>
      </p:sp>
      <p:sp>
        <p:nvSpPr>
          <p:cNvPr id="38916" name="Google Shape;5;n"/>
          <p:cNvSpPr>
            <a:spLocks noGrp="1" noRot="1" noChangeAspect="1"/>
          </p:cNvSpPr>
          <p:nvPr>
            <p:ph type="sldImg" idx="3"/>
          </p:nvPr>
        </p:nvSpPr>
        <p:spPr bwMode="auto">
          <a:xfrm>
            <a:off x="685800" y="1143000"/>
            <a:ext cx="5486400" cy="3086100"/>
          </a:xfrm>
          <a:custGeom>
            <a:avLst/>
            <a:gdLst>
              <a:gd name="T0" fmla="*/ 0 w 120000"/>
              <a:gd name="T1" fmla="*/ 0 h 120000"/>
              <a:gd name="T2" fmla="*/ 120000 w 120000"/>
              <a:gd name="T3" fmla="*/ 0 h 120000"/>
              <a:gd name="T4" fmla="*/ 120000 w 120000"/>
              <a:gd name="T5" fmla="*/ 120000 h 120000"/>
              <a:gd name="T6" fmla="*/ 0 w 120000"/>
              <a:gd name="T7" fmla="*/ 120000 h 120000"/>
              <a:gd name="T8" fmla="*/ 0 w 120000"/>
              <a:gd name="T9" fmla="*/ 0 h 120000"/>
            </a:gdLst>
            <a:ahLst/>
            <a:cxnLst>
              <a:cxn ang="0">
                <a:pos x="T0" y="T1"/>
              </a:cxn>
              <a:cxn ang="0">
                <a:pos x="T2" y="T3"/>
              </a:cxn>
              <a:cxn ang="0">
                <a:pos x="T4" y="T5"/>
              </a:cxn>
              <a:cxn ang="0">
                <a:pos x="T6" y="T7"/>
              </a:cxn>
              <a:cxn ang="0">
                <a:pos x="T8" y="T9"/>
              </a:cxn>
            </a:cxnLst>
            <a:rect l="0" t="0" r="r" b="b"/>
            <a:pathLst>
              <a:path w="120000" h="120000" extrusionOk="0">
                <a:moveTo>
                  <a:pt x="0" y="0"/>
                </a:moveTo>
                <a:lnTo>
                  <a:pt x="120000" y="0"/>
                </a:lnTo>
                <a:lnTo>
                  <a:pt x="120000" y="120000"/>
                </a:lnTo>
                <a:lnTo>
                  <a:pt x="0" y="120000"/>
                </a:lnTo>
                <a:lnTo>
                  <a:pt x="0" y="0"/>
                </a:lnTo>
                <a:close/>
              </a:path>
            </a:pathLst>
          </a:custGeom>
          <a:noFill/>
          <a:ln w="12700" cap="flat"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sp>
      <p:sp>
        <p:nvSpPr>
          <p:cNvPr id="38917" name="Google Shape;6;n"/>
          <p:cNvSpPr txBox="1">
            <a:spLocks noGrp="1"/>
          </p:cNvSpPr>
          <p:nvPr>
            <p:ph type="body" idx="1"/>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t" anchorCtr="0" compatLnSpc="1">
            <a:prstTxWarp prst="textNoShape">
              <a:avLst/>
            </a:prstTxWarp>
          </a:bodyPr>
          <a:lstStyle/>
          <a:p>
            <a:pPr lvl="0"/>
            <a:endParaRPr lang="en-US">
              <a:sym typeface="Arial" charset="0"/>
            </a:endParaRPr>
          </a:p>
        </p:txBody>
      </p:sp>
      <p:sp>
        <p:nvSpPr>
          <p:cNvPr id="38918" name="Google Shape;7;n"/>
          <p:cNvSpPr txBox="1">
            <a:spLocks noGrp="1"/>
          </p:cNvSpPr>
          <p:nvPr>
            <p:ph type="ftr" idx="11"/>
          </p:nvPr>
        </p:nvSpPr>
        <p:spPr bwMode="auto">
          <a:xfrm>
            <a:off x="0"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b" anchorCtr="0" compatLnSpc="1">
            <a:prstTxWarp prst="textNoShape">
              <a:avLst/>
            </a:prstTxWarp>
          </a:bodyPr>
          <a:lstStyle>
            <a:lvl1pPr eaLnBrk="1" hangingPunct="1">
              <a:buClr>
                <a:srgbClr val="000000"/>
              </a:buClr>
              <a:buSzPts val="1400"/>
              <a:buFont typeface="Arial" charset="0"/>
              <a:defRPr sz="1200">
                <a:solidFill>
                  <a:srgbClr val="000000"/>
                </a:solidFill>
                <a:latin typeface="Calibri" pitchFamily="34" charset="0"/>
                <a:cs typeface="Calibri" pitchFamily="34" charset="0"/>
                <a:sym typeface="Calibri" pitchFamily="34"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endParaRPr lang="en-US"/>
          </a:p>
        </p:txBody>
      </p:sp>
      <p:sp>
        <p:nvSpPr>
          <p:cNvPr id="38919" name="Google Shape;8;n"/>
          <p:cNvSpPr txBox="1">
            <a:spLocks noGrp="1"/>
          </p:cNvSpPr>
          <p:nvPr>
            <p:ph type="sldNum" idx="12"/>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b" anchorCtr="0" compatLnSpc="1">
            <a:prstTxWarp prst="textNoShape">
              <a:avLst/>
            </a:prstTxWarp>
          </a:bodyPr>
          <a:lstStyle>
            <a:lvl1pPr algn="r" eaLnBrk="1" hangingPunct="1">
              <a:buClr>
                <a:srgbClr val="000000"/>
              </a:buClr>
              <a:buFont typeface="Arial" charset="0"/>
              <a:defRPr sz="1200">
                <a:solidFill>
                  <a:srgbClr val="000000"/>
                </a:solidFill>
                <a:latin typeface="Calibri" pitchFamily="34" charset="0"/>
                <a:cs typeface="Calibri" pitchFamily="34" charset="0"/>
                <a:sym typeface="Calibri" pitchFamily="34"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fld id="{B2090C70-6D8F-4509-8B90-D325EAD764EC}" type="slidenum">
              <a:rPr lang="en-US"/>
              <a:pPr/>
              <a:t>‹#›</a:t>
            </a:fld>
            <a:endParaRPr lang="en-US"/>
          </a:p>
        </p:txBody>
      </p:sp>
    </p:spTree>
    <p:extLst>
      <p:ext uri="{BB962C8B-B14F-4D97-AF65-F5344CB8AC3E}">
        <p14:creationId xmlns:p14="http://schemas.microsoft.com/office/powerpoint/2010/main" val="309795445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L="457200" indent="-228600" algn="l" rtl="0" eaLnBrk="0" fontAlgn="base" hangingPunct="0">
      <a:spcBef>
        <a:spcPct val="0"/>
      </a:spcBef>
      <a:spcAft>
        <a:spcPct val="0"/>
      </a:spcAft>
      <a:buClr>
        <a:srgbClr val="000000"/>
      </a:buClr>
      <a:buFont typeface="Arial" charset="0"/>
      <a:defRPr sz="1400">
        <a:solidFill>
          <a:srgbClr val="000000"/>
        </a:solidFill>
        <a:latin typeface="Arial"/>
        <a:ea typeface="Arial"/>
        <a:cs typeface="Arial"/>
        <a:sym typeface="Arial" charset="0"/>
      </a:defRPr>
    </a:lvl1pPr>
    <a:lvl2pPr marL="742950" lvl="1" indent="-285750" algn="l" rtl="0" eaLnBrk="0" fontAlgn="base" hangingPunct="0">
      <a:spcBef>
        <a:spcPct val="0"/>
      </a:spcBef>
      <a:spcAft>
        <a:spcPct val="0"/>
      </a:spcAft>
      <a:buClr>
        <a:srgbClr val="000000"/>
      </a:buClr>
      <a:buFont typeface="Arial" charset="0"/>
      <a:defRPr sz="1400">
        <a:solidFill>
          <a:srgbClr val="000000"/>
        </a:solidFill>
        <a:latin typeface="Arial"/>
        <a:ea typeface="Arial"/>
        <a:cs typeface="Arial"/>
        <a:sym typeface="Arial" charset="0"/>
      </a:defRPr>
    </a:lvl2pPr>
    <a:lvl3pPr marL="1143000" lvl="2" indent="-228600" algn="l" rtl="0" eaLnBrk="0" fontAlgn="base" hangingPunct="0">
      <a:spcBef>
        <a:spcPct val="0"/>
      </a:spcBef>
      <a:spcAft>
        <a:spcPct val="0"/>
      </a:spcAft>
      <a:buClr>
        <a:srgbClr val="000000"/>
      </a:buClr>
      <a:buFont typeface="Arial" charset="0"/>
      <a:defRPr sz="1400">
        <a:solidFill>
          <a:srgbClr val="000000"/>
        </a:solidFill>
        <a:latin typeface="Arial"/>
        <a:ea typeface="Arial"/>
        <a:cs typeface="Arial"/>
        <a:sym typeface="Arial" charset="0"/>
      </a:defRPr>
    </a:lvl3pPr>
    <a:lvl4pPr marL="1600200" lvl="3" indent="-228600" algn="l" rtl="0" eaLnBrk="0" fontAlgn="base" hangingPunct="0">
      <a:spcBef>
        <a:spcPct val="0"/>
      </a:spcBef>
      <a:spcAft>
        <a:spcPct val="0"/>
      </a:spcAft>
      <a:buClr>
        <a:srgbClr val="000000"/>
      </a:buClr>
      <a:buFont typeface="Arial" charset="0"/>
      <a:defRPr sz="1400">
        <a:solidFill>
          <a:srgbClr val="000000"/>
        </a:solidFill>
        <a:latin typeface="Arial"/>
        <a:ea typeface="Arial"/>
        <a:cs typeface="Arial"/>
        <a:sym typeface="Arial" charset="0"/>
      </a:defRPr>
    </a:lvl4pPr>
    <a:lvl5pPr marL="2057400" lvl="4" indent="-228600" algn="l" rtl="0" eaLnBrk="0" fontAlgn="base" hangingPunct="0">
      <a:spcBef>
        <a:spcPct val="0"/>
      </a:spcBef>
      <a:spcAft>
        <a:spcPct val="0"/>
      </a:spcAft>
      <a:buClr>
        <a:srgbClr val="000000"/>
      </a:buClr>
      <a:buFont typeface="Arial" charset="0"/>
      <a:defRPr sz="1400">
        <a:solidFill>
          <a:srgbClr val="000000"/>
        </a:solidFill>
        <a:latin typeface="Arial"/>
        <a:ea typeface="Arial"/>
        <a:cs typeface="Arial"/>
        <a:sym typeface="Arial"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9938" name="Google Shape;257;g104476d1465_0_0:notes"/>
          <p:cNvSpPr>
            <a:spLocks noGrp="1" noRot="1" noChangeAspect="1" noTextEdit="1"/>
          </p:cNvSpPr>
          <p:nvPr>
            <p:ph type="sldImg" idx="2"/>
          </p:nvPr>
        </p:nvSpPr>
        <p:spPr>
          <a:xfrm>
            <a:off x="381000" y="685800"/>
            <a:ext cx="6096000" cy="3429000"/>
          </a:xfrm>
          <a:noFill/>
          <a:ln>
            <a:headEnd/>
            <a:tailEnd/>
          </a:ln>
        </p:spPr>
      </p:sp>
      <p:sp>
        <p:nvSpPr>
          <p:cNvPr id="39939" name="Google Shape;258;g104476d1465_0_0:notes"/>
          <p:cNvSpPr txBox="1">
            <a:spLocks noGrp="1"/>
          </p:cNvSpPr>
          <p:nvPr>
            <p:ph type="body" idx="1"/>
          </p:nvPr>
        </p:nvSpPr>
        <p:spPr>
          <a:xfrm>
            <a:off x="685800" y="4343400"/>
            <a:ext cx="5486400" cy="4114800"/>
          </a:xfrm>
          <a:ln/>
        </p:spPr>
        <p:txBody>
          <a:bodyPr/>
          <a:lstStyle>
            <a:lvl1pPr>
              <a:defRPr sz="1400">
                <a:solidFill>
                  <a:srgbClr val="000000"/>
                </a:solidFill>
                <a:latin typeface="Arial" charset="0"/>
                <a:cs typeface="Arial" charset="0"/>
                <a:sym typeface="Arial" charset="0"/>
              </a:defRPr>
            </a:lvl1pPr>
            <a:lvl2pPr>
              <a:defRPr sz="1400">
                <a:solidFill>
                  <a:srgbClr val="000000"/>
                </a:solidFill>
                <a:latin typeface="Arial" charset="0"/>
                <a:cs typeface="Arial" charset="0"/>
                <a:sym typeface="Arial" charset="0"/>
              </a:defRPr>
            </a:lvl2pPr>
            <a:lvl3pPr>
              <a:defRPr sz="1400">
                <a:solidFill>
                  <a:srgbClr val="000000"/>
                </a:solidFill>
                <a:latin typeface="Arial" charset="0"/>
                <a:cs typeface="Arial" charset="0"/>
                <a:sym typeface="Arial" charset="0"/>
              </a:defRPr>
            </a:lvl3pPr>
            <a:lvl4pPr>
              <a:defRPr sz="1400">
                <a:solidFill>
                  <a:srgbClr val="000000"/>
                </a:solidFill>
                <a:latin typeface="Arial" charset="0"/>
                <a:cs typeface="Arial" charset="0"/>
                <a:sym typeface="Arial" charset="0"/>
              </a:defRPr>
            </a:lvl4pPr>
            <a:lvl5pPr>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9pPr>
          </a:lstStyle>
          <a:p>
            <a:pPr marL="0" indent="0" eaLnBrk="1" hangingPunct="1">
              <a:buSzPts val="1400"/>
            </a:pPr>
            <a:endParaRPr lang="en-US" sz="1200">
              <a:latin typeface="Calibri" pitchFamily="34" charset="0"/>
              <a:cs typeface="Calibri" pitchFamily="34" charset="0"/>
              <a:sym typeface="Calibri"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0962" name="Google Shape;274;g104476d1465_1_17:notes"/>
          <p:cNvSpPr>
            <a:spLocks noGrp="1" noRot="1" noChangeAspect="1" noTextEdit="1"/>
          </p:cNvSpPr>
          <p:nvPr>
            <p:ph type="sldImg" idx="2"/>
          </p:nvPr>
        </p:nvSpPr>
        <p:spPr>
          <a:xfrm>
            <a:off x="685800" y="1143000"/>
            <a:ext cx="5486400" cy="3086100"/>
          </a:xfrm>
          <a:noFill/>
          <a:ln>
            <a:headEnd/>
            <a:tailEnd/>
          </a:ln>
        </p:spPr>
      </p:sp>
      <p:sp>
        <p:nvSpPr>
          <p:cNvPr id="40963" name="Google Shape;275;g104476d1465_1_17:notes"/>
          <p:cNvSpPr txBox="1">
            <a:spLocks noGrp="1"/>
          </p:cNvSpPr>
          <p:nvPr>
            <p:ph type="body" idx="1"/>
          </p:nvPr>
        </p:nvSpPr>
        <p:spPr>
          <a:ln/>
        </p:spPr>
        <p:txBody>
          <a:bodyPr/>
          <a:lstStyle>
            <a:lvl1pPr>
              <a:defRPr sz="1400">
                <a:solidFill>
                  <a:srgbClr val="000000"/>
                </a:solidFill>
                <a:latin typeface="Arial" charset="0"/>
                <a:cs typeface="Arial" charset="0"/>
                <a:sym typeface="Arial" charset="0"/>
              </a:defRPr>
            </a:lvl1pPr>
            <a:lvl2pPr>
              <a:defRPr sz="1400">
                <a:solidFill>
                  <a:srgbClr val="000000"/>
                </a:solidFill>
                <a:latin typeface="Arial" charset="0"/>
                <a:cs typeface="Arial" charset="0"/>
                <a:sym typeface="Arial" charset="0"/>
              </a:defRPr>
            </a:lvl2pPr>
            <a:lvl3pPr>
              <a:defRPr sz="1400">
                <a:solidFill>
                  <a:srgbClr val="000000"/>
                </a:solidFill>
                <a:latin typeface="Arial" charset="0"/>
                <a:cs typeface="Arial" charset="0"/>
                <a:sym typeface="Arial" charset="0"/>
              </a:defRPr>
            </a:lvl3pPr>
            <a:lvl4pPr>
              <a:defRPr sz="1400">
                <a:solidFill>
                  <a:srgbClr val="000000"/>
                </a:solidFill>
                <a:latin typeface="Arial" charset="0"/>
                <a:cs typeface="Arial" charset="0"/>
                <a:sym typeface="Arial" charset="0"/>
              </a:defRPr>
            </a:lvl4pPr>
            <a:lvl5pPr>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9pPr>
          </a:lstStyle>
          <a:p>
            <a:pPr marL="0" indent="0" eaLnBrk="1" hangingPunct="1">
              <a:buSzPts val="1400"/>
            </a:pPr>
            <a:endParaRPr lang="en-US" sz="1200">
              <a:latin typeface="Calibri" pitchFamily="34" charset="0"/>
              <a:cs typeface="Calibri" pitchFamily="34" charset="0"/>
              <a:sym typeface="Calibri" pitchFamily="34" charset="0"/>
            </a:endParaRPr>
          </a:p>
        </p:txBody>
      </p:sp>
      <p:sp>
        <p:nvSpPr>
          <p:cNvPr id="40964" name="Google Shape;276;g104476d1465_1_17:notes"/>
          <p:cNvSpPr>
            <a:spLocks noGrp="1"/>
          </p:cNvSpPr>
          <p:nvPr>
            <p:ph type="sldNum" sz="quarter" idx="12"/>
          </p:nvPr>
        </p:nvSpPr>
        <p:spPr>
          <a:noFill/>
        </p:spPr>
        <p:txBody>
          <a:bodyPr/>
          <a:lstStyle>
            <a:lvl1pPr eaLnBrk="0" hangingPunct="0">
              <a:buClr>
                <a:srgbClr val="000000"/>
              </a:buClr>
              <a:buFont typeface="Arial" charset="0"/>
              <a:defRPr sz="1400">
                <a:solidFill>
                  <a:srgbClr val="000000"/>
                </a:solidFill>
                <a:latin typeface="Arial" charset="0"/>
                <a:cs typeface="Arial" charset="0"/>
                <a:sym typeface="Arial"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pPr eaLnBrk="1" hangingPunct="1"/>
            <a:fld id="{749B25BE-0CA0-4BA5-931D-D9C0E1EA0A5F}" type="slidenum">
              <a:rPr lang="en-US"/>
              <a:pPr eaLnBrk="1" hangingPunct="1"/>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1986" name="Google Shape;274;g104476d1465_1_17:notes"/>
          <p:cNvSpPr>
            <a:spLocks noGrp="1" noRot="1" noChangeAspect="1" noTextEdit="1"/>
          </p:cNvSpPr>
          <p:nvPr>
            <p:ph type="sldImg" idx="2"/>
          </p:nvPr>
        </p:nvSpPr>
        <p:spPr>
          <a:xfrm>
            <a:off x="685800" y="1143000"/>
            <a:ext cx="5486400" cy="3086100"/>
          </a:xfrm>
          <a:noFill/>
          <a:ln>
            <a:headEnd/>
            <a:tailEnd/>
          </a:ln>
        </p:spPr>
      </p:sp>
      <p:sp>
        <p:nvSpPr>
          <p:cNvPr id="41987" name="Google Shape;275;g104476d1465_1_17:notes"/>
          <p:cNvSpPr txBox="1">
            <a:spLocks noGrp="1"/>
          </p:cNvSpPr>
          <p:nvPr>
            <p:ph type="body" idx="1"/>
          </p:nvPr>
        </p:nvSpPr>
        <p:spPr>
          <a:ln/>
        </p:spPr>
        <p:txBody>
          <a:bodyPr/>
          <a:lstStyle>
            <a:lvl1pPr>
              <a:defRPr sz="1400">
                <a:solidFill>
                  <a:srgbClr val="000000"/>
                </a:solidFill>
                <a:latin typeface="Arial" charset="0"/>
                <a:cs typeface="Arial" charset="0"/>
                <a:sym typeface="Arial" charset="0"/>
              </a:defRPr>
            </a:lvl1pPr>
            <a:lvl2pPr>
              <a:defRPr sz="1400">
                <a:solidFill>
                  <a:srgbClr val="000000"/>
                </a:solidFill>
                <a:latin typeface="Arial" charset="0"/>
                <a:cs typeface="Arial" charset="0"/>
                <a:sym typeface="Arial" charset="0"/>
              </a:defRPr>
            </a:lvl2pPr>
            <a:lvl3pPr>
              <a:defRPr sz="1400">
                <a:solidFill>
                  <a:srgbClr val="000000"/>
                </a:solidFill>
                <a:latin typeface="Arial" charset="0"/>
                <a:cs typeface="Arial" charset="0"/>
                <a:sym typeface="Arial" charset="0"/>
              </a:defRPr>
            </a:lvl3pPr>
            <a:lvl4pPr>
              <a:defRPr sz="1400">
                <a:solidFill>
                  <a:srgbClr val="000000"/>
                </a:solidFill>
                <a:latin typeface="Arial" charset="0"/>
                <a:cs typeface="Arial" charset="0"/>
                <a:sym typeface="Arial" charset="0"/>
              </a:defRPr>
            </a:lvl4pPr>
            <a:lvl5pPr>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9pPr>
          </a:lstStyle>
          <a:p>
            <a:pPr marL="0" indent="0" eaLnBrk="1" hangingPunct="1">
              <a:buSzPts val="1400"/>
            </a:pPr>
            <a:endParaRPr lang="en-US" sz="1200">
              <a:latin typeface="Calibri" pitchFamily="34" charset="0"/>
              <a:cs typeface="Calibri" pitchFamily="34" charset="0"/>
              <a:sym typeface="Calibri" pitchFamily="34" charset="0"/>
            </a:endParaRPr>
          </a:p>
        </p:txBody>
      </p:sp>
      <p:sp>
        <p:nvSpPr>
          <p:cNvPr id="41988" name="Google Shape;276;g104476d1465_1_17:notes"/>
          <p:cNvSpPr>
            <a:spLocks noGrp="1"/>
          </p:cNvSpPr>
          <p:nvPr>
            <p:ph type="sldNum" sz="quarter" idx="12"/>
          </p:nvPr>
        </p:nvSpPr>
        <p:spPr>
          <a:noFill/>
        </p:spPr>
        <p:txBody>
          <a:bodyPr/>
          <a:lstStyle>
            <a:lvl1pPr eaLnBrk="0" hangingPunct="0">
              <a:buClr>
                <a:srgbClr val="000000"/>
              </a:buClr>
              <a:buFont typeface="Arial" charset="0"/>
              <a:defRPr sz="1400">
                <a:solidFill>
                  <a:srgbClr val="000000"/>
                </a:solidFill>
                <a:latin typeface="Arial" charset="0"/>
                <a:cs typeface="Arial" charset="0"/>
                <a:sym typeface="Arial"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pPr eaLnBrk="1" hangingPunct="1"/>
            <a:fld id="{4698FBE0-DDB6-4752-AB1D-478F2798F21D}" type="slidenum">
              <a:rPr lang="en-US"/>
              <a:pPr eaLnBrk="1" hangingPunct="1"/>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3010" name="Google Shape;305;g104476d1465_1_39:notes"/>
          <p:cNvSpPr>
            <a:spLocks noGrp="1" noRot="1" noChangeAspect="1" noTextEdit="1"/>
          </p:cNvSpPr>
          <p:nvPr>
            <p:ph type="sldImg" idx="2"/>
          </p:nvPr>
        </p:nvSpPr>
        <p:spPr>
          <a:xfrm>
            <a:off x="685800" y="1143000"/>
            <a:ext cx="5486400" cy="3086100"/>
          </a:xfrm>
          <a:noFill/>
          <a:ln>
            <a:headEnd/>
            <a:tailEnd/>
          </a:ln>
        </p:spPr>
      </p:sp>
      <p:sp>
        <p:nvSpPr>
          <p:cNvPr id="43011" name="Google Shape;306;g104476d1465_1_39:notes"/>
          <p:cNvSpPr txBox="1">
            <a:spLocks noGrp="1"/>
          </p:cNvSpPr>
          <p:nvPr>
            <p:ph type="body" idx="1"/>
          </p:nvPr>
        </p:nvSpPr>
        <p:spPr>
          <a:ln/>
        </p:spPr>
        <p:txBody>
          <a:bodyPr/>
          <a:lstStyle>
            <a:lvl1pPr>
              <a:defRPr sz="1400">
                <a:solidFill>
                  <a:srgbClr val="000000"/>
                </a:solidFill>
                <a:latin typeface="Arial" charset="0"/>
                <a:cs typeface="Arial" charset="0"/>
                <a:sym typeface="Arial" charset="0"/>
              </a:defRPr>
            </a:lvl1pPr>
            <a:lvl2pPr>
              <a:defRPr sz="1400">
                <a:solidFill>
                  <a:srgbClr val="000000"/>
                </a:solidFill>
                <a:latin typeface="Arial" charset="0"/>
                <a:cs typeface="Arial" charset="0"/>
                <a:sym typeface="Arial" charset="0"/>
              </a:defRPr>
            </a:lvl2pPr>
            <a:lvl3pPr>
              <a:defRPr sz="1400">
                <a:solidFill>
                  <a:srgbClr val="000000"/>
                </a:solidFill>
                <a:latin typeface="Arial" charset="0"/>
                <a:cs typeface="Arial" charset="0"/>
                <a:sym typeface="Arial" charset="0"/>
              </a:defRPr>
            </a:lvl3pPr>
            <a:lvl4pPr>
              <a:defRPr sz="1400">
                <a:solidFill>
                  <a:srgbClr val="000000"/>
                </a:solidFill>
                <a:latin typeface="Arial" charset="0"/>
                <a:cs typeface="Arial" charset="0"/>
                <a:sym typeface="Arial" charset="0"/>
              </a:defRPr>
            </a:lvl4pPr>
            <a:lvl5pPr>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9pPr>
          </a:lstStyle>
          <a:p>
            <a:pPr marL="0" indent="0" eaLnBrk="1" hangingPunct="1">
              <a:buSzPts val="1400"/>
            </a:pPr>
            <a:endParaRPr lang="en-US" sz="1200">
              <a:latin typeface="Calibri" pitchFamily="34" charset="0"/>
              <a:cs typeface="Calibri" pitchFamily="34" charset="0"/>
              <a:sym typeface="Calibri" pitchFamily="34" charset="0"/>
            </a:endParaRPr>
          </a:p>
        </p:txBody>
      </p:sp>
      <p:sp>
        <p:nvSpPr>
          <p:cNvPr id="43012" name="Google Shape;307;g104476d1465_1_39:notes"/>
          <p:cNvSpPr>
            <a:spLocks noGrp="1"/>
          </p:cNvSpPr>
          <p:nvPr>
            <p:ph type="sldNum" sz="quarter" idx="12"/>
          </p:nvPr>
        </p:nvSpPr>
        <p:spPr>
          <a:noFill/>
        </p:spPr>
        <p:txBody>
          <a:bodyPr/>
          <a:lstStyle>
            <a:lvl1pPr eaLnBrk="0" hangingPunct="0">
              <a:buClr>
                <a:srgbClr val="000000"/>
              </a:buClr>
              <a:buFont typeface="Arial" charset="0"/>
              <a:defRPr sz="1400">
                <a:solidFill>
                  <a:srgbClr val="000000"/>
                </a:solidFill>
                <a:latin typeface="Arial" charset="0"/>
                <a:cs typeface="Arial" charset="0"/>
                <a:sym typeface="Arial"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pPr eaLnBrk="1" hangingPunct="1"/>
            <a:fld id="{6C833968-9E70-445F-A8CC-719ADF76F6D7}" type="slidenum">
              <a:rPr lang="en-US"/>
              <a:pPr eaLnBrk="1" hangingPunct="1"/>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4034" name="Google Shape;274;g104476d1465_1_17:notes"/>
          <p:cNvSpPr>
            <a:spLocks noGrp="1" noRot="1" noChangeAspect="1" noTextEdit="1"/>
          </p:cNvSpPr>
          <p:nvPr>
            <p:ph type="sldImg" idx="2"/>
          </p:nvPr>
        </p:nvSpPr>
        <p:spPr>
          <a:xfrm>
            <a:off x="685800" y="1143000"/>
            <a:ext cx="5486400" cy="3086100"/>
          </a:xfrm>
          <a:noFill/>
          <a:ln>
            <a:headEnd/>
            <a:tailEnd/>
          </a:ln>
        </p:spPr>
      </p:sp>
      <p:sp>
        <p:nvSpPr>
          <p:cNvPr id="44035" name="Google Shape;275;g104476d1465_1_17:notes"/>
          <p:cNvSpPr txBox="1">
            <a:spLocks noGrp="1"/>
          </p:cNvSpPr>
          <p:nvPr>
            <p:ph type="body" idx="1"/>
          </p:nvPr>
        </p:nvSpPr>
        <p:spPr>
          <a:ln/>
        </p:spPr>
        <p:txBody>
          <a:bodyPr/>
          <a:lstStyle>
            <a:lvl1pPr>
              <a:defRPr sz="1400">
                <a:solidFill>
                  <a:srgbClr val="000000"/>
                </a:solidFill>
                <a:latin typeface="Arial" charset="0"/>
                <a:cs typeface="Arial" charset="0"/>
                <a:sym typeface="Arial" charset="0"/>
              </a:defRPr>
            </a:lvl1pPr>
            <a:lvl2pPr>
              <a:defRPr sz="1400">
                <a:solidFill>
                  <a:srgbClr val="000000"/>
                </a:solidFill>
                <a:latin typeface="Arial" charset="0"/>
                <a:cs typeface="Arial" charset="0"/>
                <a:sym typeface="Arial" charset="0"/>
              </a:defRPr>
            </a:lvl2pPr>
            <a:lvl3pPr>
              <a:defRPr sz="1400">
                <a:solidFill>
                  <a:srgbClr val="000000"/>
                </a:solidFill>
                <a:latin typeface="Arial" charset="0"/>
                <a:cs typeface="Arial" charset="0"/>
                <a:sym typeface="Arial" charset="0"/>
              </a:defRPr>
            </a:lvl3pPr>
            <a:lvl4pPr>
              <a:defRPr sz="1400">
                <a:solidFill>
                  <a:srgbClr val="000000"/>
                </a:solidFill>
                <a:latin typeface="Arial" charset="0"/>
                <a:cs typeface="Arial" charset="0"/>
                <a:sym typeface="Arial" charset="0"/>
              </a:defRPr>
            </a:lvl4pPr>
            <a:lvl5pPr>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9pPr>
          </a:lstStyle>
          <a:p>
            <a:pPr marL="0" indent="0" eaLnBrk="1" hangingPunct="1">
              <a:buSzPts val="1400"/>
            </a:pPr>
            <a:r>
              <a:rPr lang="en-US" sz="1200">
                <a:latin typeface="Calibri" pitchFamily="34" charset="0"/>
                <a:cs typeface="Calibri" pitchFamily="34" charset="0"/>
                <a:sym typeface="Calibri" pitchFamily="34" charset="0"/>
              </a:rPr>
              <a:t>Video Link: https://algebranation.wistia.com/medias/fi4fidi5y8</a:t>
            </a:r>
          </a:p>
        </p:txBody>
      </p:sp>
      <p:sp>
        <p:nvSpPr>
          <p:cNvPr id="44036" name="Google Shape;276;g104476d1465_1_17:notes"/>
          <p:cNvSpPr>
            <a:spLocks noGrp="1"/>
          </p:cNvSpPr>
          <p:nvPr>
            <p:ph type="sldNum" sz="quarter" idx="12"/>
          </p:nvPr>
        </p:nvSpPr>
        <p:spPr>
          <a:noFill/>
        </p:spPr>
        <p:txBody>
          <a:bodyPr/>
          <a:lstStyle>
            <a:lvl1pPr eaLnBrk="0" hangingPunct="0">
              <a:buClr>
                <a:srgbClr val="000000"/>
              </a:buClr>
              <a:buFont typeface="Arial" charset="0"/>
              <a:defRPr sz="1400">
                <a:solidFill>
                  <a:srgbClr val="000000"/>
                </a:solidFill>
                <a:latin typeface="Arial" charset="0"/>
                <a:cs typeface="Arial" charset="0"/>
                <a:sym typeface="Arial"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pPr eaLnBrk="1" hangingPunct="1"/>
            <a:fld id="{4E88A6B5-1F0F-4C25-87D6-B99223900E97}" type="slidenum">
              <a:rPr lang="en-US"/>
              <a:pPr eaLnBrk="1" hangingPunct="1"/>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5058" name="Google Shape;274;g104476d1465_1_17:notes"/>
          <p:cNvSpPr>
            <a:spLocks noGrp="1" noRot="1" noChangeAspect="1" noTextEdit="1"/>
          </p:cNvSpPr>
          <p:nvPr>
            <p:ph type="sldImg" idx="2"/>
          </p:nvPr>
        </p:nvSpPr>
        <p:spPr>
          <a:xfrm>
            <a:off x="685800" y="1143000"/>
            <a:ext cx="5486400" cy="3086100"/>
          </a:xfrm>
          <a:noFill/>
          <a:ln>
            <a:headEnd/>
            <a:tailEnd/>
          </a:ln>
        </p:spPr>
      </p:sp>
      <p:sp>
        <p:nvSpPr>
          <p:cNvPr id="45059" name="Google Shape;275;g104476d1465_1_17:notes"/>
          <p:cNvSpPr txBox="1">
            <a:spLocks noGrp="1"/>
          </p:cNvSpPr>
          <p:nvPr>
            <p:ph type="body" idx="1"/>
          </p:nvPr>
        </p:nvSpPr>
        <p:spPr>
          <a:ln/>
        </p:spPr>
        <p:txBody>
          <a:bodyPr/>
          <a:lstStyle>
            <a:lvl1pPr>
              <a:defRPr sz="1400">
                <a:solidFill>
                  <a:srgbClr val="000000"/>
                </a:solidFill>
                <a:latin typeface="Arial" charset="0"/>
                <a:cs typeface="Arial" charset="0"/>
                <a:sym typeface="Arial" charset="0"/>
              </a:defRPr>
            </a:lvl1pPr>
            <a:lvl2pPr>
              <a:defRPr sz="1400">
                <a:solidFill>
                  <a:srgbClr val="000000"/>
                </a:solidFill>
                <a:latin typeface="Arial" charset="0"/>
                <a:cs typeface="Arial" charset="0"/>
                <a:sym typeface="Arial" charset="0"/>
              </a:defRPr>
            </a:lvl2pPr>
            <a:lvl3pPr>
              <a:defRPr sz="1400">
                <a:solidFill>
                  <a:srgbClr val="000000"/>
                </a:solidFill>
                <a:latin typeface="Arial" charset="0"/>
                <a:cs typeface="Arial" charset="0"/>
                <a:sym typeface="Arial" charset="0"/>
              </a:defRPr>
            </a:lvl3pPr>
            <a:lvl4pPr>
              <a:defRPr sz="1400">
                <a:solidFill>
                  <a:srgbClr val="000000"/>
                </a:solidFill>
                <a:latin typeface="Arial" charset="0"/>
                <a:cs typeface="Arial" charset="0"/>
                <a:sym typeface="Arial" charset="0"/>
              </a:defRPr>
            </a:lvl4pPr>
            <a:lvl5pPr>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9pPr>
          </a:lstStyle>
          <a:p>
            <a:pPr marL="0" indent="0" eaLnBrk="1" hangingPunct="1">
              <a:buSzPts val="1400"/>
            </a:pPr>
            <a:r>
              <a:rPr lang="en-US" sz="1200">
                <a:latin typeface="Calibri" pitchFamily="34" charset="0"/>
                <a:cs typeface="Calibri" pitchFamily="34" charset="0"/>
                <a:sym typeface="Calibri" pitchFamily="34" charset="0"/>
              </a:rPr>
              <a:t>Video Link: https://algebranation.wistia.com/medias/fi4fidi5y8</a:t>
            </a:r>
          </a:p>
        </p:txBody>
      </p:sp>
      <p:sp>
        <p:nvSpPr>
          <p:cNvPr id="45060" name="Google Shape;276;g104476d1465_1_17:notes"/>
          <p:cNvSpPr>
            <a:spLocks noGrp="1"/>
          </p:cNvSpPr>
          <p:nvPr>
            <p:ph type="sldNum" sz="quarter" idx="12"/>
          </p:nvPr>
        </p:nvSpPr>
        <p:spPr>
          <a:noFill/>
        </p:spPr>
        <p:txBody>
          <a:bodyPr/>
          <a:lstStyle>
            <a:lvl1pPr eaLnBrk="0" hangingPunct="0">
              <a:buClr>
                <a:srgbClr val="000000"/>
              </a:buClr>
              <a:buFont typeface="Arial" charset="0"/>
              <a:defRPr sz="1400">
                <a:solidFill>
                  <a:srgbClr val="000000"/>
                </a:solidFill>
                <a:latin typeface="Arial" charset="0"/>
                <a:cs typeface="Arial" charset="0"/>
                <a:sym typeface="Arial"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pPr eaLnBrk="1" hangingPunct="1"/>
            <a:fld id="{992926DA-1D7F-4D02-A759-DBB83AFBBE77}" type="slidenum">
              <a:rPr lang="en-US"/>
              <a:pPr eaLnBrk="1" hangingPunct="1"/>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6082" name="Google Shape;305;g104476d1465_1_39:notes"/>
          <p:cNvSpPr>
            <a:spLocks noGrp="1" noRot="1" noChangeAspect="1" noTextEdit="1"/>
          </p:cNvSpPr>
          <p:nvPr>
            <p:ph type="sldImg" idx="2"/>
          </p:nvPr>
        </p:nvSpPr>
        <p:spPr>
          <a:xfrm>
            <a:off x="685800" y="1143000"/>
            <a:ext cx="5486400" cy="3086100"/>
          </a:xfrm>
          <a:noFill/>
          <a:ln>
            <a:headEnd/>
            <a:tailEnd/>
          </a:ln>
        </p:spPr>
      </p:sp>
      <p:sp>
        <p:nvSpPr>
          <p:cNvPr id="46083" name="Google Shape;306;g104476d1465_1_39:notes"/>
          <p:cNvSpPr txBox="1">
            <a:spLocks noGrp="1"/>
          </p:cNvSpPr>
          <p:nvPr>
            <p:ph type="body" idx="1"/>
          </p:nvPr>
        </p:nvSpPr>
        <p:spPr>
          <a:ln/>
        </p:spPr>
        <p:txBody>
          <a:bodyPr/>
          <a:lstStyle>
            <a:lvl1pPr>
              <a:defRPr sz="1400">
                <a:solidFill>
                  <a:srgbClr val="000000"/>
                </a:solidFill>
                <a:latin typeface="Arial" charset="0"/>
                <a:cs typeface="Arial" charset="0"/>
                <a:sym typeface="Arial" charset="0"/>
              </a:defRPr>
            </a:lvl1pPr>
            <a:lvl2pPr>
              <a:defRPr sz="1400">
                <a:solidFill>
                  <a:srgbClr val="000000"/>
                </a:solidFill>
                <a:latin typeface="Arial" charset="0"/>
                <a:cs typeface="Arial" charset="0"/>
                <a:sym typeface="Arial" charset="0"/>
              </a:defRPr>
            </a:lvl2pPr>
            <a:lvl3pPr>
              <a:defRPr sz="1400">
                <a:solidFill>
                  <a:srgbClr val="000000"/>
                </a:solidFill>
                <a:latin typeface="Arial" charset="0"/>
                <a:cs typeface="Arial" charset="0"/>
                <a:sym typeface="Arial" charset="0"/>
              </a:defRPr>
            </a:lvl3pPr>
            <a:lvl4pPr>
              <a:defRPr sz="1400">
                <a:solidFill>
                  <a:srgbClr val="000000"/>
                </a:solidFill>
                <a:latin typeface="Arial" charset="0"/>
                <a:cs typeface="Arial" charset="0"/>
                <a:sym typeface="Arial" charset="0"/>
              </a:defRPr>
            </a:lvl4pPr>
            <a:lvl5pPr>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9pPr>
          </a:lstStyle>
          <a:p>
            <a:pPr marL="0" indent="0" eaLnBrk="1" hangingPunct="1">
              <a:buSzPts val="1400"/>
            </a:pPr>
            <a:endParaRPr lang="en-US" sz="1200">
              <a:latin typeface="Calibri" pitchFamily="34" charset="0"/>
              <a:cs typeface="Calibri" pitchFamily="34" charset="0"/>
              <a:sym typeface="Calibri" pitchFamily="34" charset="0"/>
            </a:endParaRPr>
          </a:p>
        </p:txBody>
      </p:sp>
      <p:sp>
        <p:nvSpPr>
          <p:cNvPr id="46084" name="Google Shape;307;g104476d1465_1_39:notes"/>
          <p:cNvSpPr>
            <a:spLocks noGrp="1"/>
          </p:cNvSpPr>
          <p:nvPr>
            <p:ph type="sldNum" sz="quarter" idx="12"/>
          </p:nvPr>
        </p:nvSpPr>
        <p:spPr>
          <a:noFill/>
        </p:spPr>
        <p:txBody>
          <a:bodyPr/>
          <a:lstStyle>
            <a:lvl1pPr eaLnBrk="0" hangingPunct="0">
              <a:buClr>
                <a:srgbClr val="000000"/>
              </a:buClr>
              <a:buFont typeface="Arial" charset="0"/>
              <a:defRPr sz="1400">
                <a:solidFill>
                  <a:srgbClr val="000000"/>
                </a:solidFill>
                <a:latin typeface="Arial" charset="0"/>
                <a:cs typeface="Arial" charset="0"/>
                <a:sym typeface="Arial"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pPr eaLnBrk="1" hangingPunct="1"/>
            <a:fld id="{FBD84822-6961-4665-B1FF-F005D7BCAB71}" type="slidenum">
              <a:rPr lang="en-US"/>
              <a:pPr eaLnBrk="1" hangingPunct="1"/>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7106" name="Google Shape;274;g104476d1465_1_17:notes"/>
          <p:cNvSpPr>
            <a:spLocks noGrp="1" noRot="1" noChangeAspect="1" noTextEdit="1"/>
          </p:cNvSpPr>
          <p:nvPr>
            <p:ph type="sldImg" idx="2"/>
          </p:nvPr>
        </p:nvSpPr>
        <p:spPr>
          <a:xfrm>
            <a:off x="685800" y="1143000"/>
            <a:ext cx="5486400" cy="3086100"/>
          </a:xfrm>
          <a:noFill/>
          <a:ln>
            <a:headEnd/>
            <a:tailEnd/>
          </a:ln>
        </p:spPr>
      </p:sp>
      <p:sp>
        <p:nvSpPr>
          <p:cNvPr id="47107" name="Google Shape;275;g104476d1465_1_17:notes"/>
          <p:cNvSpPr txBox="1">
            <a:spLocks noGrp="1"/>
          </p:cNvSpPr>
          <p:nvPr>
            <p:ph type="body" idx="1"/>
          </p:nvPr>
        </p:nvSpPr>
        <p:spPr>
          <a:ln/>
        </p:spPr>
        <p:txBody>
          <a:bodyPr/>
          <a:lstStyle>
            <a:lvl1pPr>
              <a:defRPr sz="1400">
                <a:solidFill>
                  <a:srgbClr val="000000"/>
                </a:solidFill>
                <a:latin typeface="Arial" charset="0"/>
                <a:cs typeface="Arial" charset="0"/>
                <a:sym typeface="Arial" charset="0"/>
              </a:defRPr>
            </a:lvl1pPr>
            <a:lvl2pPr>
              <a:defRPr sz="1400">
                <a:solidFill>
                  <a:srgbClr val="000000"/>
                </a:solidFill>
                <a:latin typeface="Arial" charset="0"/>
                <a:cs typeface="Arial" charset="0"/>
                <a:sym typeface="Arial" charset="0"/>
              </a:defRPr>
            </a:lvl2pPr>
            <a:lvl3pPr>
              <a:defRPr sz="1400">
                <a:solidFill>
                  <a:srgbClr val="000000"/>
                </a:solidFill>
                <a:latin typeface="Arial" charset="0"/>
                <a:cs typeface="Arial" charset="0"/>
                <a:sym typeface="Arial" charset="0"/>
              </a:defRPr>
            </a:lvl3pPr>
            <a:lvl4pPr>
              <a:defRPr sz="1400">
                <a:solidFill>
                  <a:srgbClr val="000000"/>
                </a:solidFill>
                <a:latin typeface="Arial" charset="0"/>
                <a:cs typeface="Arial" charset="0"/>
                <a:sym typeface="Arial" charset="0"/>
              </a:defRPr>
            </a:lvl4pPr>
            <a:lvl5pPr>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9pPr>
          </a:lstStyle>
          <a:p>
            <a:pPr marL="0" indent="0" eaLnBrk="1" hangingPunct="1">
              <a:buSzPts val="1400"/>
            </a:pPr>
            <a:endParaRPr lang="en-US" sz="1200">
              <a:latin typeface="Calibri" pitchFamily="34" charset="0"/>
              <a:cs typeface="Calibri" pitchFamily="34" charset="0"/>
              <a:sym typeface="Calibri" pitchFamily="34" charset="0"/>
            </a:endParaRPr>
          </a:p>
        </p:txBody>
      </p:sp>
      <p:sp>
        <p:nvSpPr>
          <p:cNvPr id="47108" name="Google Shape;276;g104476d1465_1_17:notes"/>
          <p:cNvSpPr>
            <a:spLocks noGrp="1"/>
          </p:cNvSpPr>
          <p:nvPr>
            <p:ph type="sldNum" sz="quarter" idx="12"/>
          </p:nvPr>
        </p:nvSpPr>
        <p:spPr>
          <a:noFill/>
        </p:spPr>
        <p:txBody>
          <a:bodyPr/>
          <a:lstStyle>
            <a:lvl1pPr eaLnBrk="0" hangingPunct="0">
              <a:buClr>
                <a:srgbClr val="000000"/>
              </a:buClr>
              <a:buFont typeface="Arial" charset="0"/>
              <a:defRPr sz="1400">
                <a:solidFill>
                  <a:srgbClr val="000000"/>
                </a:solidFill>
                <a:latin typeface="Arial" charset="0"/>
                <a:cs typeface="Arial" charset="0"/>
                <a:sym typeface="Arial"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pPr eaLnBrk="1" hangingPunct="1"/>
            <a:fld id="{ADFC92C9-3893-4429-80F2-8DEBBA5C7D15}" type="slidenum">
              <a:rPr lang="en-US"/>
              <a:pPr eaLnBrk="1" hangingPunct="1"/>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8130" name="Google Shape;274;g104476d1465_1_17:notes"/>
          <p:cNvSpPr>
            <a:spLocks noGrp="1" noRot="1" noChangeAspect="1" noTextEdit="1"/>
          </p:cNvSpPr>
          <p:nvPr>
            <p:ph type="sldImg" idx="2"/>
          </p:nvPr>
        </p:nvSpPr>
        <p:spPr>
          <a:xfrm>
            <a:off x="685800" y="1143000"/>
            <a:ext cx="5486400" cy="3086100"/>
          </a:xfrm>
          <a:noFill/>
          <a:ln>
            <a:headEnd/>
            <a:tailEnd/>
          </a:ln>
        </p:spPr>
      </p:sp>
      <p:sp>
        <p:nvSpPr>
          <p:cNvPr id="48131" name="Google Shape;275;g104476d1465_1_17:notes"/>
          <p:cNvSpPr txBox="1">
            <a:spLocks noGrp="1"/>
          </p:cNvSpPr>
          <p:nvPr>
            <p:ph type="body" idx="1"/>
          </p:nvPr>
        </p:nvSpPr>
        <p:spPr>
          <a:ln/>
        </p:spPr>
        <p:txBody>
          <a:bodyPr/>
          <a:lstStyle>
            <a:lvl1pPr>
              <a:defRPr sz="1400">
                <a:solidFill>
                  <a:srgbClr val="000000"/>
                </a:solidFill>
                <a:latin typeface="Arial" charset="0"/>
                <a:cs typeface="Arial" charset="0"/>
                <a:sym typeface="Arial" charset="0"/>
              </a:defRPr>
            </a:lvl1pPr>
            <a:lvl2pPr>
              <a:defRPr sz="1400">
                <a:solidFill>
                  <a:srgbClr val="000000"/>
                </a:solidFill>
                <a:latin typeface="Arial" charset="0"/>
                <a:cs typeface="Arial" charset="0"/>
                <a:sym typeface="Arial" charset="0"/>
              </a:defRPr>
            </a:lvl2pPr>
            <a:lvl3pPr>
              <a:defRPr sz="1400">
                <a:solidFill>
                  <a:srgbClr val="000000"/>
                </a:solidFill>
                <a:latin typeface="Arial" charset="0"/>
                <a:cs typeface="Arial" charset="0"/>
                <a:sym typeface="Arial" charset="0"/>
              </a:defRPr>
            </a:lvl3pPr>
            <a:lvl4pPr>
              <a:defRPr sz="1400">
                <a:solidFill>
                  <a:srgbClr val="000000"/>
                </a:solidFill>
                <a:latin typeface="Arial" charset="0"/>
                <a:cs typeface="Arial" charset="0"/>
                <a:sym typeface="Arial" charset="0"/>
              </a:defRPr>
            </a:lvl4pPr>
            <a:lvl5pPr>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9pPr>
          </a:lstStyle>
          <a:p>
            <a:pPr marL="0" indent="0" eaLnBrk="1" hangingPunct="1">
              <a:buSzPts val="1400"/>
            </a:pPr>
            <a:endParaRPr lang="en-US" sz="1200">
              <a:latin typeface="Calibri" pitchFamily="34" charset="0"/>
              <a:cs typeface="Calibri" pitchFamily="34" charset="0"/>
              <a:sym typeface="Calibri" pitchFamily="34" charset="0"/>
            </a:endParaRPr>
          </a:p>
        </p:txBody>
      </p:sp>
      <p:sp>
        <p:nvSpPr>
          <p:cNvPr id="48132" name="Google Shape;276;g104476d1465_1_17:notes"/>
          <p:cNvSpPr>
            <a:spLocks noGrp="1"/>
          </p:cNvSpPr>
          <p:nvPr>
            <p:ph type="sldNum" sz="quarter" idx="12"/>
          </p:nvPr>
        </p:nvSpPr>
        <p:spPr>
          <a:noFill/>
        </p:spPr>
        <p:txBody>
          <a:bodyPr/>
          <a:lstStyle>
            <a:lvl1pPr eaLnBrk="0" hangingPunct="0">
              <a:buClr>
                <a:srgbClr val="000000"/>
              </a:buClr>
              <a:buFont typeface="Arial" charset="0"/>
              <a:defRPr sz="1400">
                <a:solidFill>
                  <a:srgbClr val="000000"/>
                </a:solidFill>
                <a:latin typeface="Arial" charset="0"/>
                <a:cs typeface="Arial" charset="0"/>
                <a:sym typeface="Arial"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pPr eaLnBrk="1" hangingPunct="1"/>
            <a:fld id="{E036327D-8BDE-4067-832D-0FB5DA530818}" type="slidenum">
              <a:rPr lang="en-US"/>
              <a:pPr eaLnBrk="1" hangingPunct="1"/>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9154" name="Google Shape;274;g104476d1465_1_17:notes"/>
          <p:cNvSpPr>
            <a:spLocks noGrp="1" noRot="1" noChangeAspect="1" noTextEdit="1"/>
          </p:cNvSpPr>
          <p:nvPr>
            <p:ph type="sldImg" idx="2"/>
          </p:nvPr>
        </p:nvSpPr>
        <p:spPr>
          <a:xfrm>
            <a:off x="685800" y="1143000"/>
            <a:ext cx="5486400" cy="3086100"/>
          </a:xfrm>
          <a:noFill/>
          <a:ln>
            <a:headEnd/>
            <a:tailEnd/>
          </a:ln>
        </p:spPr>
      </p:sp>
      <p:sp>
        <p:nvSpPr>
          <p:cNvPr id="49155" name="Google Shape;275;g104476d1465_1_17:notes"/>
          <p:cNvSpPr txBox="1">
            <a:spLocks noGrp="1"/>
          </p:cNvSpPr>
          <p:nvPr>
            <p:ph type="body" idx="1"/>
          </p:nvPr>
        </p:nvSpPr>
        <p:spPr>
          <a:ln/>
        </p:spPr>
        <p:txBody>
          <a:bodyPr/>
          <a:lstStyle>
            <a:lvl1pPr>
              <a:defRPr sz="1400">
                <a:solidFill>
                  <a:srgbClr val="000000"/>
                </a:solidFill>
                <a:latin typeface="Arial" charset="0"/>
                <a:cs typeface="Arial" charset="0"/>
                <a:sym typeface="Arial" charset="0"/>
              </a:defRPr>
            </a:lvl1pPr>
            <a:lvl2pPr>
              <a:defRPr sz="1400">
                <a:solidFill>
                  <a:srgbClr val="000000"/>
                </a:solidFill>
                <a:latin typeface="Arial" charset="0"/>
                <a:cs typeface="Arial" charset="0"/>
                <a:sym typeface="Arial" charset="0"/>
              </a:defRPr>
            </a:lvl2pPr>
            <a:lvl3pPr>
              <a:defRPr sz="1400">
                <a:solidFill>
                  <a:srgbClr val="000000"/>
                </a:solidFill>
                <a:latin typeface="Arial" charset="0"/>
                <a:cs typeface="Arial" charset="0"/>
                <a:sym typeface="Arial" charset="0"/>
              </a:defRPr>
            </a:lvl3pPr>
            <a:lvl4pPr>
              <a:defRPr sz="1400">
                <a:solidFill>
                  <a:srgbClr val="000000"/>
                </a:solidFill>
                <a:latin typeface="Arial" charset="0"/>
                <a:cs typeface="Arial" charset="0"/>
                <a:sym typeface="Arial" charset="0"/>
              </a:defRPr>
            </a:lvl4pPr>
            <a:lvl5pPr>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9pPr>
          </a:lstStyle>
          <a:p>
            <a:pPr marL="0" indent="0" eaLnBrk="1" hangingPunct="1">
              <a:buSzPts val="1400"/>
            </a:pPr>
            <a:endParaRPr lang="en-US" sz="1200">
              <a:latin typeface="Calibri" pitchFamily="34" charset="0"/>
              <a:cs typeface="Calibri" pitchFamily="34" charset="0"/>
              <a:sym typeface="Calibri" pitchFamily="34" charset="0"/>
            </a:endParaRPr>
          </a:p>
        </p:txBody>
      </p:sp>
      <p:sp>
        <p:nvSpPr>
          <p:cNvPr id="49156" name="Google Shape;276;g104476d1465_1_17:notes"/>
          <p:cNvSpPr>
            <a:spLocks noGrp="1"/>
          </p:cNvSpPr>
          <p:nvPr>
            <p:ph type="sldNum" sz="quarter" idx="12"/>
          </p:nvPr>
        </p:nvSpPr>
        <p:spPr>
          <a:noFill/>
        </p:spPr>
        <p:txBody>
          <a:bodyPr/>
          <a:lstStyle>
            <a:lvl1pPr eaLnBrk="0" hangingPunct="0">
              <a:buClr>
                <a:srgbClr val="000000"/>
              </a:buClr>
              <a:buFont typeface="Arial" charset="0"/>
              <a:defRPr sz="1400">
                <a:solidFill>
                  <a:srgbClr val="000000"/>
                </a:solidFill>
                <a:latin typeface="Arial" charset="0"/>
                <a:cs typeface="Arial" charset="0"/>
                <a:sym typeface="Arial"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pPr eaLnBrk="1" hangingPunct="1"/>
            <a:fld id="{5E711399-1ED0-402D-90ED-FCA265119DDB}" type="slidenum">
              <a:rPr lang="en-US"/>
              <a:pPr eaLnBrk="1" hangingPunct="1"/>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0178" name="Google Shape;274;g104476d1465_1_17:notes"/>
          <p:cNvSpPr>
            <a:spLocks noGrp="1" noRot="1" noChangeAspect="1" noTextEdit="1"/>
          </p:cNvSpPr>
          <p:nvPr>
            <p:ph type="sldImg" idx="2"/>
          </p:nvPr>
        </p:nvSpPr>
        <p:spPr>
          <a:xfrm>
            <a:off x="685800" y="1143000"/>
            <a:ext cx="5486400" cy="3086100"/>
          </a:xfrm>
          <a:noFill/>
          <a:ln>
            <a:headEnd/>
            <a:tailEnd/>
          </a:ln>
        </p:spPr>
      </p:sp>
      <p:sp>
        <p:nvSpPr>
          <p:cNvPr id="50179" name="Google Shape;275;g104476d1465_1_17:notes"/>
          <p:cNvSpPr txBox="1">
            <a:spLocks noGrp="1"/>
          </p:cNvSpPr>
          <p:nvPr>
            <p:ph type="body" idx="1"/>
          </p:nvPr>
        </p:nvSpPr>
        <p:spPr>
          <a:ln/>
        </p:spPr>
        <p:txBody>
          <a:bodyPr/>
          <a:lstStyle>
            <a:lvl1pPr>
              <a:defRPr sz="1400">
                <a:solidFill>
                  <a:srgbClr val="000000"/>
                </a:solidFill>
                <a:latin typeface="Arial" charset="0"/>
                <a:cs typeface="Arial" charset="0"/>
                <a:sym typeface="Arial" charset="0"/>
              </a:defRPr>
            </a:lvl1pPr>
            <a:lvl2pPr>
              <a:defRPr sz="1400">
                <a:solidFill>
                  <a:srgbClr val="000000"/>
                </a:solidFill>
                <a:latin typeface="Arial" charset="0"/>
                <a:cs typeface="Arial" charset="0"/>
                <a:sym typeface="Arial" charset="0"/>
              </a:defRPr>
            </a:lvl2pPr>
            <a:lvl3pPr>
              <a:defRPr sz="1400">
                <a:solidFill>
                  <a:srgbClr val="000000"/>
                </a:solidFill>
                <a:latin typeface="Arial" charset="0"/>
                <a:cs typeface="Arial" charset="0"/>
                <a:sym typeface="Arial" charset="0"/>
              </a:defRPr>
            </a:lvl3pPr>
            <a:lvl4pPr>
              <a:defRPr sz="1400">
                <a:solidFill>
                  <a:srgbClr val="000000"/>
                </a:solidFill>
                <a:latin typeface="Arial" charset="0"/>
                <a:cs typeface="Arial" charset="0"/>
                <a:sym typeface="Arial" charset="0"/>
              </a:defRPr>
            </a:lvl4pPr>
            <a:lvl5pPr>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9pPr>
          </a:lstStyle>
          <a:p>
            <a:pPr marL="0" indent="0" eaLnBrk="1" hangingPunct="1">
              <a:buSzPts val="1400"/>
            </a:pPr>
            <a:endParaRPr lang="en-US" sz="1200">
              <a:latin typeface="Calibri" pitchFamily="34" charset="0"/>
              <a:cs typeface="Calibri" pitchFamily="34" charset="0"/>
              <a:sym typeface="Calibri" pitchFamily="34" charset="0"/>
            </a:endParaRPr>
          </a:p>
        </p:txBody>
      </p:sp>
      <p:sp>
        <p:nvSpPr>
          <p:cNvPr id="50180" name="Google Shape;276;g104476d1465_1_17:notes"/>
          <p:cNvSpPr>
            <a:spLocks noGrp="1"/>
          </p:cNvSpPr>
          <p:nvPr>
            <p:ph type="sldNum" sz="quarter" idx="12"/>
          </p:nvPr>
        </p:nvSpPr>
        <p:spPr>
          <a:noFill/>
        </p:spPr>
        <p:txBody>
          <a:bodyPr/>
          <a:lstStyle>
            <a:lvl1pPr eaLnBrk="0" hangingPunct="0">
              <a:buClr>
                <a:srgbClr val="000000"/>
              </a:buClr>
              <a:buFont typeface="Arial" charset="0"/>
              <a:defRPr sz="1400">
                <a:solidFill>
                  <a:srgbClr val="000000"/>
                </a:solidFill>
                <a:latin typeface="Arial" charset="0"/>
                <a:cs typeface="Arial" charset="0"/>
                <a:sym typeface="Arial"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pPr eaLnBrk="1" hangingPunct="1"/>
            <a:fld id="{C00A3B9D-6032-4E96-AA74-D32A9452F15F}" type="slidenum">
              <a:rPr lang="en-US"/>
              <a:pPr eaLnBrk="1" hangingPunct="1"/>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1202" name="Google Shape;274;g104476d1465_1_17:notes"/>
          <p:cNvSpPr>
            <a:spLocks noGrp="1" noRot="1" noChangeAspect="1" noTextEdit="1"/>
          </p:cNvSpPr>
          <p:nvPr>
            <p:ph type="sldImg" idx="2"/>
          </p:nvPr>
        </p:nvSpPr>
        <p:spPr>
          <a:xfrm>
            <a:off x="685800" y="1143000"/>
            <a:ext cx="5486400" cy="3086100"/>
          </a:xfrm>
          <a:noFill/>
          <a:ln>
            <a:headEnd/>
            <a:tailEnd/>
          </a:ln>
        </p:spPr>
      </p:sp>
      <p:sp>
        <p:nvSpPr>
          <p:cNvPr id="51203" name="Google Shape;275;g104476d1465_1_17:notes"/>
          <p:cNvSpPr txBox="1">
            <a:spLocks noGrp="1"/>
          </p:cNvSpPr>
          <p:nvPr>
            <p:ph type="body" idx="1"/>
          </p:nvPr>
        </p:nvSpPr>
        <p:spPr>
          <a:ln/>
        </p:spPr>
        <p:txBody>
          <a:bodyPr/>
          <a:lstStyle>
            <a:lvl1pPr>
              <a:defRPr sz="1400">
                <a:solidFill>
                  <a:srgbClr val="000000"/>
                </a:solidFill>
                <a:latin typeface="Arial" charset="0"/>
                <a:cs typeface="Arial" charset="0"/>
                <a:sym typeface="Arial" charset="0"/>
              </a:defRPr>
            </a:lvl1pPr>
            <a:lvl2pPr>
              <a:defRPr sz="1400">
                <a:solidFill>
                  <a:srgbClr val="000000"/>
                </a:solidFill>
                <a:latin typeface="Arial" charset="0"/>
                <a:cs typeface="Arial" charset="0"/>
                <a:sym typeface="Arial" charset="0"/>
              </a:defRPr>
            </a:lvl2pPr>
            <a:lvl3pPr>
              <a:defRPr sz="1400">
                <a:solidFill>
                  <a:srgbClr val="000000"/>
                </a:solidFill>
                <a:latin typeface="Arial" charset="0"/>
                <a:cs typeface="Arial" charset="0"/>
                <a:sym typeface="Arial" charset="0"/>
              </a:defRPr>
            </a:lvl3pPr>
            <a:lvl4pPr>
              <a:defRPr sz="1400">
                <a:solidFill>
                  <a:srgbClr val="000000"/>
                </a:solidFill>
                <a:latin typeface="Arial" charset="0"/>
                <a:cs typeface="Arial" charset="0"/>
                <a:sym typeface="Arial" charset="0"/>
              </a:defRPr>
            </a:lvl4pPr>
            <a:lvl5pPr>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9pPr>
          </a:lstStyle>
          <a:p>
            <a:pPr marL="0" indent="0" eaLnBrk="1" hangingPunct="1">
              <a:buSzPts val="1400"/>
            </a:pPr>
            <a:endParaRPr lang="en-US" sz="1200">
              <a:latin typeface="Calibri" pitchFamily="34" charset="0"/>
              <a:cs typeface="Calibri" pitchFamily="34" charset="0"/>
              <a:sym typeface="Calibri" pitchFamily="34" charset="0"/>
            </a:endParaRPr>
          </a:p>
        </p:txBody>
      </p:sp>
      <p:sp>
        <p:nvSpPr>
          <p:cNvPr id="51204" name="Google Shape;276;g104476d1465_1_17:notes"/>
          <p:cNvSpPr>
            <a:spLocks noGrp="1"/>
          </p:cNvSpPr>
          <p:nvPr>
            <p:ph type="sldNum" sz="quarter" idx="12"/>
          </p:nvPr>
        </p:nvSpPr>
        <p:spPr>
          <a:noFill/>
        </p:spPr>
        <p:txBody>
          <a:bodyPr/>
          <a:lstStyle>
            <a:lvl1pPr eaLnBrk="0" hangingPunct="0">
              <a:buClr>
                <a:srgbClr val="000000"/>
              </a:buClr>
              <a:buFont typeface="Arial" charset="0"/>
              <a:defRPr sz="1400">
                <a:solidFill>
                  <a:srgbClr val="000000"/>
                </a:solidFill>
                <a:latin typeface="Arial" charset="0"/>
                <a:cs typeface="Arial" charset="0"/>
                <a:sym typeface="Arial"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pPr eaLnBrk="1" hangingPunct="1"/>
            <a:fld id="{408374AE-0D61-43EE-9CD1-97EF6AEA3F75}" type="slidenum">
              <a:rPr lang="en-US"/>
              <a:pPr eaLnBrk="1" hangingPunct="1"/>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2226" name="Google Shape;274;g104476d1465_1_17:notes"/>
          <p:cNvSpPr>
            <a:spLocks noGrp="1" noRot="1" noChangeAspect="1" noTextEdit="1"/>
          </p:cNvSpPr>
          <p:nvPr>
            <p:ph type="sldImg" idx="2"/>
          </p:nvPr>
        </p:nvSpPr>
        <p:spPr>
          <a:xfrm>
            <a:off x="685800" y="1143000"/>
            <a:ext cx="5486400" cy="3086100"/>
          </a:xfrm>
          <a:noFill/>
          <a:ln>
            <a:headEnd/>
            <a:tailEnd/>
          </a:ln>
        </p:spPr>
      </p:sp>
      <p:sp>
        <p:nvSpPr>
          <p:cNvPr id="52227" name="Google Shape;275;g104476d1465_1_17:notes"/>
          <p:cNvSpPr txBox="1">
            <a:spLocks noGrp="1"/>
          </p:cNvSpPr>
          <p:nvPr>
            <p:ph type="body" idx="1"/>
          </p:nvPr>
        </p:nvSpPr>
        <p:spPr>
          <a:ln/>
        </p:spPr>
        <p:txBody>
          <a:bodyPr/>
          <a:lstStyle>
            <a:lvl1pPr>
              <a:defRPr sz="1400">
                <a:solidFill>
                  <a:srgbClr val="000000"/>
                </a:solidFill>
                <a:latin typeface="Arial" charset="0"/>
                <a:cs typeface="Arial" charset="0"/>
                <a:sym typeface="Arial" charset="0"/>
              </a:defRPr>
            </a:lvl1pPr>
            <a:lvl2pPr>
              <a:defRPr sz="1400">
                <a:solidFill>
                  <a:srgbClr val="000000"/>
                </a:solidFill>
                <a:latin typeface="Arial" charset="0"/>
                <a:cs typeface="Arial" charset="0"/>
                <a:sym typeface="Arial" charset="0"/>
              </a:defRPr>
            </a:lvl2pPr>
            <a:lvl3pPr>
              <a:defRPr sz="1400">
                <a:solidFill>
                  <a:srgbClr val="000000"/>
                </a:solidFill>
                <a:latin typeface="Arial" charset="0"/>
                <a:cs typeface="Arial" charset="0"/>
                <a:sym typeface="Arial" charset="0"/>
              </a:defRPr>
            </a:lvl3pPr>
            <a:lvl4pPr>
              <a:defRPr sz="1400">
                <a:solidFill>
                  <a:srgbClr val="000000"/>
                </a:solidFill>
                <a:latin typeface="Arial" charset="0"/>
                <a:cs typeface="Arial" charset="0"/>
                <a:sym typeface="Arial" charset="0"/>
              </a:defRPr>
            </a:lvl4pPr>
            <a:lvl5pPr>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9pPr>
          </a:lstStyle>
          <a:p>
            <a:pPr marL="0" indent="0" eaLnBrk="1" hangingPunct="1">
              <a:buSzPts val="1400"/>
            </a:pPr>
            <a:endParaRPr lang="en-US" sz="1200">
              <a:latin typeface="Calibri" pitchFamily="34" charset="0"/>
              <a:cs typeface="Calibri" pitchFamily="34" charset="0"/>
              <a:sym typeface="Calibri" pitchFamily="34" charset="0"/>
            </a:endParaRPr>
          </a:p>
        </p:txBody>
      </p:sp>
      <p:sp>
        <p:nvSpPr>
          <p:cNvPr id="52228" name="Google Shape;276;g104476d1465_1_17:notes"/>
          <p:cNvSpPr>
            <a:spLocks noGrp="1"/>
          </p:cNvSpPr>
          <p:nvPr>
            <p:ph type="sldNum" sz="quarter" idx="12"/>
          </p:nvPr>
        </p:nvSpPr>
        <p:spPr>
          <a:noFill/>
        </p:spPr>
        <p:txBody>
          <a:bodyPr/>
          <a:lstStyle>
            <a:lvl1pPr eaLnBrk="0" hangingPunct="0">
              <a:buClr>
                <a:srgbClr val="000000"/>
              </a:buClr>
              <a:buFont typeface="Arial" charset="0"/>
              <a:defRPr sz="1400">
                <a:solidFill>
                  <a:srgbClr val="000000"/>
                </a:solidFill>
                <a:latin typeface="Arial" charset="0"/>
                <a:cs typeface="Arial" charset="0"/>
                <a:sym typeface="Arial"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pPr eaLnBrk="1" hangingPunct="1"/>
            <a:fld id="{A64D3164-37E1-4D95-BEB0-C694A8D45359}" type="slidenum">
              <a:rPr lang="en-US"/>
              <a:pPr eaLnBrk="1" hangingPunct="1"/>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3250" name="Google Shape;274;g104476d1465_1_17:notes"/>
          <p:cNvSpPr>
            <a:spLocks noGrp="1" noRot="1" noChangeAspect="1" noTextEdit="1"/>
          </p:cNvSpPr>
          <p:nvPr>
            <p:ph type="sldImg" idx="2"/>
          </p:nvPr>
        </p:nvSpPr>
        <p:spPr>
          <a:xfrm>
            <a:off x="685800" y="1143000"/>
            <a:ext cx="5486400" cy="3086100"/>
          </a:xfrm>
          <a:noFill/>
          <a:ln>
            <a:headEnd/>
            <a:tailEnd/>
          </a:ln>
        </p:spPr>
      </p:sp>
      <p:sp>
        <p:nvSpPr>
          <p:cNvPr id="53251" name="Google Shape;275;g104476d1465_1_17:notes"/>
          <p:cNvSpPr txBox="1">
            <a:spLocks noGrp="1"/>
          </p:cNvSpPr>
          <p:nvPr>
            <p:ph type="body" idx="1"/>
          </p:nvPr>
        </p:nvSpPr>
        <p:spPr>
          <a:ln/>
        </p:spPr>
        <p:txBody>
          <a:bodyPr/>
          <a:lstStyle>
            <a:lvl1pPr>
              <a:defRPr sz="1400">
                <a:solidFill>
                  <a:srgbClr val="000000"/>
                </a:solidFill>
                <a:latin typeface="Arial" charset="0"/>
                <a:cs typeface="Arial" charset="0"/>
                <a:sym typeface="Arial" charset="0"/>
              </a:defRPr>
            </a:lvl1pPr>
            <a:lvl2pPr>
              <a:defRPr sz="1400">
                <a:solidFill>
                  <a:srgbClr val="000000"/>
                </a:solidFill>
                <a:latin typeface="Arial" charset="0"/>
                <a:cs typeface="Arial" charset="0"/>
                <a:sym typeface="Arial" charset="0"/>
              </a:defRPr>
            </a:lvl2pPr>
            <a:lvl3pPr>
              <a:defRPr sz="1400">
                <a:solidFill>
                  <a:srgbClr val="000000"/>
                </a:solidFill>
                <a:latin typeface="Arial" charset="0"/>
                <a:cs typeface="Arial" charset="0"/>
                <a:sym typeface="Arial" charset="0"/>
              </a:defRPr>
            </a:lvl3pPr>
            <a:lvl4pPr>
              <a:defRPr sz="1400">
                <a:solidFill>
                  <a:srgbClr val="000000"/>
                </a:solidFill>
                <a:latin typeface="Arial" charset="0"/>
                <a:cs typeface="Arial" charset="0"/>
                <a:sym typeface="Arial" charset="0"/>
              </a:defRPr>
            </a:lvl4pPr>
            <a:lvl5pPr>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9pPr>
          </a:lstStyle>
          <a:p>
            <a:pPr marL="0" indent="0" eaLnBrk="1" hangingPunct="1">
              <a:buSzPts val="1400"/>
            </a:pPr>
            <a:endParaRPr lang="en-US" sz="1200">
              <a:latin typeface="Calibri" pitchFamily="34" charset="0"/>
              <a:cs typeface="Calibri" pitchFamily="34" charset="0"/>
              <a:sym typeface="Calibri" pitchFamily="34" charset="0"/>
            </a:endParaRPr>
          </a:p>
        </p:txBody>
      </p:sp>
      <p:sp>
        <p:nvSpPr>
          <p:cNvPr id="53252" name="Google Shape;276;g104476d1465_1_17:notes"/>
          <p:cNvSpPr>
            <a:spLocks noGrp="1"/>
          </p:cNvSpPr>
          <p:nvPr>
            <p:ph type="sldNum" sz="quarter" idx="12"/>
          </p:nvPr>
        </p:nvSpPr>
        <p:spPr>
          <a:noFill/>
        </p:spPr>
        <p:txBody>
          <a:bodyPr/>
          <a:lstStyle>
            <a:lvl1pPr eaLnBrk="0" hangingPunct="0">
              <a:buClr>
                <a:srgbClr val="000000"/>
              </a:buClr>
              <a:buFont typeface="Arial" charset="0"/>
              <a:defRPr sz="1400">
                <a:solidFill>
                  <a:srgbClr val="000000"/>
                </a:solidFill>
                <a:latin typeface="Arial" charset="0"/>
                <a:cs typeface="Arial" charset="0"/>
                <a:sym typeface="Arial"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pPr eaLnBrk="1" hangingPunct="1"/>
            <a:fld id="{9FD1957B-59E6-4467-97BE-327D10EE4405}" type="slidenum">
              <a:rPr lang="en-US"/>
              <a:pPr eaLnBrk="1" hangingPunct="1"/>
              <a:t>15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4274" name="Google Shape;305;g104476d1465_1_39:notes"/>
          <p:cNvSpPr>
            <a:spLocks noGrp="1" noRot="1" noChangeAspect="1" noTextEdit="1"/>
          </p:cNvSpPr>
          <p:nvPr>
            <p:ph type="sldImg" idx="2"/>
          </p:nvPr>
        </p:nvSpPr>
        <p:spPr>
          <a:xfrm>
            <a:off x="685800" y="1143000"/>
            <a:ext cx="5486400" cy="3086100"/>
          </a:xfrm>
          <a:noFill/>
          <a:ln>
            <a:headEnd/>
            <a:tailEnd/>
          </a:ln>
        </p:spPr>
      </p:sp>
      <p:sp>
        <p:nvSpPr>
          <p:cNvPr id="54275" name="Google Shape;306;g104476d1465_1_39:notes"/>
          <p:cNvSpPr txBox="1">
            <a:spLocks noGrp="1"/>
          </p:cNvSpPr>
          <p:nvPr>
            <p:ph type="body" idx="1"/>
          </p:nvPr>
        </p:nvSpPr>
        <p:spPr>
          <a:ln/>
        </p:spPr>
        <p:txBody>
          <a:bodyPr/>
          <a:lstStyle>
            <a:lvl1pPr>
              <a:defRPr sz="1400">
                <a:solidFill>
                  <a:srgbClr val="000000"/>
                </a:solidFill>
                <a:latin typeface="Arial" charset="0"/>
                <a:cs typeface="Arial" charset="0"/>
                <a:sym typeface="Arial" charset="0"/>
              </a:defRPr>
            </a:lvl1pPr>
            <a:lvl2pPr>
              <a:defRPr sz="1400">
                <a:solidFill>
                  <a:srgbClr val="000000"/>
                </a:solidFill>
                <a:latin typeface="Arial" charset="0"/>
                <a:cs typeface="Arial" charset="0"/>
                <a:sym typeface="Arial" charset="0"/>
              </a:defRPr>
            </a:lvl2pPr>
            <a:lvl3pPr>
              <a:defRPr sz="1400">
                <a:solidFill>
                  <a:srgbClr val="000000"/>
                </a:solidFill>
                <a:latin typeface="Arial" charset="0"/>
                <a:cs typeface="Arial" charset="0"/>
                <a:sym typeface="Arial" charset="0"/>
              </a:defRPr>
            </a:lvl3pPr>
            <a:lvl4pPr>
              <a:defRPr sz="1400">
                <a:solidFill>
                  <a:srgbClr val="000000"/>
                </a:solidFill>
                <a:latin typeface="Arial" charset="0"/>
                <a:cs typeface="Arial" charset="0"/>
                <a:sym typeface="Arial" charset="0"/>
              </a:defRPr>
            </a:lvl4pPr>
            <a:lvl5pPr>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9pPr>
          </a:lstStyle>
          <a:p>
            <a:pPr marL="0" indent="0" eaLnBrk="1" hangingPunct="1">
              <a:buSzPts val="1400"/>
            </a:pPr>
            <a:endParaRPr lang="en-US" sz="1200">
              <a:latin typeface="Calibri" pitchFamily="34" charset="0"/>
              <a:cs typeface="Calibri" pitchFamily="34" charset="0"/>
              <a:sym typeface="Calibri" pitchFamily="34" charset="0"/>
            </a:endParaRPr>
          </a:p>
        </p:txBody>
      </p:sp>
      <p:sp>
        <p:nvSpPr>
          <p:cNvPr id="54276" name="Google Shape;307;g104476d1465_1_39:notes"/>
          <p:cNvSpPr>
            <a:spLocks noGrp="1"/>
          </p:cNvSpPr>
          <p:nvPr>
            <p:ph type="sldNum" sz="quarter" idx="12"/>
          </p:nvPr>
        </p:nvSpPr>
        <p:spPr>
          <a:noFill/>
        </p:spPr>
        <p:txBody>
          <a:bodyPr/>
          <a:lstStyle>
            <a:lvl1pPr eaLnBrk="0" hangingPunct="0">
              <a:buClr>
                <a:srgbClr val="000000"/>
              </a:buClr>
              <a:buFont typeface="Arial" charset="0"/>
              <a:defRPr sz="1400">
                <a:solidFill>
                  <a:srgbClr val="000000"/>
                </a:solidFill>
                <a:latin typeface="Arial" charset="0"/>
                <a:cs typeface="Arial" charset="0"/>
                <a:sym typeface="Arial"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pPr eaLnBrk="1" hangingPunct="1"/>
            <a:fld id="{CEE057DB-3462-4654-9644-3F6AC1232032}" type="slidenum">
              <a:rPr lang="en-US"/>
              <a:pPr eaLnBrk="1" hangingPunct="1"/>
              <a:t>16</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5298" name="Google Shape;274;g104476d1465_1_17:notes"/>
          <p:cNvSpPr>
            <a:spLocks noGrp="1" noRot="1" noChangeAspect="1" noTextEdit="1"/>
          </p:cNvSpPr>
          <p:nvPr>
            <p:ph type="sldImg" idx="2"/>
          </p:nvPr>
        </p:nvSpPr>
        <p:spPr>
          <a:xfrm>
            <a:off x="685800" y="1143000"/>
            <a:ext cx="5486400" cy="3086100"/>
          </a:xfrm>
          <a:noFill/>
          <a:ln>
            <a:headEnd/>
            <a:tailEnd/>
          </a:ln>
        </p:spPr>
      </p:sp>
      <p:sp>
        <p:nvSpPr>
          <p:cNvPr id="55299" name="Google Shape;275;g104476d1465_1_17:notes"/>
          <p:cNvSpPr txBox="1">
            <a:spLocks noGrp="1"/>
          </p:cNvSpPr>
          <p:nvPr>
            <p:ph type="body" idx="1"/>
          </p:nvPr>
        </p:nvSpPr>
        <p:spPr>
          <a:ln/>
        </p:spPr>
        <p:txBody>
          <a:bodyPr/>
          <a:lstStyle>
            <a:lvl1pPr>
              <a:defRPr sz="1400">
                <a:solidFill>
                  <a:srgbClr val="000000"/>
                </a:solidFill>
                <a:latin typeface="Arial" charset="0"/>
                <a:cs typeface="Arial" charset="0"/>
                <a:sym typeface="Arial" charset="0"/>
              </a:defRPr>
            </a:lvl1pPr>
            <a:lvl2pPr>
              <a:defRPr sz="1400">
                <a:solidFill>
                  <a:srgbClr val="000000"/>
                </a:solidFill>
                <a:latin typeface="Arial" charset="0"/>
                <a:cs typeface="Arial" charset="0"/>
                <a:sym typeface="Arial" charset="0"/>
              </a:defRPr>
            </a:lvl2pPr>
            <a:lvl3pPr>
              <a:defRPr sz="1400">
                <a:solidFill>
                  <a:srgbClr val="000000"/>
                </a:solidFill>
                <a:latin typeface="Arial" charset="0"/>
                <a:cs typeface="Arial" charset="0"/>
                <a:sym typeface="Arial" charset="0"/>
              </a:defRPr>
            </a:lvl3pPr>
            <a:lvl4pPr>
              <a:defRPr sz="1400">
                <a:solidFill>
                  <a:srgbClr val="000000"/>
                </a:solidFill>
                <a:latin typeface="Arial" charset="0"/>
                <a:cs typeface="Arial" charset="0"/>
                <a:sym typeface="Arial" charset="0"/>
              </a:defRPr>
            </a:lvl4pPr>
            <a:lvl5pPr>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9pPr>
          </a:lstStyle>
          <a:p>
            <a:pPr marL="0" indent="0" eaLnBrk="1" hangingPunct="1">
              <a:buSzPts val="1400"/>
            </a:pPr>
            <a:endParaRPr lang="en-US" sz="1200">
              <a:latin typeface="Calibri" pitchFamily="34" charset="0"/>
              <a:cs typeface="Calibri" pitchFamily="34" charset="0"/>
              <a:sym typeface="Calibri" pitchFamily="34" charset="0"/>
            </a:endParaRPr>
          </a:p>
        </p:txBody>
      </p:sp>
      <p:sp>
        <p:nvSpPr>
          <p:cNvPr id="55300" name="Google Shape;276;g104476d1465_1_17:notes"/>
          <p:cNvSpPr>
            <a:spLocks noGrp="1"/>
          </p:cNvSpPr>
          <p:nvPr>
            <p:ph type="sldNum" sz="quarter" idx="12"/>
          </p:nvPr>
        </p:nvSpPr>
        <p:spPr>
          <a:noFill/>
        </p:spPr>
        <p:txBody>
          <a:bodyPr/>
          <a:lstStyle>
            <a:lvl1pPr eaLnBrk="0" hangingPunct="0">
              <a:buClr>
                <a:srgbClr val="000000"/>
              </a:buClr>
              <a:buFont typeface="Arial" charset="0"/>
              <a:defRPr sz="1400">
                <a:solidFill>
                  <a:srgbClr val="000000"/>
                </a:solidFill>
                <a:latin typeface="Arial" charset="0"/>
                <a:cs typeface="Arial" charset="0"/>
                <a:sym typeface="Arial"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pPr eaLnBrk="1" hangingPunct="1"/>
            <a:fld id="{1E315933-4889-43B6-9A3E-F2AF6AF4EEB5}" type="slidenum">
              <a:rPr lang="en-US"/>
              <a:pPr eaLnBrk="1" hangingPunct="1"/>
              <a:t>17</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6322" name="Google Shape;274;g104476d1465_1_17:notes"/>
          <p:cNvSpPr>
            <a:spLocks noGrp="1" noRot="1" noChangeAspect="1" noTextEdit="1"/>
          </p:cNvSpPr>
          <p:nvPr>
            <p:ph type="sldImg" idx="2"/>
          </p:nvPr>
        </p:nvSpPr>
        <p:spPr>
          <a:xfrm>
            <a:off x="685800" y="1143000"/>
            <a:ext cx="5486400" cy="3086100"/>
          </a:xfrm>
          <a:noFill/>
          <a:ln>
            <a:headEnd/>
            <a:tailEnd/>
          </a:ln>
        </p:spPr>
      </p:sp>
      <p:sp>
        <p:nvSpPr>
          <p:cNvPr id="56323" name="Google Shape;275;g104476d1465_1_17:notes"/>
          <p:cNvSpPr txBox="1">
            <a:spLocks noGrp="1"/>
          </p:cNvSpPr>
          <p:nvPr>
            <p:ph type="body" idx="1"/>
          </p:nvPr>
        </p:nvSpPr>
        <p:spPr>
          <a:ln/>
        </p:spPr>
        <p:txBody>
          <a:bodyPr/>
          <a:lstStyle>
            <a:lvl1pPr>
              <a:defRPr sz="1400">
                <a:solidFill>
                  <a:srgbClr val="000000"/>
                </a:solidFill>
                <a:latin typeface="Arial" charset="0"/>
                <a:cs typeface="Arial" charset="0"/>
                <a:sym typeface="Arial" charset="0"/>
              </a:defRPr>
            </a:lvl1pPr>
            <a:lvl2pPr>
              <a:defRPr sz="1400">
                <a:solidFill>
                  <a:srgbClr val="000000"/>
                </a:solidFill>
                <a:latin typeface="Arial" charset="0"/>
                <a:cs typeface="Arial" charset="0"/>
                <a:sym typeface="Arial" charset="0"/>
              </a:defRPr>
            </a:lvl2pPr>
            <a:lvl3pPr>
              <a:defRPr sz="1400">
                <a:solidFill>
                  <a:srgbClr val="000000"/>
                </a:solidFill>
                <a:latin typeface="Arial" charset="0"/>
                <a:cs typeface="Arial" charset="0"/>
                <a:sym typeface="Arial" charset="0"/>
              </a:defRPr>
            </a:lvl3pPr>
            <a:lvl4pPr>
              <a:defRPr sz="1400">
                <a:solidFill>
                  <a:srgbClr val="000000"/>
                </a:solidFill>
                <a:latin typeface="Arial" charset="0"/>
                <a:cs typeface="Arial" charset="0"/>
                <a:sym typeface="Arial" charset="0"/>
              </a:defRPr>
            </a:lvl4pPr>
            <a:lvl5pPr>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9pPr>
          </a:lstStyle>
          <a:p>
            <a:pPr marL="0" indent="0" eaLnBrk="1" hangingPunct="1">
              <a:buSzPts val="1400"/>
            </a:pPr>
            <a:endParaRPr lang="en-US" sz="1200">
              <a:latin typeface="Calibri" pitchFamily="34" charset="0"/>
              <a:cs typeface="Calibri" pitchFamily="34" charset="0"/>
              <a:sym typeface="Calibri" pitchFamily="34" charset="0"/>
            </a:endParaRPr>
          </a:p>
        </p:txBody>
      </p:sp>
      <p:sp>
        <p:nvSpPr>
          <p:cNvPr id="56324" name="Google Shape;276;g104476d1465_1_17:notes"/>
          <p:cNvSpPr>
            <a:spLocks noGrp="1"/>
          </p:cNvSpPr>
          <p:nvPr>
            <p:ph type="sldNum" sz="quarter" idx="12"/>
          </p:nvPr>
        </p:nvSpPr>
        <p:spPr>
          <a:noFill/>
        </p:spPr>
        <p:txBody>
          <a:bodyPr/>
          <a:lstStyle>
            <a:lvl1pPr eaLnBrk="0" hangingPunct="0">
              <a:buClr>
                <a:srgbClr val="000000"/>
              </a:buClr>
              <a:buFont typeface="Arial" charset="0"/>
              <a:defRPr sz="1400">
                <a:solidFill>
                  <a:srgbClr val="000000"/>
                </a:solidFill>
                <a:latin typeface="Arial" charset="0"/>
                <a:cs typeface="Arial" charset="0"/>
                <a:sym typeface="Arial"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pPr eaLnBrk="1" hangingPunct="1"/>
            <a:fld id="{33E181EE-271F-47C0-817E-E8E596F08CDB}" type="slidenum">
              <a:rPr lang="en-US"/>
              <a:pPr eaLnBrk="1" hangingPunct="1"/>
              <a:t>18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7346" name="Google Shape;274;g104476d1465_1_17:notes"/>
          <p:cNvSpPr>
            <a:spLocks noGrp="1" noRot="1" noChangeAspect="1" noTextEdit="1"/>
          </p:cNvSpPr>
          <p:nvPr>
            <p:ph type="sldImg" idx="2"/>
          </p:nvPr>
        </p:nvSpPr>
        <p:spPr>
          <a:xfrm>
            <a:off x="685800" y="1143000"/>
            <a:ext cx="5486400" cy="3086100"/>
          </a:xfrm>
          <a:noFill/>
          <a:ln>
            <a:headEnd/>
            <a:tailEnd/>
          </a:ln>
        </p:spPr>
      </p:sp>
      <p:sp>
        <p:nvSpPr>
          <p:cNvPr id="57347" name="Google Shape;275;g104476d1465_1_17:notes"/>
          <p:cNvSpPr txBox="1">
            <a:spLocks noGrp="1"/>
          </p:cNvSpPr>
          <p:nvPr>
            <p:ph type="body" idx="1"/>
          </p:nvPr>
        </p:nvSpPr>
        <p:spPr>
          <a:ln/>
        </p:spPr>
        <p:txBody>
          <a:bodyPr/>
          <a:lstStyle>
            <a:lvl1pPr>
              <a:defRPr sz="1400">
                <a:solidFill>
                  <a:srgbClr val="000000"/>
                </a:solidFill>
                <a:latin typeface="Arial" charset="0"/>
                <a:cs typeface="Arial" charset="0"/>
                <a:sym typeface="Arial" charset="0"/>
              </a:defRPr>
            </a:lvl1pPr>
            <a:lvl2pPr>
              <a:defRPr sz="1400">
                <a:solidFill>
                  <a:srgbClr val="000000"/>
                </a:solidFill>
                <a:latin typeface="Arial" charset="0"/>
                <a:cs typeface="Arial" charset="0"/>
                <a:sym typeface="Arial" charset="0"/>
              </a:defRPr>
            </a:lvl2pPr>
            <a:lvl3pPr>
              <a:defRPr sz="1400">
                <a:solidFill>
                  <a:srgbClr val="000000"/>
                </a:solidFill>
                <a:latin typeface="Arial" charset="0"/>
                <a:cs typeface="Arial" charset="0"/>
                <a:sym typeface="Arial" charset="0"/>
              </a:defRPr>
            </a:lvl3pPr>
            <a:lvl4pPr>
              <a:defRPr sz="1400">
                <a:solidFill>
                  <a:srgbClr val="000000"/>
                </a:solidFill>
                <a:latin typeface="Arial" charset="0"/>
                <a:cs typeface="Arial" charset="0"/>
                <a:sym typeface="Arial" charset="0"/>
              </a:defRPr>
            </a:lvl4pPr>
            <a:lvl5pPr>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9pPr>
          </a:lstStyle>
          <a:p>
            <a:pPr marL="0" indent="0" eaLnBrk="1" hangingPunct="1">
              <a:buSzPts val="1400"/>
            </a:pPr>
            <a:endParaRPr lang="en-US" sz="1200">
              <a:latin typeface="Calibri" pitchFamily="34" charset="0"/>
              <a:cs typeface="Calibri" pitchFamily="34" charset="0"/>
              <a:sym typeface="Calibri" pitchFamily="34" charset="0"/>
            </a:endParaRPr>
          </a:p>
        </p:txBody>
      </p:sp>
      <p:sp>
        <p:nvSpPr>
          <p:cNvPr id="57348" name="Google Shape;276;g104476d1465_1_17:notes"/>
          <p:cNvSpPr>
            <a:spLocks noGrp="1"/>
          </p:cNvSpPr>
          <p:nvPr>
            <p:ph type="sldNum" sz="quarter" idx="12"/>
          </p:nvPr>
        </p:nvSpPr>
        <p:spPr>
          <a:noFill/>
        </p:spPr>
        <p:txBody>
          <a:bodyPr/>
          <a:lstStyle>
            <a:lvl1pPr eaLnBrk="0" hangingPunct="0">
              <a:buClr>
                <a:srgbClr val="000000"/>
              </a:buClr>
              <a:buFont typeface="Arial" charset="0"/>
              <a:defRPr sz="1400">
                <a:solidFill>
                  <a:srgbClr val="000000"/>
                </a:solidFill>
                <a:latin typeface="Arial" charset="0"/>
                <a:cs typeface="Arial" charset="0"/>
                <a:sym typeface="Arial"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pPr eaLnBrk="1" hangingPunct="1"/>
            <a:fld id="{7E7A8552-57C1-4530-80F8-43A19789DABB}" type="slidenum">
              <a:rPr lang="en-US"/>
              <a:pPr eaLnBrk="1" hangingPunct="1"/>
              <a:t>19</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8370" name="Google Shape;274;g104476d1465_1_17:notes"/>
          <p:cNvSpPr>
            <a:spLocks noGrp="1" noRot="1" noChangeAspect="1" noTextEdit="1"/>
          </p:cNvSpPr>
          <p:nvPr>
            <p:ph type="sldImg" idx="2"/>
          </p:nvPr>
        </p:nvSpPr>
        <p:spPr>
          <a:xfrm>
            <a:off x="685800" y="1143000"/>
            <a:ext cx="5486400" cy="3086100"/>
          </a:xfrm>
          <a:noFill/>
          <a:ln>
            <a:headEnd/>
            <a:tailEnd/>
          </a:ln>
        </p:spPr>
      </p:sp>
      <p:sp>
        <p:nvSpPr>
          <p:cNvPr id="58371" name="Google Shape;275;g104476d1465_1_17:notes"/>
          <p:cNvSpPr txBox="1">
            <a:spLocks noGrp="1"/>
          </p:cNvSpPr>
          <p:nvPr>
            <p:ph type="body" idx="1"/>
          </p:nvPr>
        </p:nvSpPr>
        <p:spPr>
          <a:ln/>
        </p:spPr>
        <p:txBody>
          <a:bodyPr/>
          <a:lstStyle>
            <a:lvl1pPr>
              <a:defRPr sz="1400">
                <a:solidFill>
                  <a:srgbClr val="000000"/>
                </a:solidFill>
                <a:latin typeface="Arial" charset="0"/>
                <a:cs typeface="Arial" charset="0"/>
                <a:sym typeface="Arial" charset="0"/>
              </a:defRPr>
            </a:lvl1pPr>
            <a:lvl2pPr>
              <a:defRPr sz="1400">
                <a:solidFill>
                  <a:srgbClr val="000000"/>
                </a:solidFill>
                <a:latin typeface="Arial" charset="0"/>
                <a:cs typeface="Arial" charset="0"/>
                <a:sym typeface="Arial" charset="0"/>
              </a:defRPr>
            </a:lvl2pPr>
            <a:lvl3pPr>
              <a:defRPr sz="1400">
                <a:solidFill>
                  <a:srgbClr val="000000"/>
                </a:solidFill>
                <a:latin typeface="Arial" charset="0"/>
                <a:cs typeface="Arial" charset="0"/>
                <a:sym typeface="Arial" charset="0"/>
              </a:defRPr>
            </a:lvl3pPr>
            <a:lvl4pPr>
              <a:defRPr sz="1400">
                <a:solidFill>
                  <a:srgbClr val="000000"/>
                </a:solidFill>
                <a:latin typeface="Arial" charset="0"/>
                <a:cs typeface="Arial" charset="0"/>
                <a:sym typeface="Arial" charset="0"/>
              </a:defRPr>
            </a:lvl4pPr>
            <a:lvl5pPr>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9pPr>
          </a:lstStyle>
          <a:p>
            <a:pPr marL="0" indent="0" eaLnBrk="1" hangingPunct="1">
              <a:buSzPts val="1400"/>
            </a:pPr>
            <a:endParaRPr lang="en-US" sz="1200">
              <a:latin typeface="Calibri" pitchFamily="34" charset="0"/>
              <a:cs typeface="Calibri" pitchFamily="34" charset="0"/>
              <a:sym typeface="Calibri" pitchFamily="34" charset="0"/>
            </a:endParaRPr>
          </a:p>
        </p:txBody>
      </p:sp>
      <p:sp>
        <p:nvSpPr>
          <p:cNvPr id="58372" name="Google Shape;276;g104476d1465_1_17:notes"/>
          <p:cNvSpPr>
            <a:spLocks noGrp="1"/>
          </p:cNvSpPr>
          <p:nvPr>
            <p:ph type="sldNum" sz="quarter" idx="12"/>
          </p:nvPr>
        </p:nvSpPr>
        <p:spPr>
          <a:noFill/>
        </p:spPr>
        <p:txBody>
          <a:bodyPr/>
          <a:lstStyle>
            <a:lvl1pPr eaLnBrk="0" hangingPunct="0">
              <a:buClr>
                <a:srgbClr val="000000"/>
              </a:buClr>
              <a:buFont typeface="Arial" charset="0"/>
              <a:defRPr sz="1400">
                <a:solidFill>
                  <a:srgbClr val="000000"/>
                </a:solidFill>
                <a:latin typeface="Arial" charset="0"/>
                <a:cs typeface="Arial" charset="0"/>
                <a:sym typeface="Arial"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pPr eaLnBrk="1" hangingPunct="1"/>
            <a:fld id="{B5F35BAF-446F-46E6-8B0A-4838ADFAA3E0}" type="slidenum">
              <a:rPr lang="en-US"/>
              <a:pPr eaLnBrk="1" hangingPunct="1"/>
              <a:t>20</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9394" name="Google Shape;274;g104476d1465_1_17:notes"/>
          <p:cNvSpPr>
            <a:spLocks noGrp="1" noRot="1" noChangeAspect="1" noTextEdit="1"/>
          </p:cNvSpPr>
          <p:nvPr>
            <p:ph type="sldImg" idx="2"/>
          </p:nvPr>
        </p:nvSpPr>
        <p:spPr>
          <a:xfrm>
            <a:off x="685800" y="1143000"/>
            <a:ext cx="5486400" cy="3086100"/>
          </a:xfrm>
          <a:noFill/>
          <a:ln>
            <a:headEnd/>
            <a:tailEnd/>
          </a:ln>
        </p:spPr>
      </p:sp>
      <p:sp>
        <p:nvSpPr>
          <p:cNvPr id="59395" name="Google Shape;275;g104476d1465_1_17:notes"/>
          <p:cNvSpPr txBox="1">
            <a:spLocks noGrp="1"/>
          </p:cNvSpPr>
          <p:nvPr>
            <p:ph type="body" idx="1"/>
          </p:nvPr>
        </p:nvSpPr>
        <p:spPr>
          <a:ln/>
        </p:spPr>
        <p:txBody>
          <a:bodyPr/>
          <a:lstStyle>
            <a:lvl1pPr>
              <a:defRPr sz="1400">
                <a:solidFill>
                  <a:srgbClr val="000000"/>
                </a:solidFill>
                <a:latin typeface="Arial" charset="0"/>
                <a:cs typeface="Arial" charset="0"/>
                <a:sym typeface="Arial" charset="0"/>
              </a:defRPr>
            </a:lvl1pPr>
            <a:lvl2pPr>
              <a:defRPr sz="1400">
                <a:solidFill>
                  <a:srgbClr val="000000"/>
                </a:solidFill>
                <a:latin typeface="Arial" charset="0"/>
                <a:cs typeface="Arial" charset="0"/>
                <a:sym typeface="Arial" charset="0"/>
              </a:defRPr>
            </a:lvl2pPr>
            <a:lvl3pPr>
              <a:defRPr sz="1400">
                <a:solidFill>
                  <a:srgbClr val="000000"/>
                </a:solidFill>
                <a:latin typeface="Arial" charset="0"/>
                <a:cs typeface="Arial" charset="0"/>
                <a:sym typeface="Arial" charset="0"/>
              </a:defRPr>
            </a:lvl3pPr>
            <a:lvl4pPr>
              <a:defRPr sz="1400">
                <a:solidFill>
                  <a:srgbClr val="000000"/>
                </a:solidFill>
                <a:latin typeface="Arial" charset="0"/>
                <a:cs typeface="Arial" charset="0"/>
                <a:sym typeface="Arial" charset="0"/>
              </a:defRPr>
            </a:lvl4pPr>
            <a:lvl5pPr>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9pPr>
          </a:lstStyle>
          <a:p>
            <a:pPr marL="0" indent="0" eaLnBrk="1" hangingPunct="1">
              <a:buSzPts val="1400"/>
            </a:pPr>
            <a:endParaRPr lang="en-US" sz="1200">
              <a:latin typeface="Calibri" pitchFamily="34" charset="0"/>
              <a:cs typeface="Calibri" pitchFamily="34" charset="0"/>
              <a:sym typeface="Calibri" pitchFamily="34" charset="0"/>
            </a:endParaRPr>
          </a:p>
        </p:txBody>
      </p:sp>
      <p:sp>
        <p:nvSpPr>
          <p:cNvPr id="59396" name="Google Shape;276;g104476d1465_1_17:notes"/>
          <p:cNvSpPr>
            <a:spLocks noGrp="1"/>
          </p:cNvSpPr>
          <p:nvPr>
            <p:ph type="sldNum" sz="quarter" idx="12"/>
          </p:nvPr>
        </p:nvSpPr>
        <p:spPr>
          <a:noFill/>
        </p:spPr>
        <p:txBody>
          <a:bodyPr/>
          <a:lstStyle>
            <a:lvl1pPr eaLnBrk="0" hangingPunct="0">
              <a:buClr>
                <a:srgbClr val="000000"/>
              </a:buClr>
              <a:buFont typeface="Arial" charset="0"/>
              <a:defRPr sz="1400">
                <a:solidFill>
                  <a:srgbClr val="000000"/>
                </a:solidFill>
                <a:latin typeface="Arial" charset="0"/>
                <a:cs typeface="Arial" charset="0"/>
                <a:sym typeface="Arial"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pPr eaLnBrk="1" hangingPunct="1"/>
            <a:fld id="{70604B7A-DE21-47BF-AEDC-76942424D2B1}" type="slidenum">
              <a:rPr lang="en-US"/>
              <a:pPr eaLnBrk="1" hangingPunct="1"/>
              <a:t>21</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0418" name="Google Shape;274;g104476d1465_1_17:notes"/>
          <p:cNvSpPr>
            <a:spLocks noGrp="1" noRot="1" noChangeAspect="1" noTextEdit="1"/>
          </p:cNvSpPr>
          <p:nvPr>
            <p:ph type="sldImg" idx="2"/>
          </p:nvPr>
        </p:nvSpPr>
        <p:spPr>
          <a:xfrm>
            <a:off x="685800" y="1143000"/>
            <a:ext cx="5486400" cy="3086100"/>
          </a:xfrm>
          <a:noFill/>
          <a:ln>
            <a:headEnd/>
            <a:tailEnd/>
          </a:ln>
        </p:spPr>
      </p:sp>
      <p:sp>
        <p:nvSpPr>
          <p:cNvPr id="60419" name="Google Shape;275;g104476d1465_1_17:notes"/>
          <p:cNvSpPr txBox="1">
            <a:spLocks noGrp="1"/>
          </p:cNvSpPr>
          <p:nvPr>
            <p:ph type="body" idx="1"/>
          </p:nvPr>
        </p:nvSpPr>
        <p:spPr>
          <a:ln/>
        </p:spPr>
        <p:txBody>
          <a:bodyPr/>
          <a:lstStyle>
            <a:lvl1pPr>
              <a:defRPr sz="1400">
                <a:solidFill>
                  <a:srgbClr val="000000"/>
                </a:solidFill>
                <a:latin typeface="Arial" charset="0"/>
                <a:cs typeface="Arial" charset="0"/>
                <a:sym typeface="Arial" charset="0"/>
              </a:defRPr>
            </a:lvl1pPr>
            <a:lvl2pPr>
              <a:defRPr sz="1400">
                <a:solidFill>
                  <a:srgbClr val="000000"/>
                </a:solidFill>
                <a:latin typeface="Arial" charset="0"/>
                <a:cs typeface="Arial" charset="0"/>
                <a:sym typeface="Arial" charset="0"/>
              </a:defRPr>
            </a:lvl2pPr>
            <a:lvl3pPr>
              <a:defRPr sz="1400">
                <a:solidFill>
                  <a:srgbClr val="000000"/>
                </a:solidFill>
                <a:latin typeface="Arial" charset="0"/>
                <a:cs typeface="Arial" charset="0"/>
                <a:sym typeface="Arial" charset="0"/>
              </a:defRPr>
            </a:lvl3pPr>
            <a:lvl4pPr>
              <a:defRPr sz="1400">
                <a:solidFill>
                  <a:srgbClr val="000000"/>
                </a:solidFill>
                <a:latin typeface="Arial" charset="0"/>
                <a:cs typeface="Arial" charset="0"/>
                <a:sym typeface="Arial" charset="0"/>
              </a:defRPr>
            </a:lvl4pPr>
            <a:lvl5pPr>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9pPr>
          </a:lstStyle>
          <a:p>
            <a:pPr marL="0" indent="0" eaLnBrk="1" hangingPunct="1">
              <a:buSzPts val="1400"/>
            </a:pPr>
            <a:endParaRPr lang="en-US" sz="1200">
              <a:latin typeface="Calibri" pitchFamily="34" charset="0"/>
              <a:cs typeface="Calibri" pitchFamily="34" charset="0"/>
              <a:sym typeface="Calibri" pitchFamily="34" charset="0"/>
            </a:endParaRPr>
          </a:p>
        </p:txBody>
      </p:sp>
      <p:sp>
        <p:nvSpPr>
          <p:cNvPr id="60420" name="Google Shape;276;g104476d1465_1_17:notes"/>
          <p:cNvSpPr>
            <a:spLocks noGrp="1"/>
          </p:cNvSpPr>
          <p:nvPr>
            <p:ph type="sldNum" sz="quarter" idx="12"/>
          </p:nvPr>
        </p:nvSpPr>
        <p:spPr>
          <a:noFill/>
        </p:spPr>
        <p:txBody>
          <a:bodyPr/>
          <a:lstStyle>
            <a:lvl1pPr eaLnBrk="0" hangingPunct="0">
              <a:buClr>
                <a:srgbClr val="000000"/>
              </a:buClr>
              <a:buFont typeface="Arial" charset="0"/>
              <a:defRPr sz="1400">
                <a:solidFill>
                  <a:srgbClr val="000000"/>
                </a:solidFill>
                <a:latin typeface="Arial" charset="0"/>
                <a:cs typeface="Arial" charset="0"/>
                <a:sym typeface="Arial"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pPr eaLnBrk="1" hangingPunct="1"/>
            <a:fld id="{2E0788F2-991F-4863-872B-CA4F4467E58B}" type="slidenum">
              <a:rPr lang="en-US"/>
              <a:pPr eaLnBrk="1" hangingPunct="1"/>
              <a:t>22</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42" name="Google Shape;305;g104476d1465_1_39:notes"/>
          <p:cNvSpPr>
            <a:spLocks noGrp="1" noRot="1" noChangeAspect="1" noTextEdit="1"/>
          </p:cNvSpPr>
          <p:nvPr>
            <p:ph type="sldImg" idx="2"/>
          </p:nvPr>
        </p:nvSpPr>
        <p:spPr>
          <a:xfrm>
            <a:off x="685800" y="1143000"/>
            <a:ext cx="5486400" cy="3086100"/>
          </a:xfrm>
          <a:noFill/>
          <a:ln>
            <a:headEnd/>
            <a:tailEnd/>
          </a:ln>
        </p:spPr>
      </p:sp>
      <p:sp>
        <p:nvSpPr>
          <p:cNvPr id="61443" name="Google Shape;306;g104476d1465_1_39:notes"/>
          <p:cNvSpPr txBox="1">
            <a:spLocks noGrp="1"/>
          </p:cNvSpPr>
          <p:nvPr>
            <p:ph type="body" idx="1"/>
          </p:nvPr>
        </p:nvSpPr>
        <p:spPr>
          <a:ln/>
        </p:spPr>
        <p:txBody>
          <a:bodyPr/>
          <a:lstStyle>
            <a:lvl1pPr>
              <a:defRPr sz="1400">
                <a:solidFill>
                  <a:srgbClr val="000000"/>
                </a:solidFill>
                <a:latin typeface="Arial" charset="0"/>
                <a:cs typeface="Arial" charset="0"/>
                <a:sym typeface="Arial" charset="0"/>
              </a:defRPr>
            </a:lvl1pPr>
            <a:lvl2pPr>
              <a:defRPr sz="1400">
                <a:solidFill>
                  <a:srgbClr val="000000"/>
                </a:solidFill>
                <a:latin typeface="Arial" charset="0"/>
                <a:cs typeface="Arial" charset="0"/>
                <a:sym typeface="Arial" charset="0"/>
              </a:defRPr>
            </a:lvl2pPr>
            <a:lvl3pPr>
              <a:defRPr sz="1400">
                <a:solidFill>
                  <a:srgbClr val="000000"/>
                </a:solidFill>
                <a:latin typeface="Arial" charset="0"/>
                <a:cs typeface="Arial" charset="0"/>
                <a:sym typeface="Arial" charset="0"/>
              </a:defRPr>
            </a:lvl3pPr>
            <a:lvl4pPr>
              <a:defRPr sz="1400">
                <a:solidFill>
                  <a:srgbClr val="000000"/>
                </a:solidFill>
                <a:latin typeface="Arial" charset="0"/>
                <a:cs typeface="Arial" charset="0"/>
                <a:sym typeface="Arial" charset="0"/>
              </a:defRPr>
            </a:lvl4pPr>
            <a:lvl5pPr>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9pPr>
          </a:lstStyle>
          <a:p>
            <a:pPr marL="0" indent="0" eaLnBrk="1" hangingPunct="1">
              <a:buSzPts val="1400"/>
            </a:pPr>
            <a:endParaRPr lang="en-US" sz="1200">
              <a:latin typeface="Calibri" pitchFamily="34" charset="0"/>
              <a:cs typeface="Calibri" pitchFamily="34" charset="0"/>
              <a:sym typeface="Calibri" pitchFamily="34" charset="0"/>
            </a:endParaRPr>
          </a:p>
        </p:txBody>
      </p:sp>
      <p:sp>
        <p:nvSpPr>
          <p:cNvPr id="61444" name="Google Shape;307;g104476d1465_1_39:notes"/>
          <p:cNvSpPr>
            <a:spLocks noGrp="1"/>
          </p:cNvSpPr>
          <p:nvPr>
            <p:ph type="sldNum" sz="quarter" idx="12"/>
          </p:nvPr>
        </p:nvSpPr>
        <p:spPr>
          <a:noFill/>
        </p:spPr>
        <p:txBody>
          <a:bodyPr/>
          <a:lstStyle>
            <a:lvl1pPr eaLnBrk="0" hangingPunct="0">
              <a:buClr>
                <a:srgbClr val="000000"/>
              </a:buClr>
              <a:buFont typeface="Arial" charset="0"/>
              <a:defRPr sz="1400">
                <a:solidFill>
                  <a:srgbClr val="000000"/>
                </a:solidFill>
                <a:latin typeface="Arial" charset="0"/>
                <a:cs typeface="Arial" charset="0"/>
                <a:sym typeface="Arial"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pPr eaLnBrk="1" hangingPunct="1"/>
            <a:fld id="{FF171CA0-A8E4-4F75-B623-5B48AD116C07}" type="slidenum">
              <a:rPr lang="en-US"/>
              <a:pPr eaLnBrk="1" hangingPunct="1"/>
              <a:t>23</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2466" name="Google Shape;274;g104476d1465_1_17:notes"/>
          <p:cNvSpPr>
            <a:spLocks noGrp="1" noRot="1" noChangeAspect="1" noTextEdit="1"/>
          </p:cNvSpPr>
          <p:nvPr>
            <p:ph type="sldImg" idx="2"/>
          </p:nvPr>
        </p:nvSpPr>
        <p:spPr>
          <a:xfrm>
            <a:off x="685800" y="1143000"/>
            <a:ext cx="5486400" cy="3086100"/>
          </a:xfrm>
          <a:noFill/>
          <a:ln>
            <a:headEnd/>
            <a:tailEnd/>
          </a:ln>
        </p:spPr>
      </p:sp>
      <p:sp>
        <p:nvSpPr>
          <p:cNvPr id="62467" name="Google Shape;275;g104476d1465_1_17:notes"/>
          <p:cNvSpPr txBox="1">
            <a:spLocks noGrp="1"/>
          </p:cNvSpPr>
          <p:nvPr>
            <p:ph type="body" idx="1"/>
          </p:nvPr>
        </p:nvSpPr>
        <p:spPr>
          <a:ln/>
        </p:spPr>
        <p:txBody>
          <a:bodyPr/>
          <a:lstStyle>
            <a:lvl1pPr>
              <a:defRPr sz="1400">
                <a:solidFill>
                  <a:srgbClr val="000000"/>
                </a:solidFill>
                <a:latin typeface="Arial" charset="0"/>
                <a:cs typeface="Arial" charset="0"/>
                <a:sym typeface="Arial" charset="0"/>
              </a:defRPr>
            </a:lvl1pPr>
            <a:lvl2pPr>
              <a:defRPr sz="1400">
                <a:solidFill>
                  <a:srgbClr val="000000"/>
                </a:solidFill>
                <a:latin typeface="Arial" charset="0"/>
                <a:cs typeface="Arial" charset="0"/>
                <a:sym typeface="Arial" charset="0"/>
              </a:defRPr>
            </a:lvl2pPr>
            <a:lvl3pPr>
              <a:defRPr sz="1400">
                <a:solidFill>
                  <a:srgbClr val="000000"/>
                </a:solidFill>
                <a:latin typeface="Arial" charset="0"/>
                <a:cs typeface="Arial" charset="0"/>
                <a:sym typeface="Arial" charset="0"/>
              </a:defRPr>
            </a:lvl3pPr>
            <a:lvl4pPr>
              <a:defRPr sz="1400">
                <a:solidFill>
                  <a:srgbClr val="000000"/>
                </a:solidFill>
                <a:latin typeface="Arial" charset="0"/>
                <a:cs typeface="Arial" charset="0"/>
                <a:sym typeface="Arial" charset="0"/>
              </a:defRPr>
            </a:lvl4pPr>
            <a:lvl5pPr>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9pPr>
          </a:lstStyle>
          <a:p>
            <a:pPr marL="0" indent="0" eaLnBrk="1" hangingPunct="1">
              <a:buSzPts val="1400"/>
            </a:pPr>
            <a:endParaRPr lang="en-US" sz="1200">
              <a:latin typeface="Calibri" pitchFamily="34" charset="0"/>
              <a:cs typeface="Calibri" pitchFamily="34" charset="0"/>
              <a:sym typeface="Calibri" pitchFamily="34" charset="0"/>
            </a:endParaRPr>
          </a:p>
        </p:txBody>
      </p:sp>
      <p:sp>
        <p:nvSpPr>
          <p:cNvPr id="62468" name="Google Shape;276;g104476d1465_1_17:notes"/>
          <p:cNvSpPr>
            <a:spLocks noGrp="1"/>
          </p:cNvSpPr>
          <p:nvPr>
            <p:ph type="sldNum" sz="quarter" idx="12"/>
          </p:nvPr>
        </p:nvSpPr>
        <p:spPr>
          <a:noFill/>
        </p:spPr>
        <p:txBody>
          <a:bodyPr/>
          <a:lstStyle>
            <a:lvl1pPr eaLnBrk="0" hangingPunct="0">
              <a:buClr>
                <a:srgbClr val="000000"/>
              </a:buClr>
              <a:buFont typeface="Arial" charset="0"/>
              <a:defRPr sz="1400">
                <a:solidFill>
                  <a:srgbClr val="000000"/>
                </a:solidFill>
                <a:latin typeface="Arial" charset="0"/>
                <a:cs typeface="Arial" charset="0"/>
                <a:sym typeface="Arial"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pPr eaLnBrk="1" hangingPunct="1"/>
            <a:fld id="{57EDA7E2-1332-4DA2-BA5B-8ABCCFEF0AA6}" type="slidenum">
              <a:rPr lang="en-US"/>
              <a:pPr eaLnBrk="1" hangingPunct="1"/>
              <a:t>24</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3490" name="Google Shape;274;g104476d1465_1_17:notes"/>
          <p:cNvSpPr>
            <a:spLocks noGrp="1" noRot="1" noChangeAspect="1" noTextEdit="1"/>
          </p:cNvSpPr>
          <p:nvPr>
            <p:ph type="sldImg" idx="2"/>
          </p:nvPr>
        </p:nvSpPr>
        <p:spPr>
          <a:xfrm>
            <a:off x="685800" y="1143000"/>
            <a:ext cx="5486400" cy="3086100"/>
          </a:xfrm>
          <a:noFill/>
          <a:ln>
            <a:headEnd/>
            <a:tailEnd/>
          </a:ln>
        </p:spPr>
      </p:sp>
      <p:sp>
        <p:nvSpPr>
          <p:cNvPr id="63491" name="Google Shape;275;g104476d1465_1_17:notes"/>
          <p:cNvSpPr txBox="1">
            <a:spLocks noGrp="1"/>
          </p:cNvSpPr>
          <p:nvPr>
            <p:ph type="body" idx="1"/>
          </p:nvPr>
        </p:nvSpPr>
        <p:spPr>
          <a:ln/>
        </p:spPr>
        <p:txBody>
          <a:bodyPr/>
          <a:lstStyle>
            <a:lvl1pPr>
              <a:defRPr sz="1400">
                <a:solidFill>
                  <a:srgbClr val="000000"/>
                </a:solidFill>
                <a:latin typeface="Arial" charset="0"/>
                <a:cs typeface="Arial" charset="0"/>
                <a:sym typeface="Arial" charset="0"/>
              </a:defRPr>
            </a:lvl1pPr>
            <a:lvl2pPr>
              <a:defRPr sz="1400">
                <a:solidFill>
                  <a:srgbClr val="000000"/>
                </a:solidFill>
                <a:latin typeface="Arial" charset="0"/>
                <a:cs typeface="Arial" charset="0"/>
                <a:sym typeface="Arial" charset="0"/>
              </a:defRPr>
            </a:lvl2pPr>
            <a:lvl3pPr>
              <a:defRPr sz="1400">
                <a:solidFill>
                  <a:srgbClr val="000000"/>
                </a:solidFill>
                <a:latin typeface="Arial" charset="0"/>
                <a:cs typeface="Arial" charset="0"/>
                <a:sym typeface="Arial" charset="0"/>
              </a:defRPr>
            </a:lvl3pPr>
            <a:lvl4pPr>
              <a:defRPr sz="1400">
                <a:solidFill>
                  <a:srgbClr val="000000"/>
                </a:solidFill>
                <a:latin typeface="Arial" charset="0"/>
                <a:cs typeface="Arial" charset="0"/>
                <a:sym typeface="Arial" charset="0"/>
              </a:defRPr>
            </a:lvl4pPr>
            <a:lvl5pPr>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9pPr>
          </a:lstStyle>
          <a:p>
            <a:pPr marL="0" indent="0" eaLnBrk="1" hangingPunct="1">
              <a:buSzPts val="1400"/>
            </a:pPr>
            <a:endParaRPr lang="en-US" sz="1200">
              <a:latin typeface="Calibri" pitchFamily="34" charset="0"/>
              <a:cs typeface="Calibri" pitchFamily="34" charset="0"/>
              <a:sym typeface="Calibri" pitchFamily="34" charset="0"/>
            </a:endParaRPr>
          </a:p>
        </p:txBody>
      </p:sp>
      <p:sp>
        <p:nvSpPr>
          <p:cNvPr id="63492" name="Google Shape;276;g104476d1465_1_17:notes"/>
          <p:cNvSpPr>
            <a:spLocks noGrp="1"/>
          </p:cNvSpPr>
          <p:nvPr>
            <p:ph type="sldNum" sz="quarter" idx="12"/>
          </p:nvPr>
        </p:nvSpPr>
        <p:spPr>
          <a:noFill/>
        </p:spPr>
        <p:txBody>
          <a:bodyPr/>
          <a:lstStyle>
            <a:lvl1pPr eaLnBrk="0" hangingPunct="0">
              <a:buClr>
                <a:srgbClr val="000000"/>
              </a:buClr>
              <a:buFont typeface="Arial" charset="0"/>
              <a:defRPr sz="1400">
                <a:solidFill>
                  <a:srgbClr val="000000"/>
                </a:solidFill>
                <a:latin typeface="Arial" charset="0"/>
                <a:cs typeface="Arial" charset="0"/>
                <a:sym typeface="Arial"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pPr eaLnBrk="1" hangingPunct="1"/>
            <a:fld id="{5AC2844C-5192-4724-9578-51A4D67E02C0}" type="slidenum">
              <a:rPr lang="en-US"/>
              <a:pPr eaLnBrk="1" hangingPunct="1"/>
              <a:t>25</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4514" name="Google Shape;274;g104476d1465_1_17:notes"/>
          <p:cNvSpPr>
            <a:spLocks noGrp="1" noRot="1" noChangeAspect="1" noTextEdit="1"/>
          </p:cNvSpPr>
          <p:nvPr>
            <p:ph type="sldImg" idx="2"/>
          </p:nvPr>
        </p:nvSpPr>
        <p:spPr>
          <a:xfrm>
            <a:off x="685800" y="1143000"/>
            <a:ext cx="5486400" cy="3086100"/>
          </a:xfrm>
          <a:noFill/>
          <a:ln>
            <a:headEnd/>
            <a:tailEnd/>
          </a:ln>
        </p:spPr>
      </p:sp>
      <p:sp>
        <p:nvSpPr>
          <p:cNvPr id="64515" name="Google Shape;275;g104476d1465_1_17:notes"/>
          <p:cNvSpPr txBox="1">
            <a:spLocks noGrp="1"/>
          </p:cNvSpPr>
          <p:nvPr>
            <p:ph type="body" idx="1"/>
          </p:nvPr>
        </p:nvSpPr>
        <p:spPr>
          <a:ln/>
        </p:spPr>
        <p:txBody>
          <a:bodyPr/>
          <a:lstStyle>
            <a:lvl1pPr>
              <a:defRPr sz="1400">
                <a:solidFill>
                  <a:srgbClr val="000000"/>
                </a:solidFill>
                <a:latin typeface="Arial" charset="0"/>
                <a:cs typeface="Arial" charset="0"/>
                <a:sym typeface="Arial" charset="0"/>
              </a:defRPr>
            </a:lvl1pPr>
            <a:lvl2pPr>
              <a:defRPr sz="1400">
                <a:solidFill>
                  <a:srgbClr val="000000"/>
                </a:solidFill>
                <a:latin typeface="Arial" charset="0"/>
                <a:cs typeface="Arial" charset="0"/>
                <a:sym typeface="Arial" charset="0"/>
              </a:defRPr>
            </a:lvl2pPr>
            <a:lvl3pPr>
              <a:defRPr sz="1400">
                <a:solidFill>
                  <a:srgbClr val="000000"/>
                </a:solidFill>
                <a:latin typeface="Arial" charset="0"/>
                <a:cs typeface="Arial" charset="0"/>
                <a:sym typeface="Arial" charset="0"/>
              </a:defRPr>
            </a:lvl3pPr>
            <a:lvl4pPr>
              <a:defRPr sz="1400">
                <a:solidFill>
                  <a:srgbClr val="000000"/>
                </a:solidFill>
                <a:latin typeface="Arial" charset="0"/>
                <a:cs typeface="Arial" charset="0"/>
                <a:sym typeface="Arial" charset="0"/>
              </a:defRPr>
            </a:lvl4pPr>
            <a:lvl5pPr>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9pPr>
          </a:lstStyle>
          <a:p>
            <a:pPr marL="0" indent="0" eaLnBrk="1" hangingPunct="1">
              <a:buSzPts val="1400"/>
            </a:pPr>
            <a:endParaRPr lang="en-US" sz="1200">
              <a:latin typeface="Calibri" pitchFamily="34" charset="0"/>
              <a:cs typeface="Calibri" pitchFamily="34" charset="0"/>
              <a:sym typeface="Calibri" pitchFamily="34" charset="0"/>
            </a:endParaRPr>
          </a:p>
        </p:txBody>
      </p:sp>
      <p:sp>
        <p:nvSpPr>
          <p:cNvPr id="64516" name="Google Shape;276;g104476d1465_1_17:notes"/>
          <p:cNvSpPr>
            <a:spLocks noGrp="1"/>
          </p:cNvSpPr>
          <p:nvPr>
            <p:ph type="sldNum" sz="quarter" idx="12"/>
          </p:nvPr>
        </p:nvSpPr>
        <p:spPr>
          <a:noFill/>
        </p:spPr>
        <p:txBody>
          <a:bodyPr/>
          <a:lstStyle>
            <a:lvl1pPr eaLnBrk="0" hangingPunct="0">
              <a:buClr>
                <a:srgbClr val="000000"/>
              </a:buClr>
              <a:buFont typeface="Arial" charset="0"/>
              <a:defRPr sz="1400">
                <a:solidFill>
                  <a:srgbClr val="000000"/>
                </a:solidFill>
                <a:latin typeface="Arial" charset="0"/>
                <a:cs typeface="Arial" charset="0"/>
                <a:sym typeface="Arial"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pPr eaLnBrk="1" hangingPunct="1"/>
            <a:fld id="{4F057117-4A25-4EED-AAF8-0B2DAABA7D95}" type="slidenum">
              <a:rPr lang="en-US"/>
              <a:pPr eaLnBrk="1" hangingPunct="1"/>
              <a:t>26</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5538" name="Google Shape;274;g104476d1465_1_17:notes"/>
          <p:cNvSpPr>
            <a:spLocks noGrp="1" noRot="1" noChangeAspect="1" noTextEdit="1"/>
          </p:cNvSpPr>
          <p:nvPr>
            <p:ph type="sldImg" idx="2"/>
          </p:nvPr>
        </p:nvSpPr>
        <p:spPr>
          <a:xfrm>
            <a:off x="685800" y="1143000"/>
            <a:ext cx="5486400" cy="3086100"/>
          </a:xfrm>
          <a:noFill/>
          <a:ln>
            <a:headEnd/>
            <a:tailEnd/>
          </a:ln>
        </p:spPr>
      </p:sp>
      <p:sp>
        <p:nvSpPr>
          <p:cNvPr id="65539" name="Google Shape;275;g104476d1465_1_17:notes"/>
          <p:cNvSpPr txBox="1">
            <a:spLocks noGrp="1"/>
          </p:cNvSpPr>
          <p:nvPr>
            <p:ph type="body" idx="1"/>
          </p:nvPr>
        </p:nvSpPr>
        <p:spPr>
          <a:ln/>
        </p:spPr>
        <p:txBody>
          <a:bodyPr/>
          <a:lstStyle>
            <a:lvl1pPr>
              <a:defRPr sz="1400">
                <a:solidFill>
                  <a:srgbClr val="000000"/>
                </a:solidFill>
                <a:latin typeface="Arial" charset="0"/>
                <a:cs typeface="Arial" charset="0"/>
                <a:sym typeface="Arial" charset="0"/>
              </a:defRPr>
            </a:lvl1pPr>
            <a:lvl2pPr>
              <a:defRPr sz="1400">
                <a:solidFill>
                  <a:srgbClr val="000000"/>
                </a:solidFill>
                <a:latin typeface="Arial" charset="0"/>
                <a:cs typeface="Arial" charset="0"/>
                <a:sym typeface="Arial" charset="0"/>
              </a:defRPr>
            </a:lvl2pPr>
            <a:lvl3pPr>
              <a:defRPr sz="1400">
                <a:solidFill>
                  <a:srgbClr val="000000"/>
                </a:solidFill>
                <a:latin typeface="Arial" charset="0"/>
                <a:cs typeface="Arial" charset="0"/>
                <a:sym typeface="Arial" charset="0"/>
              </a:defRPr>
            </a:lvl3pPr>
            <a:lvl4pPr>
              <a:defRPr sz="1400">
                <a:solidFill>
                  <a:srgbClr val="000000"/>
                </a:solidFill>
                <a:latin typeface="Arial" charset="0"/>
                <a:cs typeface="Arial" charset="0"/>
                <a:sym typeface="Arial" charset="0"/>
              </a:defRPr>
            </a:lvl4pPr>
            <a:lvl5pPr>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9pPr>
          </a:lstStyle>
          <a:p>
            <a:pPr marL="0" indent="0" eaLnBrk="1" hangingPunct="1">
              <a:buSzPts val="1400"/>
            </a:pPr>
            <a:endParaRPr lang="en-US" sz="1200">
              <a:latin typeface="Calibri" pitchFamily="34" charset="0"/>
              <a:cs typeface="Calibri" pitchFamily="34" charset="0"/>
              <a:sym typeface="Calibri" pitchFamily="34" charset="0"/>
            </a:endParaRPr>
          </a:p>
        </p:txBody>
      </p:sp>
      <p:sp>
        <p:nvSpPr>
          <p:cNvPr id="65540" name="Google Shape;276;g104476d1465_1_17:notes"/>
          <p:cNvSpPr>
            <a:spLocks noGrp="1"/>
          </p:cNvSpPr>
          <p:nvPr>
            <p:ph type="sldNum" sz="quarter" idx="12"/>
          </p:nvPr>
        </p:nvSpPr>
        <p:spPr>
          <a:noFill/>
        </p:spPr>
        <p:txBody>
          <a:bodyPr/>
          <a:lstStyle>
            <a:lvl1pPr eaLnBrk="0" hangingPunct="0">
              <a:buClr>
                <a:srgbClr val="000000"/>
              </a:buClr>
              <a:buFont typeface="Arial" charset="0"/>
              <a:defRPr sz="1400">
                <a:solidFill>
                  <a:srgbClr val="000000"/>
                </a:solidFill>
                <a:latin typeface="Arial" charset="0"/>
                <a:cs typeface="Arial" charset="0"/>
                <a:sym typeface="Arial"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pPr eaLnBrk="1" hangingPunct="1"/>
            <a:fld id="{EDBFB185-4274-4FCB-9C33-8398E73B1AB7}" type="slidenum">
              <a:rPr lang="en-US"/>
              <a:pPr eaLnBrk="1" hangingPunct="1"/>
              <a:t>27</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6562" name="Google Shape;274;g104476d1465_1_17:notes"/>
          <p:cNvSpPr>
            <a:spLocks noGrp="1" noRot="1" noChangeAspect="1" noTextEdit="1"/>
          </p:cNvSpPr>
          <p:nvPr>
            <p:ph type="sldImg" idx="2"/>
          </p:nvPr>
        </p:nvSpPr>
        <p:spPr>
          <a:xfrm>
            <a:off x="685800" y="1143000"/>
            <a:ext cx="5486400" cy="3086100"/>
          </a:xfrm>
          <a:noFill/>
          <a:ln>
            <a:headEnd/>
            <a:tailEnd/>
          </a:ln>
        </p:spPr>
      </p:sp>
      <p:sp>
        <p:nvSpPr>
          <p:cNvPr id="66563" name="Google Shape;275;g104476d1465_1_17:notes"/>
          <p:cNvSpPr txBox="1">
            <a:spLocks noGrp="1"/>
          </p:cNvSpPr>
          <p:nvPr>
            <p:ph type="body" idx="1"/>
          </p:nvPr>
        </p:nvSpPr>
        <p:spPr>
          <a:ln/>
        </p:spPr>
        <p:txBody>
          <a:bodyPr/>
          <a:lstStyle>
            <a:lvl1pPr>
              <a:defRPr sz="1400">
                <a:solidFill>
                  <a:srgbClr val="000000"/>
                </a:solidFill>
                <a:latin typeface="Arial" charset="0"/>
                <a:cs typeface="Arial" charset="0"/>
                <a:sym typeface="Arial" charset="0"/>
              </a:defRPr>
            </a:lvl1pPr>
            <a:lvl2pPr>
              <a:defRPr sz="1400">
                <a:solidFill>
                  <a:srgbClr val="000000"/>
                </a:solidFill>
                <a:latin typeface="Arial" charset="0"/>
                <a:cs typeface="Arial" charset="0"/>
                <a:sym typeface="Arial" charset="0"/>
              </a:defRPr>
            </a:lvl2pPr>
            <a:lvl3pPr>
              <a:defRPr sz="1400">
                <a:solidFill>
                  <a:srgbClr val="000000"/>
                </a:solidFill>
                <a:latin typeface="Arial" charset="0"/>
                <a:cs typeface="Arial" charset="0"/>
                <a:sym typeface="Arial" charset="0"/>
              </a:defRPr>
            </a:lvl3pPr>
            <a:lvl4pPr>
              <a:defRPr sz="1400">
                <a:solidFill>
                  <a:srgbClr val="000000"/>
                </a:solidFill>
                <a:latin typeface="Arial" charset="0"/>
                <a:cs typeface="Arial" charset="0"/>
                <a:sym typeface="Arial" charset="0"/>
              </a:defRPr>
            </a:lvl4pPr>
            <a:lvl5pPr>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9pPr>
          </a:lstStyle>
          <a:p>
            <a:pPr marL="0" indent="0" eaLnBrk="1" hangingPunct="1">
              <a:buSzPts val="1400"/>
            </a:pPr>
            <a:endParaRPr lang="en-US" sz="1200">
              <a:latin typeface="Calibri" pitchFamily="34" charset="0"/>
              <a:cs typeface="Calibri" pitchFamily="34" charset="0"/>
              <a:sym typeface="Calibri" pitchFamily="34" charset="0"/>
            </a:endParaRPr>
          </a:p>
        </p:txBody>
      </p:sp>
      <p:sp>
        <p:nvSpPr>
          <p:cNvPr id="66564" name="Google Shape;276;g104476d1465_1_17:notes"/>
          <p:cNvSpPr>
            <a:spLocks noGrp="1"/>
          </p:cNvSpPr>
          <p:nvPr>
            <p:ph type="sldNum" sz="quarter" idx="12"/>
          </p:nvPr>
        </p:nvSpPr>
        <p:spPr>
          <a:noFill/>
        </p:spPr>
        <p:txBody>
          <a:bodyPr/>
          <a:lstStyle>
            <a:lvl1pPr eaLnBrk="0" hangingPunct="0">
              <a:buClr>
                <a:srgbClr val="000000"/>
              </a:buClr>
              <a:buFont typeface="Arial" charset="0"/>
              <a:defRPr sz="1400">
                <a:solidFill>
                  <a:srgbClr val="000000"/>
                </a:solidFill>
                <a:latin typeface="Arial" charset="0"/>
                <a:cs typeface="Arial" charset="0"/>
                <a:sym typeface="Arial"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pPr eaLnBrk="1" hangingPunct="1"/>
            <a:fld id="{6150851E-03C6-49D2-A7D7-C5DDF584C440}" type="slidenum">
              <a:rPr lang="en-US"/>
              <a:pPr eaLnBrk="1" hangingPunct="1"/>
              <a:t>28</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7586" name="Google Shape;305;g104476d1465_1_39:notes"/>
          <p:cNvSpPr>
            <a:spLocks noGrp="1" noRot="1" noChangeAspect="1" noTextEdit="1"/>
          </p:cNvSpPr>
          <p:nvPr>
            <p:ph type="sldImg" idx="2"/>
          </p:nvPr>
        </p:nvSpPr>
        <p:spPr>
          <a:xfrm>
            <a:off x="685800" y="1143000"/>
            <a:ext cx="5486400" cy="3086100"/>
          </a:xfrm>
          <a:noFill/>
          <a:ln>
            <a:headEnd/>
            <a:tailEnd/>
          </a:ln>
        </p:spPr>
      </p:sp>
      <p:sp>
        <p:nvSpPr>
          <p:cNvPr id="67587" name="Google Shape;306;g104476d1465_1_39:notes"/>
          <p:cNvSpPr txBox="1">
            <a:spLocks noGrp="1"/>
          </p:cNvSpPr>
          <p:nvPr>
            <p:ph type="body" idx="1"/>
          </p:nvPr>
        </p:nvSpPr>
        <p:spPr>
          <a:ln/>
        </p:spPr>
        <p:txBody>
          <a:bodyPr/>
          <a:lstStyle>
            <a:lvl1pPr>
              <a:defRPr sz="1400">
                <a:solidFill>
                  <a:srgbClr val="000000"/>
                </a:solidFill>
                <a:latin typeface="Arial" charset="0"/>
                <a:cs typeface="Arial" charset="0"/>
                <a:sym typeface="Arial" charset="0"/>
              </a:defRPr>
            </a:lvl1pPr>
            <a:lvl2pPr>
              <a:defRPr sz="1400">
                <a:solidFill>
                  <a:srgbClr val="000000"/>
                </a:solidFill>
                <a:latin typeface="Arial" charset="0"/>
                <a:cs typeface="Arial" charset="0"/>
                <a:sym typeface="Arial" charset="0"/>
              </a:defRPr>
            </a:lvl2pPr>
            <a:lvl3pPr>
              <a:defRPr sz="1400">
                <a:solidFill>
                  <a:srgbClr val="000000"/>
                </a:solidFill>
                <a:latin typeface="Arial" charset="0"/>
                <a:cs typeface="Arial" charset="0"/>
                <a:sym typeface="Arial" charset="0"/>
              </a:defRPr>
            </a:lvl3pPr>
            <a:lvl4pPr>
              <a:defRPr sz="1400">
                <a:solidFill>
                  <a:srgbClr val="000000"/>
                </a:solidFill>
                <a:latin typeface="Arial" charset="0"/>
                <a:cs typeface="Arial" charset="0"/>
                <a:sym typeface="Arial" charset="0"/>
              </a:defRPr>
            </a:lvl4pPr>
            <a:lvl5pPr>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9pPr>
          </a:lstStyle>
          <a:p>
            <a:pPr marL="0" indent="0" eaLnBrk="1" hangingPunct="1">
              <a:buSzPts val="1400"/>
            </a:pPr>
            <a:endParaRPr lang="en-US" sz="1200">
              <a:latin typeface="Calibri" pitchFamily="34" charset="0"/>
              <a:cs typeface="Calibri" pitchFamily="34" charset="0"/>
              <a:sym typeface="Calibri" pitchFamily="34" charset="0"/>
            </a:endParaRPr>
          </a:p>
        </p:txBody>
      </p:sp>
      <p:sp>
        <p:nvSpPr>
          <p:cNvPr id="67588" name="Google Shape;307;g104476d1465_1_39:notes"/>
          <p:cNvSpPr>
            <a:spLocks noGrp="1"/>
          </p:cNvSpPr>
          <p:nvPr>
            <p:ph type="sldNum" sz="quarter" idx="12"/>
          </p:nvPr>
        </p:nvSpPr>
        <p:spPr>
          <a:noFill/>
        </p:spPr>
        <p:txBody>
          <a:bodyPr/>
          <a:lstStyle>
            <a:lvl1pPr eaLnBrk="0" hangingPunct="0">
              <a:buClr>
                <a:srgbClr val="000000"/>
              </a:buClr>
              <a:buFont typeface="Arial" charset="0"/>
              <a:defRPr sz="1400">
                <a:solidFill>
                  <a:srgbClr val="000000"/>
                </a:solidFill>
                <a:latin typeface="Arial" charset="0"/>
                <a:cs typeface="Arial" charset="0"/>
                <a:sym typeface="Arial"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pPr eaLnBrk="1" hangingPunct="1"/>
            <a:fld id="{B59AE812-AFAC-4D0E-AD82-2FE75EA3F0B8}" type="slidenum">
              <a:rPr lang="en-US"/>
              <a:pPr eaLnBrk="1" hangingPunct="1"/>
              <a:t>29</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8610" name="Google Shape;274;g104476d1465_1_17:notes"/>
          <p:cNvSpPr>
            <a:spLocks noGrp="1" noRot="1" noChangeAspect="1" noTextEdit="1"/>
          </p:cNvSpPr>
          <p:nvPr>
            <p:ph type="sldImg" idx="2"/>
          </p:nvPr>
        </p:nvSpPr>
        <p:spPr>
          <a:xfrm>
            <a:off x="685800" y="1143000"/>
            <a:ext cx="5486400" cy="3086100"/>
          </a:xfrm>
          <a:noFill/>
          <a:ln>
            <a:headEnd/>
            <a:tailEnd/>
          </a:ln>
        </p:spPr>
      </p:sp>
      <p:sp>
        <p:nvSpPr>
          <p:cNvPr id="68611" name="Google Shape;275;g104476d1465_1_17:notes"/>
          <p:cNvSpPr txBox="1">
            <a:spLocks noGrp="1"/>
          </p:cNvSpPr>
          <p:nvPr>
            <p:ph type="body" idx="1"/>
          </p:nvPr>
        </p:nvSpPr>
        <p:spPr>
          <a:ln/>
        </p:spPr>
        <p:txBody>
          <a:bodyPr/>
          <a:lstStyle>
            <a:lvl1pPr>
              <a:defRPr sz="1400">
                <a:solidFill>
                  <a:srgbClr val="000000"/>
                </a:solidFill>
                <a:latin typeface="Arial" charset="0"/>
                <a:cs typeface="Arial" charset="0"/>
                <a:sym typeface="Arial" charset="0"/>
              </a:defRPr>
            </a:lvl1pPr>
            <a:lvl2pPr>
              <a:defRPr sz="1400">
                <a:solidFill>
                  <a:srgbClr val="000000"/>
                </a:solidFill>
                <a:latin typeface="Arial" charset="0"/>
                <a:cs typeface="Arial" charset="0"/>
                <a:sym typeface="Arial" charset="0"/>
              </a:defRPr>
            </a:lvl2pPr>
            <a:lvl3pPr>
              <a:defRPr sz="1400">
                <a:solidFill>
                  <a:srgbClr val="000000"/>
                </a:solidFill>
                <a:latin typeface="Arial" charset="0"/>
                <a:cs typeface="Arial" charset="0"/>
                <a:sym typeface="Arial" charset="0"/>
              </a:defRPr>
            </a:lvl3pPr>
            <a:lvl4pPr>
              <a:defRPr sz="1400">
                <a:solidFill>
                  <a:srgbClr val="000000"/>
                </a:solidFill>
                <a:latin typeface="Arial" charset="0"/>
                <a:cs typeface="Arial" charset="0"/>
                <a:sym typeface="Arial" charset="0"/>
              </a:defRPr>
            </a:lvl4pPr>
            <a:lvl5pPr>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Font typeface="Arial" charset="0"/>
              <a:defRPr sz="1400">
                <a:solidFill>
                  <a:srgbClr val="000000"/>
                </a:solidFill>
                <a:latin typeface="Arial" charset="0"/>
                <a:cs typeface="Arial" charset="0"/>
                <a:sym typeface="Arial" charset="0"/>
              </a:defRPr>
            </a:lvl9pPr>
          </a:lstStyle>
          <a:p>
            <a:pPr marL="0" indent="0" eaLnBrk="1" hangingPunct="1">
              <a:buSzPts val="1400"/>
            </a:pPr>
            <a:endParaRPr lang="en-US" sz="1200">
              <a:latin typeface="Calibri" pitchFamily="34" charset="0"/>
              <a:cs typeface="Calibri" pitchFamily="34" charset="0"/>
              <a:sym typeface="Calibri" pitchFamily="34" charset="0"/>
            </a:endParaRPr>
          </a:p>
        </p:txBody>
      </p:sp>
      <p:sp>
        <p:nvSpPr>
          <p:cNvPr id="68612" name="Google Shape;276;g104476d1465_1_17:notes"/>
          <p:cNvSpPr>
            <a:spLocks noGrp="1"/>
          </p:cNvSpPr>
          <p:nvPr>
            <p:ph type="sldNum" sz="quarter" idx="12"/>
          </p:nvPr>
        </p:nvSpPr>
        <p:spPr>
          <a:noFill/>
        </p:spPr>
        <p:txBody>
          <a:bodyPr/>
          <a:lstStyle>
            <a:lvl1pPr eaLnBrk="0" hangingPunct="0">
              <a:buClr>
                <a:srgbClr val="000000"/>
              </a:buClr>
              <a:buFont typeface="Arial" charset="0"/>
              <a:defRPr sz="1400">
                <a:solidFill>
                  <a:srgbClr val="000000"/>
                </a:solidFill>
                <a:latin typeface="Arial" charset="0"/>
                <a:cs typeface="Arial" charset="0"/>
                <a:sym typeface="Arial"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pPr eaLnBrk="1" hangingPunct="1"/>
            <a:fld id="{06682482-6090-4F19-B16F-27CF0745625C}" type="slidenum">
              <a:rPr lang="en-US"/>
              <a:pPr eaLnBrk="1" hangingPunct="1"/>
              <a:t>30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dpi="0" rotWithShape="0">
          <a:blip r:embed="rId2"/>
          <a:srcRect/>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tIns="91425" bIns="91425" anchor="b">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extLst>
      <p:ext uri="{BB962C8B-B14F-4D97-AF65-F5344CB8AC3E}">
        <p14:creationId xmlns:p14="http://schemas.microsoft.com/office/powerpoint/2010/main" val="2136237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anchor="b">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4" name="Google Shape;12;p55"/>
          <p:cNvSpPr txBox="1">
            <a:spLocks noGrp="1"/>
          </p:cNvSpPr>
          <p:nvPr>
            <p:ph type="dt" idx="11"/>
          </p:nvPr>
        </p:nvSpPr>
        <p:spPr>
          <a:ln/>
        </p:spPr>
        <p:txBody>
          <a:bodyPr/>
          <a:lstStyle>
            <a:lvl1pPr>
              <a:defRPr/>
            </a:lvl1pPr>
          </a:lstStyle>
          <a:p>
            <a:endParaRPr lang="en-US"/>
          </a:p>
        </p:txBody>
      </p:sp>
      <p:sp>
        <p:nvSpPr>
          <p:cNvPr id="5" name="Google Shape;13;p55"/>
          <p:cNvSpPr txBox="1">
            <a:spLocks noGrp="1"/>
          </p:cNvSpPr>
          <p:nvPr>
            <p:ph type="ftr" idx="12"/>
          </p:nvPr>
        </p:nvSpPr>
        <p:spPr>
          <a:ln/>
        </p:spPr>
        <p:txBody>
          <a:bodyPr/>
          <a:lstStyle>
            <a:lvl1pPr>
              <a:defRPr/>
            </a:lvl1pPr>
          </a:lstStyle>
          <a:p>
            <a:endParaRPr lang="en-US"/>
          </a:p>
        </p:txBody>
      </p:sp>
      <p:sp>
        <p:nvSpPr>
          <p:cNvPr id="6" name="Google Shape;14;p55"/>
          <p:cNvSpPr txBox="1">
            <a:spLocks noGrp="1"/>
          </p:cNvSpPr>
          <p:nvPr>
            <p:ph type="sldNum" idx="13"/>
          </p:nvPr>
        </p:nvSpPr>
        <p:spPr>
          <a:ln/>
        </p:spPr>
        <p:txBody>
          <a:bodyPr/>
          <a:lstStyle>
            <a:lvl1pPr>
              <a:defRPr/>
            </a:lvl1pPr>
          </a:lstStyle>
          <a:p>
            <a:fld id="{5F2561FE-C962-43AB-85CB-3DF457D55A12}" type="slidenum">
              <a:rPr lang="en-US"/>
              <a:pPr/>
              <a:t>‹#›</a:t>
            </a:fld>
            <a:endParaRPr lang="en-US"/>
          </a:p>
        </p:txBody>
      </p:sp>
    </p:spTree>
    <p:extLst>
      <p:ext uri="{BB962C8B-B14F-4D97-AF65-F5344CB8AC3E}">
        <p14:creationId xmlns:p14="http://schemas.microsoft.com/office/powerpoint/2010/main" val="3405302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 name="Google Shape;12;p55"/>
          <p:cNvSpPr txBox="1">
            <a:spLocks noGrp="1"/>
          </p:cNvSpPr>
          <p:nvPr>
            <p:ph type="dt" idx="11"/>
          </p:nvPr>
        </p:nvSpPr>
        <p:spPr>
          <a:ln/>
        </p:spPr>
        <p:txBody>
          <a:bodyPr/>
          <a:lstStyle>
            <a:lvl1pPr>
              <a:defRPr/>
            </a:lvl1pPr>
          </a:lstStyle>
          <a:p>
            <a:endParaRPr lang="en-US"/>
          </a:p>
        </p:txBody>
      </p:sp>
      <p:sp>
        <p:nvSpPr>
          <p:cNvPr id="5" name="Google Shape;13;p55"/>
          <p:cNvSpPr txBox="1">
            <a:spLocks noGrp="1"/>
          </p:cNvSpPr>
          <p:nvPr>
            <p:ph type="ftr" idx="12"/>
          </p:nvPr>
        </p:nvSpPr>
        <p:spPr>
          <a:ln/>
        </p:spPr>
        <p:txBody>
          <a:bodyPr/>
          <a:lstStyle>
            <a:lvl1pPr>
              <a:defRPr/>
            </a:lvl1pPr>
          </a:lstStyle>
          <a:p>
            <a:endParaRPr lang="en-US"/>
          </a:p>
        </p:txBody>
      </p:sp>
      <p:sp>
        <p:nvSpPr>
          <p:cNvPr id="6" name="Google Shape;14;p55"/>
          <p:cNvSpPr txBox="1">
            <a:spLocks noGrp="1"/>
          </p:cNvSpPr>
          <p:nvPr>
            <p:ph type="sldNum" idx="13"/>
          </p:nvPr>
        </p:nvSpPr>
        <p:spPr>
          <a:ln/>
        </p:spPr>
        <p:txBody>
          <a:bodyPr/>
          <a:lstStyle>
            <a:lvl1pPr>
              <a:defRPr/>
            </a:lvl1pPr>
          </a:lstStyle>
          <a:p>
            <a:fld id="{7834DE58-90C6-4873-A653-F5F46CC50EA7}" type="slidenum">
              <a:rPr lang="en-US"/>
              <a:pPr/>
              <a:t>‹#›</a:t>
            </a:fld>
            <a:endParaRPr lang="en-US"/>
          </a:p>
        </p:txBody>
      </p:sp>
    </p:spTree>
    <p:extLst>
      <p:ext uri="{BB962C8B-B14F-4D97-AF65-F5344CB8AC3E}">
        <p14:creationId xmlns:p14="http://schemas.microsoft.com/office/powerpoint/2010/main" val="4034971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anchor="b">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4" name="Google Shape;12;p55"/>
          <p:cNvSpPr txBox="1">
            <a:spLocks noGrp="1"/>
          </p:cNvSpPr>
          <p:nvPr>
            <p:ph type="dt" idx="11"/>
          </p:nvPr>
        </p:nvSpPr>
        <p:spPr>
          <a:ln/>
        </p:spPr>
        <p:txBody>
          <a:bodyPr/>
          <a:lstStyle>
            <a:lvl1pPr>
              <a:defRPr/>
            </a:lvl1pPr>
          </a:lstStyle>
          <a:p>
            <a:endParaRPr lang="en-US"/>
          </a:p>
        </p:txBody>
      </p:sp>
      <p:sp>
        <p:nvSpPr>
          <p:cNvPr id="5" name="Google Shape;13;p55"/>
          <p:cNvSpPr txBox="1">
            <a:spLocks noGrp="1"/>
          </p:cNvSpPr>
          <p:nvPr>
            <p:ph type="ftr" idx="12"/>
          </p:nvPr>
        </p:nvSpPr>
        <p:spPr>
          <a:ln/>
        </p:spPr>
        <p:txBody>
          <a:bodyPr/>
          <a:lstStyle>
            <a:lvl1pPr>
              <a:defRPr/>
            </a:lvl1pPr>
          </a:lstStyle>
          <a:p>
            <a:endParaRPr lang="en-US"/>
          </a:p>
        </p:txBody>
      </p:sp>
      <p:sp>
        <p:nvSpPr>
          <p:cNvPr id="6" name="Google Shape;14;p55"/>
          <p:cNvSpPr txBox="1">
            <a:spLocks noGrp="1"/>
          </p:cNvSpPr>
          <p:nvPr>
            <p:ph type="sldNum" idx="13"/>
          </p:nvPr>
        </p:nvSpPr>
        <p:spPr>
          <a:ln/>
        </p:spPr>
        <p:txBody>
          <a:bodyPr/>
          <a:lstStyle>
            <a:lvl1pPr>
              <a:defRPr/>
            </a:lvl1pPr>
          </a:lstStyle>
          <a:p>
            <a:fld id="{535CCDD9-7C16-416F-BE1D-42243F4190B4}" type="slidenum">
              <a:rPr lang="en-US"/>
              <a:pPr/>
              <a:t>‹#›</a:t>
            </a:fld>
            <a:endParaRPr lang="en-US"/>
          </a:p>
        </p:txBody>
      </p:sp>
    </p:spTree>
    <p:extLst>
      <p:ext uri="{BB962C8B-B14F-4D97-AF65-F5344CB8AC3E}">
        <p14:creationId xmlns:p14="http://schemas.microsoft.com/office/powerpoint/2010/main" val="844611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5" name="Google Shape;12;p55"/>
          <p:cNvSpPr txBox="1">
            <a:spLocks noGrp="1"/>
          </p:cNvSpPr>
          <p:nvPr>
            <p:ph type="dt" idx="11"/>
          </p:nvPr>
        </p:nvSpPr>
        <p:spPr>
          <a:ln/>
        </p:spPr>
        <p:txBody>
          <a:bodyPr/>
          <a:lstStyle>
            <a:lvl1pPr>
              <a:defRPr/>
            </a:lvl1pPr>
          </a:lstStyle>
          <a:p>
            <a:endParaRPr lang="en-US"/>
          </a:p>
        </p:txBody>
      </p:sp>
      <p:sp>
        <p:nvSpPr>
          <p:cNvPr id="6" name="Google Shape;13;p55"/>
          <p:cNvSpPr txBox="1">
            <a:spLocks noGrp="1"/>
          </p:cNvSpPr>
          <p:nvPr>
            <p:ph type="ftr" idx="12"/>
          </p:nvPr>
        </p:nvSpPr>
        <p:spPr>
          <a:ln/>
        </p:spPr>
        <p:txBody>
          <a:bodyPr/>
          <a:lstStyle>
            <a:lvl1pPr>
              <a:defRPr/>
            </a:lvl1pPr>
          </a:lstStyle>
          <a:p>
            <a:endParaRPr lang="en-US"/>
          </a:p>
        </p:txBody>
      </p:sp>
      <p:sp>
        <p:nvSpPr>
          <p:cNvPr id="7" name="Google Shape;14;p55"/>
          <p:cNvSpPr txBox="1">
            <a:spLocks noGrp="1"/>
          </p:cNvSpPr>
          <p:nvPr>
            <p:ph type="sldNum" idx="13"/>
          </p:nvPr>
        </p:nvSpPr>
        <p:spPr>
          <a:ln/>
        </p:spPr>
        <p:txBody>
          <a:bodyPr/>
          <a:lstStyle>
            <a:lvl1pPr>
              <a:defRPr/>
            </a:lvl1pPr>
          </a:lstStyle>
          <a:p>
            <a:fld id="{57C5745E-B4BD-489D-A6C4-218B61D8DBED}" type="slidenum">
              <a:rPr lang="en-US"/>
              <a:pPr/>
              <a:t>‹#›</a:t>
            </a:fld>
            <a:endParaRPr lang="en-US"/>
          </a:p>
        </p:txBody>
      </p:sp>
    </p:spTree>
    <p:extLst>
      <p:ext uri="{BB962C8B-B14F-4D97-AF65-F5344CB8AC3E}">
        <p14:creationId xmlns:p14="http://schemas.microsoft.com/office/powerpoint/2010/main" val="3581240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anchor="b">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anchor="b">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 name="Google Shape;12;p55"/>
          <p:cNvSpPr txBox="1">
            <a:spLocks noGrp="1"/>
          </p:cNvSpPr>
          <p:nvPr>
            <p:ph type="dt" idx="11"/>
          </p:nvPr>
        </p:nvSpPr>
        <p:spPr>
          <a:ln/>
        </p:spPr>
        <p:txBody>
          <a:bodyPr/>
          <a:lstStyle>
            <a:lvl1pPr>
              <a:defRPr/>
            </a:lvl1pPr>
          </a:lstStyle>
          <a:p>
            <a:endParaRPr lang="en-US"/>
          </a:p>
        </p:txBody>
      </p:sp>
      <p:sp>
        <p:nvSpPr>
          <p:cNvPr id="8" name="Google Shape;13;p55"/>
          <p:cNvSpPr txBox="1">
            <a:spLocks noGrp="1"/>
          </p:cNvSpPr>
          <p:nvPr>
            <p:ph type="ftr" idx="12"/>
          </p:nvPr>
        </p:nvSpPr>
        <p:spPr>
          <a:ln/>
        </p:spPr>
        <p:txBody>
          <a:bodyPr/>
          <a:lstStyle>
            <a:lvl1pPr>
              <a:defRPr/>
            </a:lvl1pPr>
          </a:lstStyle>
          <a:p>
            <a:endParaRPr lang="en-US"/>
          </a:p>
        </p:txBody>
      </p:sp>
      <p:sp>
        <p:nvSpPr>
          <p:cNvPr id="9" name="Google Shape;14;p55"/>
          <p:cNvSpPr txBox="1">
            <a:spLocks noGrp="1"/>
          </p:cNvSpPr>
          <p:nvPr>
            <p:ph type="sldNum" idx="13"/>
          </p:nvPr>
        </p:nvSpPr>
        <p:spPr>
          <a:ln/>
        </p:spPr>
        <p:txBody>
          <a:bodyPr/>
          <a:lstStyle>
            <a:lvl1pPr>
              <a:defRPr/>
            </a:lvl1pPr>
          </a:lstStyle>
          <a:p>
            <a:fld id="{0536F8E1-797F-4623-B26E-4CF21EA10A57}" type="slidenum">
              <a:rPr lang="en-US"/>
              <a:pPr/>
              <a:t>‹#›</a:t>
            </a:fld>
            <a:endParaRPr lang="en-US"/>
          </a:p>
        </p:txBody>
      </p:sp>
    </p:spTree>
    <p:extLst>
      <p:ext uri="{BB962C8B-B14F-4D97-AF65-F5344CB8AC3E}">
        <p14:creationId xmlns:p14="http://schemas.microsoft.com/office/powerpoint/2010/main" val="28244713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 name="Google Shape;12;p55"/>
          <p:cNvSpPr txBox="1">
            <a:spLocks noGrp="1"/>
          </p:cNvSpPr>
          <p:nvPr>
            <p:ph type="dt" idx="11"/>
          </p:nvPr>
        </p:nvSpPr>
        <p:spPr>
          <a:ln/>
        </p:spPr>
        <p:txBody>
          <a:bodyPr/>
          <a:lstStyle>
            <a:lvl1pPr>
              <a:defRPr/>
            </a:lvl1pPr>
          </a:lstStyle>
          <a:p>
            <a:endParaRPr lang="en-US"/>
          </a:p>
        </p:txBody>
      </p:sp>
      <p:sp>
        <p:nvSpPr>
          <p:cNvPr id="4" name="Google Shape;13;p55"/>
          <p:cNvSpPr txBox="1">
            <a:spLocks noGrp="1"/>
          </p:cNvSpPr>
          <p:nvPr>
            <p:ph type="ftr" idx="12"/>
          </p:nvPr>
        </p:nvSpPr>
        <p:spPr>
          <a:ln/>
        </p:spPr>
        <p:txBody>
          <a:bodyPr/>
          <a:lstStyle>
            <a:lvl1pPr>
              <a:defRPr/>
            </a:lvl1pPr>
          </a:lstStyle>
          <a:p>
            <a:endParaRPr lang="en-US"/>
          </a:p>
        </p:txBody>
      </p:sp>
      <p:sp>
        <p:nvSpPr>
          <p:cNvPr id="5" name="Google Shape;14;p55"/>
          <p:cNvSpPr txBox="1">
            <a:spLocks noGrp="1"/>
          </p:cNvSpPr>
          <p:nvPr>
            <p:ph type="sldNum" idx="13"/>
          </p:nvPr>
        </p:nvSpPr>
        <p:spPr>
          <a:ln/>
        </p:spPr>
        <p:txBody>
          <a:bodyPr/>
          <a:lstStyle>
            <a:lvl1pPr>
              <a:defRPr/>
            </a:lvl1pPr>
          </a:lstStyle>
          <a:p>
            <a:fld id="{39CDB1A3-0A67-411A-9A13-C3227A63B5F6}" type="slidenum">
              <a:rPr lang="en-US"/>
              <a:pPr/>
              <a:t>‹#›</a:t>
            </a:fld>
            <a:endParaRPr lang="en-US"/>
          </a:p>
        </p:txBody>
      </p:sp>
    </p:spTree>
    <p:extLst>
      <p:ext uri="{BB962C8B-B14F-4D97-AF65-F5344CB8AC3E}">
        <p14:creationId xmlns:p14="http://schemas.microsoft.com/office/powerpoint/2010/main" val="8529717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anchor="b">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5" name="Google Shape;12;p55"/>
          <p:cNvSpPr txBox="1">
            <a:spLocks noGrp="1"/>
          </p:cNvSpPr>
          <p:nvPr>
            <p:ph type="dt" idx="11"/>
          </p:nvPr>
        </p:nvSpPr>
        <p:spPr>
          <a:ln/>
        </p:spPr>
        <p:txBody>
          <a:bodyPr/>
          <a:lstStyle>
            <a:lvl1pPr>
              <a:defRPr/>
            </a:lvl1pPr>
          </a:lstStyle>
          <a:p>
            <a:endParaRPr lang="en-US"/>
          </a:p>
        </p:txBody>
      </p:sp>
      <p:sp>
        <p:nvSpPr>
          <p:cNvPr id="6" name="Google Shape;13;p55"/>
          <p:cNvSpPr txBox="1">
            <a:spLocks noGrp="1"/>
          </p:cNvSpPr>
          <p:nvPr>
            <p:ph type="ftr" idx="12"/>
          </p:nvPr>
        </p:nvSpPr>
        <p:spPr>
          <a:ln/>
        </p:spPr>
        <p:txBody>
          <a:bodyPr/>
          <a:lstStyle>
            <a:lvl1pPr>
              <a:defRPr/>
            </a:lvl1pPr>
          </a:lstStyle>
          <a:p>
            <a:endParaRPr lang="en-US"/>
          </a:p>
        </p:txBody>
      </p:sp>
      <p:sp>
        <p:nvSpPr>
          <p:cNvPr id="7" name="Google Shape;14;p55"/>
          <p:cNvSpPr txBox="1">
            <a:spLocks noGrp="1"/>
          </p:cNvSpPr>
          <p:nvPr>
            <p:ph type="sldNum" idx="13"/>
          </p:nvPr>
        </p:nvSpPr>
        <p:spPr>
          <a:ln/>
        </p:spPr>
        <p:txBody>
          <a:bodyPr/>
          <a:lstStyle>
            <a:lvl1pPr>
              <a:defRPr/>
            </a:lvl1pPr>
          </a:lstStyle>
          <a:p>
            <a:fld id="{ECA8BBD2-808E-4FA1-901F-E18D8E8ED65D}" type="slidenum">
              <a:rPr lang="en-US"/>
              <a:pPr/>
              <a:t>‹#›</a:t>
            </a:fld>
            <a:endParaRPr lang="en-US"/>
          </a:p>
        </p:txBody>
      </p:sp>
    </p:spTree>
    <p:extLst>
      <p:ext uri="{BB962C8B-B14F-4D97-AF65-F5344CB8AC3E}">
        <p14:creationId xmlns:p14="http://schemas.microsoft.com/office/powerpoint/2010/main" val="40021755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anchor="b">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5" name="Google Shape;12;p55"/>
          <p:cNvSpPr txBox="1">
            <a:spLocks noGrp="1"/>
          </p:cNvSpPr>
          <p:nvPr>
            <p:ph type="dt" idx="11"/>
          </p:nvPr>
        </p:nvSpPr>
        <p:spPr>
          <a:ln/>
        </p:spPr>
        <p:txBody>
          <a:bodyPr/>
          <a:lstStyle>
            <a:lvl1pPr>
              <a:defRPr/>
            </a:lvl1pPr>
          </a:lstStyle>
          <a:p>
            <a:endParaRPr lang="en-US"/>
          </a:p>
        </p:txBody>
      </p:sp>
      <p:sp>
        <p:nvSpPr>
          <p:cNvPr id="6" name="Google Shape;13;p55"/>
          <p:cNvSpPr txBox="1">
            <a:spLocks noGrp="1"/>
          </p:cNvSpPr>
          <p:nvPr>
            <p:ph type="ftr" idx="12"/>
          </p:nvPr>
        </p:nvSpPr>
        <p:spPr>
          <a:ln/>
        </p:spPr>
        <p:txBody>
          <a:bodyPr/>
          <a:lstStyle>
            <a:lvl1pPr>
              <a:defRPr/>
            </a:lvl1pPr>
          </a:lstStyle>
          <a:p>
            <a:endParaRPr lang="en-US"/>
          </a:p>
        </p:txBody>
      </p:sp>
      <p:sp>
        <p:nvSpPr>
          <p:cNvPr id="7" name="Google Shape;14;p55"/>
          <p:cNvSpPr txBox="1">
            <a:spLocks noGrp="1"/>
          </p:cNvSpPr>
          <p:nvPr>
            <p:ph type="sldNum" idx="13"/>
          </p:nvPr>
        </p:nvSpPr>
        <p:spPr>
          <a:ln/>
        </p:spPr>
        <p:txBody>
          <a:bodyPr/>
          <a:lstStyle>
            <a:lvl1pPr>
              <a:defRPr/>
            </a:lvl1pPr>
          </a:lstStyle>
          <a:p>
            <a:fld id="{1D9D9AC2-2150-4CD3-A46E-572E119926D9}" type="slidenum">
              <a:rPr lang="en-US"/>
              <a:pPr/>
              <a:t>‹#›</a:t>
            </a:fld>
            <a:endParaRPr lang="en-US"/>
          </a:p>
        </p:txBody>
      </p:sp>
    </p:spTree>
    <p:extLst>
      <p:ext uri="{BB962C8B-B14F-4D97-AF65-F5344CB8AC3E}">
        <p14:creationId xmlns:p14="http://schemas.microsoft.com/office/powerpoint/2010/main" val="38936517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 name="Google Shape;12;p55"/>
          <p:cNvSpPr txBox="1">
            <a:spLocks noGrp="1"/>
          </p:cNvSpPr>
          <p:nvPr>
            <p:ph type="dt" idx="11"/>
          </p:nvPr>
        </p:nvSpPr>
        <p:spPr>
          <a:ln/>
        </p:spPr>
        <p:txBody>
          <a:bodyPr/>
          <a:lstStyle>
            <a:lvl1pPr>
              <a:defRPr/>
            </a:lvl1pPr>
          </a:lstStyle>
          <a:p>
            <a:endParaRPr lang="en-US"/>
          </a:p>
        </p:txBody>
      </p:sp>
      <p:sp>
        <p:nvSpPr>
          <p:cNvPr id="5" name="Google Shape;13;p55"/>
          <p:cNvSpPr txBox="1">
            <a:spLocks noGrp="1"/>
          </p:cNvSpPr>
          <p:nvPr>
            <p:ph type="ftr" idx="12"/>
          </p:nvPr>
        </p:nvSpPr>
        <p:spPr>
          <a:ln/>
        </p:spPr>
        <p:txBody>
          <a:bodyPr/>
          <a:lstStyle>
            <a:lvl1pPr>
              <a:defRPr/>
            </a:lvl1pPr>
          </a:lstStyle>
          <a:p>
            <a:endParaRPr lang="en-US"/>
          </a:p>
        </p:txBody>
      </p:sp>
      <p:sp>
        <p:nvSpPr>
          <p:cNvPr id="6" name="Google Shape;14;p55"/>
          <p:cNvSpPr txBox="1">
            <a:spLocks noGrp="1"/>
          </p:cNvSpPr>
          <p:nvPr>
            <p:ph type="sldNum" idx="13"/>
          </p:nvPr>
        </p:nvSpPr>
        <p:spPr>
          <a:ln/>
        </p:spPr>
        <p:txBody>
          <a:bodyPr/>
          <a:lstStyle>
            <a:lvl1pPr>
              <a:defRPr/>
            </a:lvl1pPr>
          </a:lstStyle>
          <a:p>
            <a:fld id="{FA57B6FA-0B2E-4DA0-992C-18BA8E507E52}" type="slidenum">
              <a:rPr lang="en-US"/>
              <a:pPr/>
              <a:t>‹#›</a:t>
            </a:fld>
            <a:endParaRPr lang="en-US"/>
          </a:p>
        </p:txBody>
      </p:sp>
    </p:spTree>
    <p:extLst>
      <p:ext uri="{BB962C8B-B14F-4D97-AF65-F5344CB8AC3E}">
        <p14:creationId xmlns:p14="http://schemas.microsoft.com/office/powerpoint/2010/main" val="2180274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 name="Google Shape;12;p55"/>
          <p:cNvSpPr txBox="1">
            <a:spLocks noGrp="1"/>
          </p:cNvSpPr>
          <p:nvPr>
            <p:ph type="dt" idx="11"/>
          </p:nvPr>
        </p:nvSpPr>
        <p:spPr>
          <a:ln/>
        </p:spPr>
        <p:txBody>
          <a:bodyPr/>
          <a:lstStyle>
            <a:lvl1pPr>
              <a:defRPr/>
            </a:lvl1pPr>
          </a:lstStyle>
          <a:p>
            <a:endParaRPr lang="en-US"/>
          </a:p>
        </p:txBody>
      </p:sp>
      <p:sp>
        <p:nvSpPr>
          <p:cNvPr id="5" name="Google Shape;13;p55"/>
          <p:cNvSpPr txBox="1">
            <a:spLocks noGrp="1"/>
          </p:cNvSpPr>
          <p:nvPr>
            <p:ph type="ftr" idx="12"/>
          </p:nvPr>
        </p:nvSpPr>
        <p:spPr>
          <a:ln/>
        </p:spPr>
        <p:txBody>
          <a:bodyPr/>
          <a:lstStyle>
            <a:lvl1pPr>
              <a:defRPr/>
            </a:lvl1pPr>
          </a:lstStyle>
          <a:p>
            <a:endParaRPr lang="en-US"/>
          </a:p>
        </p:txBody>
      </p:sp>
      <p:sp>
        <p:nvSpPr>
          <p:cNvPr id="6" name="Google Shape;14;p55"/>
          <p:cNvSpPr txBox="1">
            <a:spLocks noGrp="1"/>
          </p:cNvSpPr>
          <p:nvPr>
            <p:ph type="sldNum" idx="13"/>
          </p:nvPr>
        </p:nvSpPr>
        <p:spPr>
          <a:ln/>
        </p:spPr>
        <p:txBody>
          <a:bodyPr/>
          <a:lstStyle>
            <a:lvl1pPr>
              <a:defRPr/>
            </a:lvl1pPr>
          </a:lstStyle>
          <a:p>
            <a:fld id="{5AC3CB6E-B90C-42BC-9417-45EE957C2CB8}" type="slidenum">
              <a:rPr lang="en-US"/>
              <a:pPr/>
              <a:t>‹#›</a:t>
            </a:fld>
            <a:endParaRPr lang="en-US"/>
          </a:p>
        </p:txBody>
      </p:sp>
    </p:spTree>
    <p:extLst>
      <p:ext uri="{BB962C8B-B14F-4D97-AF65-F5344CB8AC3E}">
        <p14:creationId xmlns:p14="http://schemas.microsoft.com/office/powerpoint/2010/main" val="18617960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ext Slide">
  <p:cSld name="Text Slide">
    <p:spTree>
      <p:nvGrpSpPr>
        <p:cNvPr id="1" name="Shape 86"/>
        <p:cNvGrpSpPr/>
        <p:nvPr/>
      </p:nvGrpSpPr>
      <p:grpSpPr>
        <a:xfrm>
          <a:off x="0" y="0"/>
          <a:ext cx="0" cy="0"/>
          <a:chOff x="0" y="0"/>
          <a:chExt cx="0" cy="0"/>
        </a:xfrm>
      </p:grpSpPr>
      <p:pic>
        <p:nvPicPr>
          <p:cNvPr id="2" name="Google Shape;87;p88" descr="A picture containing text, sign, seat&#10;&#10;Description automatically generated"/>
          <p:cNvPicPr preferRelativeResize="0">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8576733" y="5603875"/>
            <a:ext cx="3414184"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Google Shape;88;p88"/>
          <p:cNvSpPr>
            <a:spLocks noChangeArrowheads="1"/>
          </p:cNvSpPr>
          <p:nvPr/>
        </p:nvSpPr>
        <p:spPr bwMode="auto">
          <a:xfrm>
            <a:off x="1" y="0"/>
            <a:ext cx="198967" cy="6858000"/>
          </a:xfrm>
          <a:prstGeom prst="rect">
            <a:avLst/>
          </a:prstGeom>
          <a:solidFill>
            <a:srgbClr val="2776B6"/>
          </a:solidFill>
          <a:ln w="12700">
            <a:solidFill>
              <a:srgbClr val="42719B"/>
            </a:solidFill>
            <a:miter lim="800000"/>
            <a:headEnd type="none" w="sm" len="sm"/>
            <a:tailEnd type="none" w="sm" len="sm"/>
          </a:ln>
        </p:spPr>
        <p:txBody>
          <a:bodyPr lIns="91425" tIns="45700" rIns="91425" bIns="45700" anchor="ctr"/>
          <a:lstStyle/>
          <a:p>
            <a:pPr algn="ctr">
              <a:buClr>
                <a:srgbClr val="000000"/>
              </a:buClr>
              <a:buFont typeface="Arial" charset="0"/>
              <a:buNone/>
            </a:pPr>
            <a:endParaRPr lang="en-US" sz="1800">
              <a:solidFill>
                <a:srgbClr val="FFFFFF"/>
              </a:solidFill>
              <a:latin typeface="Calibri" pitchFamily="34" charset="0"/>
              <a:cs typeface="Calibri" pitchFamily="34" charset="0"/>
              <a:sym typeface="Calibri" pitchFamily="34" charset="0"/>
            </a:endParaRPr>
          </a:p>
        </p:txBody>
      </p:sp>
    </p:spTree>
    <p:extLst>
      <p:ext uri="{BB962C8B-B14F-4D97-AF65-F5344CB8AC3E}">
        <p14:creationId xmlns:p14="http://schemas.microsoft.com/office/powerpoint/2010/main" val="14095406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2" name="Google Shape;90;p89" descr="ANation-PPT22_5.jpg"/>
          <p:cNvPicPr preferRelativeResize="0">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Google Shape;91;p89"/>
          <p:cNvSpPr>
            <a:spLocks noChangeArrowheads="1"/>
          </p:cNvSpPr>
          <p:nvPr/>
        </p:nvSpPr>
        <p:spPr bwMode="auto">
          <a:xfrm>
            <a:off x="1" y="0"/>
            <a:ext cx="201084" cy="6858000"/>
          </a:xfrm>
          <a:prstGeom prst="rect">
            <a:avLst/>
          </a:prstGeom>
          <a:solidFill>
            <a:srgbClr val="296CA4">
              <a:alpha val="8666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ctr"/>
          <a:lstStyle/>
          <a:p>
            <a:pPr algn="ctr">
              <a:buClr>
                <a:srgbClr val="000000"/>
              </a:buClr>
              <a:buFont typeface="Arial" charset="0"/>
              <a:buNone/>
            </a:pPr>
            <a:endParaRPr lang="en-US" sz="1800">
              <a:solidFill>
                <a:srgbClr val="FFFFFF"/>
              </a:solidFill>
              <a:latin typeface="Calibri" pitchFamily="34" charset="0"/>
              <a:cs typeface="Calibri" pitchFamily="34" charset="0"/>
              <a:sym typeface="Calibri" pitchFamily="34" charset="0"/>
            </a:endParaRPr>
          </a:p>
        </p:txBody>
      </p:sp>
      <p:sp>
        <p:nvSpPr>
          <p:cNvPr id="4" name="Google Shape;92;p89"/>
          <p:cNvSpPr>
            <a:spLocks noChangeArrowheads="1"/>
          </p:cNvSpPr>
          <p:nvPr/>
        </p:nvSpPr>
        <p:spPr bwMode="auto">
          <a:xfrm>
            <a:off x="4851400" y="0"/>
            <a:ext cx="7340600" cy="6858000"/>
          </a:xfrm>
          <a:prstGeom prst="rect">
            <a:avLst/>
          </a:prstGeom>
          <a:solidFill>
            <a:srgbClr val="296CA4">
              <a:alpha val="8666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ctr"/>
          <a:lstStyle/>
          <a:p>
            <a:pPr algn="ctr">
              <a:buClr>
                <a:srgbClr val="000000"/>
              </a:buClr>
              <a:buFont typeface="Arial" charset="0"/>
              <a:buNone/>
            </a:pPr>
            <a:endParaRPr lang="en-US" sz="1800">
              <a:solidFill>
                <a:srgbClr val="FFFFFF"/>
              </a:solidFill>
              <a:latin typeface="Calibri" pitchFamily="34" charset="0"/>
              <a:cs typeface="Calibri" pitchFamily="34" charset="0"/>
              <a:sym typeface="Calibri" pitchFamily="34" charset="0"/>
            </a:endParaRPr>
          </a:p>
        </p:txBody>
      </p:sp>
      <p:pic>
        <p:nvPicPr>
          <p:cNvPr id="5" name="Google Shape;93;p89" descr="Text&#10;&#10;Description automatically generated with low confidence"/>
          <p:cNvPicPr preferRelativeResize="0">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549218" y="5553075"/>
            <a:ext cx="3475567" cy="186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371313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2" name="Google Shape;95;p90" descr="ANation-PPT22_6.jpg"/>
          <p:cNvPicPr preferRelativeResize="0">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Google Shape;96;p90"/>
          <p:cNvSpPr>
            <a:spLocks noChangeArrowheads="1"/>
          </p:cNvSpPr>
          <p:nvPr/>
        </p:nvSpPr>
        <p:spPr bwMode="auto">
          <a:xfrm>
            <a:off x="1" y="0"/>
            <a:ext cx="201084" cy="6858000"/>
          </a:xfrm>
          <a:prstGeom prst="rect">
            <a:avLst/>
          </a:prstGeom>
          <a:solidFill>
            <a:srgbClr val="296CA4">
              <a:alpha val="8666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ctr"/>
          <a:lstStyle/>
          <a:p>
            <a:pPr algn="ctr">
              <a:buClr>
                <a:srgbClr val="000000"/>
              </a:buClr>
              <a:buFont typeface="Arial" charset="0"/>
              <a:buNone/>
            </a:pPr>
            <a:endParaRPr lang="en-US" sz="1800">
              <a:solidFill>
                <a:srgbClr val="FFFFFF"/>
              </a:solidFill>
              <a:latin typeface="Calibri" pitchFamily="34" charset="0"/>
              <a:cs typeface="Calibri" pitchFamily="34" charset="0"/>
              <a:sym typeface="Calibri" pitchFamily="34" charset="0"/>
            </a:endParaRPr>
          </a:p>
        </p:txBody>
      </p:sp>
      <p:sp>
        <p:nvSpPr>
          <p:cNvPr id="4" name="Google Shape;97;p90"/>
          <p:cNvSpPr>
            <a:spLocks noChangeArrowheads="1"/>
          </p:cNvSpPr>
          <p:nvPr/>
        </p:nvSpPr>
        <p:spPr bwMode="auto">
          <a:xfrm>
            <a:off x="4851400" y="0"/>
            <a:ext cx="7340600" cy="6858000"/>
          </a:xfrm>
          <a:prstGeom prst="rect">
            <a:avLst/>
          </a:prstGeom>
          <a:solidFill>
            <a:srgbClr val="296CA4">
              <a:alpha val="8666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ctr"/>
          <a:lstStyle/>
          <a:p>
            <a:pPr algn="ctr">
              <a:buClr>
                <a:srgbClr val="000000"/>
              </a:buClr>
              <a:buFont typeface="Arial" charset="0"/>
              <a:buNone/>
            </a:pPr>
            <a:endParaRPr lang="en-US" sz="1800">
              <a:solidFill>
                <a:srgbClr val="FFFFFF"/>
              </a:solidFill>
              <a:latin typeface="Calibri" pitchFamily="34" charset="0"/>
              <a:cs typeface="Calibri" pitchFamily="34" charset="0"/>
              <a:sym typeface="Calibri" pitchFamily="34" charset="0"/>
            </a:endParaRPr>
          </a:p>
        </p:txBody>
      </p:sp>
      <p:pic>
        <p:nvPicPr>
          <p:cNvPr id="5" name="Google Shape;98;p90" descr="Text&#10;&#10;Description automatically generated with low confidence"/>
          <p:cNvPicPr preferRelativeResize="0">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549218" y="5553075"/>
            <a:ext cx="3475567" cy="186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083825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2" name="Google Shape;100;p91" descr="ANation-PPT22_2.jpg"/>
          <p:cNvPicPr preferRelativeResize="0">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Google Shape;101;p91"/>
          <p:cNvSpPr>
            <a:spLocks noChangeArrowheads="1"/>
          </p:cNvSpPr>
          <p:nvPr/>
        </p:nvSpPr>
        <p:spPr bwMode="auto">
          <a:xfrm>
            <a:off x="1" y="0"/>
            <a:ext cx="201084" cy="6858000"/>
          </a:xfrm>
          <a:prstGeom prst="rect">
            <a:avLst/>
          </a:prstGeom>
          <a:solidFill>
            <a:srgbClr val="296CA4">
              <a:alpha val="8666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ctr"/>
          <a:lstStyle/>
          <a:p>
            <a:pPr algn="ctr">
              <a:buClr>
                <a:srgbClr val="000000"/>
              </a:buClr>
              <a:buFont typeface="Arial" charset="0"/>
              <a:buNone/>
            </a:pPr>
            <a:endParaRPr lang="en-US" sz="1800">
              <a:solidFill>
                <a:srgbClr val="FFFFFF"/>
              </a:solidFill>
              <a:latin typeface="Calibri" pitchFamily="34" charset="0"/>
              <a:cs typeface="Calibri" pitchFamily="34" charset="0"/>
              <a:sym typeface="Calibri" pitchFamily="34" charset="0"/>
            </a:endParaRPr>
          </a:p>
        </p:txBody>
      </p:sp>
      <p:sp>
        <p:nvSpPr>
          <p:cNvPr id="4" name="Google Shape;102;p91"/>
          <p:cNvSpPr>
            <a:spLocks noChangeArrowheads="1"/>
          </p:cNvSpPr>
          <p:nvPr/>
        </p:nvSpPr>
        <p:spPr bwMode="auto">
          <a:xfrm>
            <a:off x="4851400" y="0"/>
            <a:ext cx="7340600" cy="6858000"/>
          </a:xfrm>
          <a:prstGeom prst="rect">
            <a:avLst/>
          </a:prstGeom>
          <a:solidFill>
            <a:srgbClr val="296CA4">
              <a:alpha val="8666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ctr"/>
          <a:lstStyle/>
          <a:p>
            <a:pPr algn="ctr">
              <a:buClr>
                <a:srgbClr val="000000"/>
              </a:buClr>
              <a:buFont typeface="Arial" charset="0"/>
              <a:buNone/>
            </a:pPr>
            <a:endParaRPr lang="en-US" sz="1800">
              <a:solidFill>
                <a:srgbClr val="FFFFFF"/>
              </a:solidFill>
              <a:latin typeface="Calibri" pitchFamily="34" charset="0"/>
              <a:cs typeface="Calibri" pitchFamily="34" charset="0"/>
              <a:sym typeface="Calibri" pitchFamily="34" charset="0"/>
            </a:endParaRPr>
          </a:p>
        </p:txBody>
      </p:sp>
      <p:pic>
        <p:nvPicPr>
          <p:cNvPr id="5" name="Google Shape;103;p91" descr="Text&#10;&#10;Description automatically generated with low confidence"/>
          <p:cNvPicPr preferRelativeResize="0">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549218" y="5553075"/>
            <a:ext cx="3475567" cy="186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721949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2" name="Google Shape;105;p92" descr="ANation-PPT2_7.jpg"/>
          <p:cNvPicPr preferRelativeResize="0">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Google Shape;106;p92"/>
          <p:cNvSpPr>
            <a:spLocks noChangeArrowheads="1"/>
          </p:cNvSpPr>
          <p:nvPr/>
        </p:nvSpPr>
        <p:spPr bwMode="auto">
          <a:xfrm>
            <a:off x="1" y="0"/>
            <a:ext cx="201084" cy="6858000"/>
          </a:xfrm>
          <a:prstGeom prst="rect">
            <a:avLst/>
          </a:prstGeom>
          <a:solidFill>
            <a:srgbClr val="296CA4">
              <a:alpha val="8666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ctr"/>
          <a:lstStyle/>
          <a:p>
            <a:pPr algn="ctr">
              <a:buClr>
                <a:srgbClr val="000000"/>
              </a:buClr>
              <a:buFont typeface="Arial" charset="0"/>
              <a:buNone/>
            </a:pPr>
            <a:endParaRPr lang="en-US" sz="1800">
              <a:solidFill>
                <a:srgbClr val="FFFFFF"/>
              </a:solidFill>
              <a:latin typeface="Calibri" pitchFamily="34" charset="0"/>
              <a:cs typeface="Calibri" pitchFamily="34" charset="0"/>
              <a:sym typeface="Calibri" pitchFamily="34" charset="0"/>
            </a:endParaRPr>
          </a:p>
        </p:txBody>
      </p:sp>
      <p:sp>
        <p:nvSpPr>
          <p:cNvPr id="4" name="Google Shape;107;p92"/>
          <p:cNvSpPr>
            <a:spLocks noChangeArrowheads="1"/>
          </p:cNvSpPr>
          <p:nvPr/>
        </p:nvSpPr>
        <p:spPr bwMode="auto">
          <a:xfrm>
            <a:off x="4851400" y="0"/>
            <a:ext cx="7340600" cy="6858000"/>
          </a:xfrm>
          <a:prstGeom prst="rect">
            <a:avLst/>
          </a:prstGeom>
          <a:solidFill>
            <a:srgbClr val="296CA4">
              <a:alpha val="8666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ctr"/>
          <a:lstStyle/>
          <a:p>
            <a:pPr algn="ctr">
              <a:buClr>
                <a:srgbClr val="000000"/>
              </a:buClr>
              <a:buFont typeface="Arial" charset="0"/>
              <a:buNone/>
            </a:pPr>
            <a:endParaRPr lang="en-US" sz="1800">
              <a:solidFill>
                <a:srgbClr val="FFFFFF"/>
              </a:solidFill>
              <a:latin typeface="Calibri" pitchFamily="34" charset="0"/>
              <a:cs typeface="Calibri" pitchFamily="34" charset="0"/>
              <a:sym typeface="Calibri" pitchFamily="34" charset="0"/>
            </a:endParaRPr>
          </a:p>
        </p:txBody>
      </p:sp>
      <p:pic>
        <p:nvPicPr>
          <p:cNvPr id="5" name="Google Shape;108;p92" descr="Text&#10;&#10;Description automatically generated with low confidence"/>
          <p:cNvPicPr preferRelativeResize="0">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549218" y="5553075"/>
            <a:ext cx="3475567" cy="186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654960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2" name="Google Shape;12;p55"/>
          <p:cNvSpPr txBox="1">
            <a:spLocks noGrp="1"/>
          </p:cNvSpPr>
          <p:nvPr>
            <p:ph type="dt" idx="11"/>
          </p:nvPr>
        </p:nvSpPr>
        <p:spPr>
          <a:ln/>
        </p:spPr>
        <p:txBody>
          <a:bodyPr/>
          <a:lstStyle>
            <a:lvl1pPr>
              <a:defRPr/>
            </a:lvl1pPr>
          </a:lstStyle>
          <a:p>
            <a:endParaRPr lang="en-US"/>
          </a:p>
        </p:txBody>
      </p:sp>
      <p:sp>
        <p:nvSpPr>
          <p:cNvPr id="3" name="Google Shape;13;p55"/>
          <p:cNvSpPr txBox="1">
            <a:spLocks noGrp="1"/>
          </p:cNvSpPr>
          <p:nvPr>
            <p:ph type="ftr" idx="12"/>
          </p:nvPr>
        </p:nvSpPr>
        <p:spPr>
          <a:ln/>
        </p:spPr>
        <p:txBody>
          <a:bodyPr/>
          <a:lstStyle>
            <a:lvl1pPr>
              <a:defRPr/>
            </a:lvl1pPr>
          </a:lstStyle>
          <a:p>
            <a:endParaRPr lang="en-US"/>
          </a:p>
        </p:txBody>
      </p:sp>
      <p:sp>
        <p:nvSpPr>
          <p:cNvPr id="4" name="Google Shape;14;p55"/>
          <p:cNvSpPr txBox="1">
            <a:spLocks noGrp="1"/>
          </p:cNvSpPr>
          <p:nvPr>
            <p:ph type="sldNum" idx="13"/>
          </p:nvPr>
        </p:nvSpPr>
        <p:spPr>
          <a:ln/>
        </p:spPr>
        <p:txBody>
          <a:bodyPr/>
          <a:lstStyle>
            <a:lvl1pPr>
              <a:defRPr/>
            </a:lvl1pPr>
          </a:lstStyle>
          <a:p>
            <a:fld id="{AF58E4A7-D874-47E4-8B17-C16CB1A6741A}" type="slidenum">
              <a:rPr lang="en-US"/>
              <a:pPr/>
              <a:t>‹#›</a:t>
            </a:fld>
            <a:endParaRPr lang="en-US"/>
          </a:p>
        </p:txBody>
      </p:sp>
    </p:spTree>
    <p:extLst>
      <p:ext uri="{BB962C8B-B14F-4D97-AF65-F5344CB8AC3E}">
        <p14:creationId xmlns:p14="http://schemas.microsoft.com/office/powerpoint/2010/main" val="1427828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Google Shape;10;p55"/>
          <p:cNvSpPr txBox="1">
            <a:spLocks noGrp="1"/>
          </p:cNvSpPr>
          <p:nvPr>
            <p:ph type="title"/>
          </p:nvPr>
        </p:nvSpPr>
        <p:spPr bwMode="auto">
          <a:xfrm>
            <a:off x="838200" y="365126"/>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p>
            <a:pPr lvl="0"/>
            <a:endParaRPr lang="en-US">
              <a:sym typeface="Arial" charset="0"/>
            </a:endParaRPr>
          </a:p>
        </p:txBody>
      </p:sp>
      <p:sp>
        <p:nvSpPr>
          <p:cNvPr id="1027" name="Google Shape;11;p55"/>
          <p:cNvSpPr txBox="1">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t" anchorCtr="0" compatLnSpc="1">
            <a:prstTxWarp prst="textNoShape">
              <a:avLst/>
            </a:prstTxWarp>
          </a:bodyPr>
          <a:lstStyle/>
          <a:p>
            <a:pPr lvl="0"/>
            <a:endParaRPr lang="en-US">
              <a:sym typeface="Arial" charset="0"/>
            </a:endParaRPr>
          </a:p>
        </p:txBody>
      </p:sp>
      <p:sp>
        <p:nvSpPr>
          <p:cNvPr id="1028" name="Google Shape;12;p55"/>
          <p:cNvSpPr txBox="1">
            <a:spLocks noGrp="1"/>
          </p:cNvSpPr>
          <p:nvPr>
            <p:ph type="dt" idx="10"/>
          </p:nvPr>
        </p:nvSpPr>
        <p:spPr bwMode="auto">
          <a:xfrm>
            <a:off x="838200" y="6356351"/>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lvl1pPr eaLnBrk="1" hangingPunct="1">
              <a:buClr>
                <a:srgbClr val="000000"/>
              </a:buClr>
              <a:buSzPts val="1400"/>
              <a:buFont typeface="Arial" charset="0"/>
              <a:defRPr sz="900">
                <a:solidFill>
                  <a:srgbClr val="888888"/>
                </a:solidFill>
                <a:latin typeface="Calibri" pitchFamily="34" charset="0"/>
                <a:cs typeface="Calibri" pitchFamily="34" charset="0"/>
                <a:sym typeface="Calibri" pitchFamily="34"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endParaRPr lang="en-US"/>
          </a:p>
        </p:txBody>
      </p:sp>
      <p:sp>
        <p:nvSpPr>
          <p:cNvPr id="1029" name="Google Shape;13;p55"/>
          <p:cNvSpPr txBox="1">
            <a:spLocks noGrp="1"/>
          </p:cNvSpPr>
          <p:nvPr>
            <p:ph type="ftr" idx="11"/>
          </p:nvPr>
        </p:nvSpPr>
        <p:spPr bwMode="auto">
          <a:xfrm>
            <a:off x="4038600" y="6356351"/>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lvl1pPr algn="ctr" eaLnBrk="1" hangingPunct="1">
              <a:buClr>
                <a:srgbClr val="000000"/>
              </a:buClr>
              <a:buSzPts val="1400"/>
              <a:buFont typeface="Arial" charset="0"/>
              <a:defRPr sz="900">
                <a:solidFill>
                  <a:srgbClr val="888888"/>
                </a:solidFill>
                <a:latin typeface="Calibri" pitchFamily="34" charset="0"/>
                <a:cs typeface="Calibri" pitchFamily="34" charset="0"/>
                <a:sym typeface="Calibri" pitchFamily="34"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endParaRPr lang="en-US"/>
          </a:p>
        </p:txBody>
      </p:sp>
      <p:sp>
        <p:nvSpPr>
          <p:cNvPr id="1030" name="Google Shape;14;p55"/>
          <p:cNvSpPr txBox="1">
            <a:spLocks noGrp="1"/>
          </p:cNvSpPr>
          <p:nvPr>
            <p:ph type="sldNum" idx="12"/>
          </p:nvPr>
        </p:nvSpPr>
        <p:spPr bwMode="auto">
          <a:xfrm>
            <a:off x="8610600" y="6356351"/>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lvl1pPr algn="r" eaLnBrk="1" hangingPunct="1">
              <a:buClr>
                <a:srgbClr val="000000"/>
              </a:buClr>
              <a:buFont typeface="Arial" charset="0"/>
              <a:defRPr sz="900">
                <a:solidFill>
                  <a:srgbClr val="888888"/>
                </a:solidFill>
                <a:latin typeface="Calibri" pitchFamily="34" charset="0"/>
                <a:cs typeface="Calibri" pitchFamily="34" charset="0"/>
                <a:sym typeface="Calibri" pitchFamily="34"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fld id="{EB227314-D172-44B0-9F71-F3FE6F128868}" type="slidenum">
              <a:rPr lang="en-US"/>
              <a:pPr/>
              <a:t>‹#›</a:t>
            </a:fld>
            <a:endParaRPr lang="en-US"/>
          </a:p>
        </p:txBody>
      </p:sp>
    </p:spTree>
  </p:cSld>
  <p:clrMap bg1="lt1" tx1="dk1" bg2="dk2" tx2="lt2" accent1="accent1" accent2="accent2" accent3="accent3" accent4="accent4" accent5="accent5" accent6="accent6" hlink="hlink" folHlink="folHlink"/>
  <p:sldLayoutIdLst>
    <p:sldLayoutId id="2147483684"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5" r:id="rId12"/>
    <p:sldLayoutId id="2147483686" r:id="rId13"/>
    <p:sldLayoutId id="2147483687" r:id="rId14"/>
    <p:sldLayoutId id="2147483688" r:id="rId15"/>
    <p:sldLayoutId id="2147483689" r:id="rId16"/>
    <p:sldLayoutId id="2147483683" r:id="rId17"/>
  </p:sldLayoutIdLst>
  <p:hf sldNum="0" hdr="0" ftr="0" dt="0"/>
  <p:txStyles>
    <p:titleStyle>
      <a:defPPr marR="0" lvl="0" algn="l" rtl="0">
        <a:lnSpc>
          <a:spcPct val="100000"/>
        </a:lnSpc>
        <a:spcBef>
          <a:spcPts val="0"/>
        </a:spcBef>
        <a:spcAft>
          <a:spcPts val="0"/>
        </a:spcAft>
      </a:defPPr>
      <a:lvl1pPr algn="l" rtl="0" eaLnBrk="0" fontAlgn="base" hangingPunct="0">
        <a:spcBef>
          <a:spcPct val="0"/>
        </a:spcBef>
        <a:spcAft>
          <a:spcPct val="0"/>
        </a:spcAft>
        <a:buClr>
          <a:srgbClr val="000000"/>
        </a:buClr>
        <a:buFont typeface="Arial" charset="0"/>
        <a:defRPr sz="1400">
          <a:solidFill>
            <a:srgbClr val="000000"/>
          </a:solidFill>
          <a:latin typeface="Arial"/>
          <a:ea typeface="Arial"/>
          <a:cs typeface="Arial"/>
          <a:sym typeface="Arial" charset="0"/>
        </a:defRPr>
      </a:lvl1pPr>
      <a:lvl2pPr lvl="1" algn="l" rtl="0" eaLnBrk="0" fontAlgn="base" hangingPunct="0">
        <a:spcBef>
          <a:spcPct val="0"/>
        </a:spcBef>
        <a:spcAft>
          <a:spcPct val="0"/>
        </a:spcAft>
        <a:buClr>
          <a:srgbClr val="000000"/>
        </a:buClr>
        <a:buFont typeface="Arial" charset="0"/>
        <a:defRPr sz="1400">
          <a:solidFill>
            <a:srgbClr val="000000"/>
          </a:solidFill>
          <a:latin typeface="Arial"/>
          <a:ea typeface="Arial"/>
          <a:cs typeface="Arial"/>
          <a:sym typeface="Arial" charset="0"/>
        </a:defRPr>
      </a:lvl2pPr>
      <a:lvl3pPr lvl="2" algn="l" rtl="0" eaLnBrk="0" fontAlgn="base" hangingPunct="0">
        <a:spcBef>
          <a:spcPct val="0"/>
        </a:spcBef>
        <a:spcAft>
          <a:spcPct val="0"/>
        </a:spcAft>
        <a:buClr>
          <a:srgbClr val="000000"/>
        </a:buClr>
        <a:buFont typeface="Arial" charset="0"/>
        <a:defRPr sz="1400">
          <a:solidFill>
            <a:srgbClr val="000000"/>
          </a:solidFill>
          <a:latin typeface="Arial"/>
          <a:ea typeface="Arial"/>
          <a:cs typeface="Arial"/>
          <a:sym typeface="Arial" charset="0"/>
        </a:defRPr>
      </a:lvl3pPr>
      <a:lvl4pPr lvl="3" algn="l" rtl="0" eaLnBrk="0" fontAlgn="base" hangingPunct="0">
        <a:spcBef>
          <a:spcPct val="0"/>
        </a:spcBef>
        <a:spcAft>
          <a:spcPct val="0"/>
        </a:spcAft>
        <a:buClr>
          <a:srgbClr val="000000"/>
        </a:buClr>
        <a:buFont typeface="Arial" charset="0"/>
        <a:defRPr sz="1400">
          <a:solidFill>
            <a:srgbClr val="000000"/>
          </a:solidFill>
          <a:latin typeface="Arial"/>
          <a:ea typeface="Arial"/>
          <a:cs typeface="Arial"/>
          <a:sym typeface="Arial" charset="0"/>
        </a:defRPr>
      </a:lvl4pPr>
      <a:lvl5pPr lvl="4" algn="l" rtl="0" eaLnBrk="0" fontAlgn="base" hangingPunct="0">
        <a:spcBef>
          <a:spcPct val="0"/>
        </a:spcBef>
        <a:spcAft>
          <a:spcPct val="0"/>
        </a:spcAft>
        <a:buClr>
          <a:srgbClr val="000000"/>
        </a:buClr>
        <a:buFont typeface="Arial" charset="0"/>
        <a:defRPr sz="1400">
          <a:solidFill>
            <a:srgbClr val="000000"/>
          </a:solidFill>
          <a:latin typeface="Arial"/>
          <a:ea typeface="Arial"/>
          <a:cs typeface="Arial"/>
          <a:sym typeface="Arial"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342900" indent="-342900" algn="l" rtl="0" eaLnBrk="0" fontAlgn="base" hangingPunct="0">
        <a:spcBef>
          <a:spcPct val="0"/>
        </a:spcBef>
        <a:spcAft>
          <a:spcPct val="0"/>
        </a:spcAft>
        <a:buClr>
          <a:srgbClr val="000000"/>
        </a:buClr>
        <a:buFont typeface="Arial" charset="0"/>
        <a:defRPr sz="1400">
          <a:solidFill>
            <a:srgbClr val="000000"/>
          </a:solidFill>
          <a:latin typeface="Arial"/>
          <a:ea typeface="Arial"/>
          <a:cs typeface="Arial"/>
          <a:sym typeface="Arial" charset="0"/>
        </a:defRPr>
      </a:lvl1pPr>
      <a:lvl2pPr marL="742950" lvl="1" indent="-285750" algn="l" rtl="0" eaLnBrk="0" fontAlgn="base" hangingPunct="0">
        <a:spcBef>
          <a:spcPct val="0"/>
        </a:spcBef>
        <a:spcAft>
          <a:spcPct val="0"/>
        </a:spcAft>
        <a:buClr>
          <a:srgbClr val="000000"/>
        </a:buClr>
        <a:buFont typeface="Arial" charset="0"/>
        <a:defRPr sz="1400">
          <a:solidFill>
            <a:srgbClr val="000000"/>
          </a:solidFill>
          <a:latin typeface="Arial"/>
          <a:ea typeface="Arial"/>
          <a:cs typeface="Arial"/>
          <a:sym typeface="Arial" charset="0"/>
        </a:defRPr>
      </a:lvl2pPr>
      <a:lvl3pPr marL="1143000" lvl="2" indent="-228600" algn="l" rtl="0" eaLnBrk="0" fontAlgn="base" hangingPunct="0">
        <a:spcBef>
          <a:spcPct val="0"/>
        </a:spcBef>
        <a:spcAft>
          <a:spcPct val="0"/>
        </a:spcAft>
        <a:buClr>
          <a:srgbClr val="000000"/>
        </a:buClr>
        <a:buFont typeface="Arial" charset="0"/>
        <a:defRPr sz="1400">
          <a:solidFill>
            <a:srgbClr val="000000"/>
          </a:solidFill>
          <a:latin typeface="Arial"/>
          <a:ea typeface="Arial"/>
          <a:cs typeface="Arial"/>
          <a:sym typeface="Arial" charset="0"/>
        </a:defRPr>
      </a:lvl3pPr>
      <a:lvl4pPr marL="1600200" lvl="3" indent="-228600" algn="l" rtl="0" eaLnBrk="0" fontAlgn="base" hangingPunct="0">
        <a:spcBef>
          <a:spcPct val="0"/>
        </a:spcBef>
        <a:spcAft>
          <a:spcPct val="0"/>
        </a:spcAft>
        <a:buClr>
          <a:srgbClr val="000000"/>
        </a:buClr>
        <a:buFont typeface="Arial" charset="0"/>
        <a:defRPr sz="1400">
          <a:solidFill>
            <a:srgbClr val="000000"/>
          </a:solidFill>
          <a:latin typeface="Arial"/>
          <a:ea typeface="Arial"/>
          <a:cs typeface="Arial"/>
          <a:sym typeface="Arial" charset="0"/>
        </a:defRPr>
      </a:lvl4pPr>
      <a:lvl5pPr marL="2057400" lvl="4" indent="-228600" algn="l" rtl="0" eaLnBrk="0" fontAlgn="base" hangingPunct="0">
        <a:spcBef>
          <a:spcPct val="0"/>
        </a:spcBef>
        <a:spcAft>
          <a:spcPct val="0"/>
        </a:spcAft>
        <a:buClr>
          <a:srgbClr val="000000"/>
        </a:buClr>
        <a:buFont typeface="Arial" charset="0"/>
        <a:defRPr sz="1400">
          <a:solidFill>
            <a:srgbClr val="000000"/>
          </a:solidFill>
          <a:latin typeface="Arial"/>
          <a:ea typeface="Arial"/>
          <a:cs typeface="Arial"/>
          <a:sym typeface="Arial"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7.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7.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7.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7.xml"/><Relationship Id="rId5" Type="http://schemas.openxmlformats.org/officeDocument/2006/relationships/image" Target="../media/image12.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7.xml"/><Relationship Id="rId5" Type="http://schemas.openxmlformats.org/officeDocument/2006/relationships/image" Target="../media/image15.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7.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7.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7.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7.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7.xml"/><Relationship Id="rId5" Type="http://schemas.openxmlformats.org/officeDocument/2006/relationships/image" Target="../media/image22.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7.xml"/><Relationship Id="rId5" Type="http://schemas.openxmlformats.org/officeDocument/2006/relationships/image" Target="../media/image9.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7.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17.xml"/><Relationship Id="rId6" Type="http://schemas.openxmlformats.org/officeDocument/2006/relationships/image" Target="../media/image9.png"/><Relationship Id="rId5" Type="http://schemas.openxmlformats.org/officeDocument/2006/relationships/image" Target="../media/image28.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17.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17.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17.xml"/><Relationship Id="rId5" Type="http://schemas.openxmlformats.org/officeDocument/2006/relationships/image" Target="../media/image34.png"/><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17.xml"/><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17.xml"/><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17.xml"/><Relationship Id="rId6" Type="http://schemas.openxmlformats.org/officeDocument/2006/relationships/image" Target="../media/image9.png"/><Relationship Id="rId5" Type="http://schemas.openxmlformats.org/officeDocument/2006/relationships/image" Target="../media/image40.png"/><Relationship Id="rId4" Type="http://schemas.openxmlformats.org/officeDocument/2006/relationships/image" Target="../media/image39.png"/></Relationships>
</file>

<file path=ppt/slides/_rels/slide2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1.png"/><Relationship Id="rId7"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1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17.xml"/><Relationship Id="rId4" Type="http://schemas.openxmlformats.org/officeDocument/2006/relationships/image" Target="../media/image45.png"/></Relationships>
</file>

<file path=ppt/slides/_rels/slide3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9.xml"/><Relationship Id="rId1" Type="http://schemas.openxmlformats.org/officeDocument/2006/relationships/slideLayout" Target="../slideLayouts/slideLayout17.xml"/><Relationship Id="rId5" Type="http://schemas.openxmlformats.org/officeDocument/2006/relationships/image" Target="../media/image45.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8" name="Picture 7" descr="A blue sign with white text&#10;&#10;Description automatically generated with medium confidence">
            <a:extLst>
              <a:ext uri="{FF2B5EF4-FFF2-40B4-BE49-F238E27FC236}">
                <a16:creationId xmlns=""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
        <p:nvSpPr>
          <p:cNvPr id="9" name="Google Shape;261;g104476d1465_0_0"/>
          <p:cNvSpPr txBox="1">
            <a:spLocks/>
          </p:cNvSpPr>
          <p:nvPr/>
        </p:nvSpPr>
        <p:spPr>
          <a:xfrm>
            <a:off x="5742834" y="2054277"/>
            <a:ext cx="4925167"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sz="4000" b="1" dirty="0">
                <a:solidFill>
                  <a:srgbClr val="417DBF"/>
                </a:solidFill>
                <a:latin typeface="Verdana"/>
                <a:ea typeface="Verdana"/>
                <a:cs typeface="Verdana"/>
                <a:sym typeface="Verdana"/>
              </a:rPr>
              <a:t>Algebra 1</a:t>
            </a:r>
            <a:br>
              <a:rPr lang="en-US" sz="4000" b="1" dirty="0">
                <a:solidFill>
                  <a:srgbClr val="417DBF"/>
                </a:solidFill>
                <a:latin typeface="Verdana"/>
                <a:ea typeface="Verdana"/>
                <a:cs typeface="Verdana"/>
                <a:sym typeface="Verdana"/>
              </a:rPr>
            </a:br>
            <a:endParaRPr lang="en-US" sz="4000" b="1" dirty="0">
              <a:solidFill>
                <a:srgbClr val="417DBF"/>
              </a:solidFill>
              <a:latin typeface="Verdana"/>
              <a:ea typeface="Verdana"/>
              <a:cs typeface="Verdana"/>
              <a:sym typeface="Verdana"/>
            </a:endParaRPr>
          </a:p>
          <a:p>
            <a:pPr algn="ctr"/>
            <a:r>
              <a:rPr lang="en-US" sz="4000" b="1" dirty="0">
                <a:solidFill>
                  <a:srgbClr val="417DBF"/>
                </a:solidFill>
                <a:latin typeface="Verdana"/>
                <a:ea typeface="Verdana"/>
                <a:cs typeface="Verdana"/>
                <a:sym typeface="Verdana"/>
              </a:rPr>
              <a:t>Unit 3, Lesson 8</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Analyzing Residuals</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
            </a:r>
            <a:br>
              <a:rPr lang="en-US" sz="40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Volume 1, pg. </a:t>
            </a:r>
            <a:r>
              <a:rPr lang="en-US" sz="3200" b="1" dirty="0" smtClean="0">
                <a:solidFill>
                  <a:srgbClr val="417DBF"/>
                </a:solidFill>
                <a:latin typeface="Verdana"/>
                <a:ea typeface="Verdana"/>
                <a:cs typeface="Verdana"/>
                <a:sym typeface="Verdana"/>
              </a:rPr>
              <a:t>150</a:t>
            </a:r>
            <a:endParaRPr lang="en-US" sz="3200" b="1" dirty="0">
              <a:solidFill>
                <a:srgbClr val="417DBF"/>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278;g104476d1465_1_17"/>
          <p:cNvSpPr/>
          <p:nvPr/>
        </p:nvSpPr>
        <p:spPr>
          <a:xfrm>
            <a:off x="0" y="-8225"/>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smtClean="0">
                <a:latin typeface="Calibri"/>
                <a:ea typeface="Calibri"/>
                <a:cs typeface="Calibri"/>
                <a:sym typeface="Calibri"/>
              </a:rPr>
              <a:t>volume 1, pg. </a:t>
            </a:r>
            <a:r>
              <a:rPr lang="en-US" i="1" dirty="0" smtClean="0">
                <a:latin typeface="Calibri"/>
                <a:ea typeface="Calibri"/>
                <a:cs typeface="Calibri"/>
                <a:sym typeface="Calibri"/>
              </a:rPr>
              <a:t>150</a:t>
            </a:r>
            <a:endParaRPr i="1" dirty="0">
              <a:latin typeface="Calibri"/>
              <a:ea typeface="Calibri"/>
              <a:cs typeface="Calibri"/>
              <a:sym typeface="Calibri"/>
            </a:endParaRPr>
          </a:p>
        </p:txBody>
      </p:sp>
      <p:pic>
        <p:nvPicPr>
          <p:cNvPr id="10"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80;g104476d1465_1_17">
            <a:extLst>
              <a:ext uri="{FF2B5EF4-FFF2-40B4-BE49-F238E27FC236}">
                <a16:creationId xmlns:mc="http://schemas.openxmlformats.org/markup-compatibility/2006" xmlns:a14="http://schemas.microsoft.com/office/drawing/2010/main" xmlns:a16="http://schemas.microsoft.com/office/drawing/2014/main" xmlns="" id="{527A9F9F-07B8-ED47-B967-E5507C67DBC5}"/>
              </a:ext>
            </a:extLst>
          </p:cNvPr>
          <p:cNvSpPr txBox="1">
            <a:spLocks/>
          </p:cNvSpPr>
          <p:nvPr/>
        </p:nvSpPr>
        <p:spPr>
          <a:xfrm>
            <a:off x="514000" y="1600200"/>
            <a:ext cx="11114150" cy="450596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3500" dirty="0">
                <a:latin typeface="Verdana" pitchFamily="34" charset="0"/>
                <a:sym typeface="Calibri" pitchFamily="34" charset="0"/>
              </a:rPr>
              <a:t>MA.912.DP.2.6</a:t>
            </a:r>
          </a:p>
          <a:p>
            <a:pPr marL="571500" lvl="1" indent="0">
              <a:buNone/>
            </a:pPr>
            <a:r>
              <a:rPr lang="en-US" sz="3500" dirty="0">
                <a:latin typeface="Verdana" pitchFamily="34" charset="0"/>
                <a:sym typeface="Calibri" pitchFamily="34" charset="0"/>
              </a:rPr>
              <a:t>Given a scatter plot with a line of fit and residuals, determine the strength and direction of the correlation. Interpret strength and direction within a real-world context.</a:t>
            </a:r>
            <a:endParaRPr lang="en-US" sz="3500" dirty="0">
              <a:latin typeface="Verdana" pitchFamily="34" charset="0"/>
              <a:sym typeface="Calibri" pitchFamily="34" charset="0"/>
            </a:endParaRPr>
          </a:p>
        </p:txBody>
      </p:sp>
      <p:sp>
        <p:nvSpPr>
          <p:cNvPr id="12" name="Google Shape;279;g104476d1465_1_17"/>
          <p:cNvSpPr txBox="1">
            <a:spLocks/>
          </p:cNvSpPr>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pPr>
            <a:r>
              <a:rPr lang="en-US" sz="4700" b="1" dirty="0" smtClean="0">
                <a:solidFill>
                  <a:srgbClr val="54B5D1"/>
                </a:solidFill>
                <a:latin typeface="Verdana"/>
                <a:ea typeface="Verdana"/>
                <a:cs typeface="Verdana"/>
                <a:sym typeface="Verdana"/>
              </a:rPr>
              <a:t>Benchmark</a:t>
            </a:r>
            <a:endParaRPr lang="en-US" sz="3700" b="1" dirty="0">
              <a:solidFill>
                <a:srgbClr val="54B5D1"/>
              </a:solidFill>
              <a:latin typeface="Verdana"/>
              <a:ea typeface="Verdana"/>
              <a:cs typeface="Verdana"/>
              <a:sym typeface="Verdana"/>
            </a:endParaRPr>
          </a:p>
        </p:txBody>
      </p:sp>
      <p:pic>
        <p:nvPicPr>
          <p:cNvPr id="13" name="Google Shape;281;g104476d1465_1_17"/>
          <p:cNvPicPr preferRelativeResize="0"/>
          <p:nvPr/>
        </p:nvPicPr>
        <p:blipFill>
          <a:blip r:embed="rId4">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p:cNvSpPr/>
          <p:nvPr/>
        </p:nvSpPr>
        <p:spPr>
          <a:xfrm>
            <a:off x="0" y="-7938"/>
            <a:ext cx="223838" cy="6865938"/>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lIns="91425" tIns="91425" rIns="91425" bIns="91425" anchor="ctr"/>
          <a:lstStyle/>
          <a:p>
            <a:pPr fontAlgn="auto">
              <a:spcBef>
                <a:spcPts val="0"/>
              </a:spcBef>
              <a:spcAft>
                <a:spcPts val="0"/>
              </a:spcAft>
              <a:buClr>
                <a:srgbClr val="000000"/>
              </a:buClr>
              <a:defRPr/>
            </a:pPr>
            <a:endParaRPr kern="0">
              <a:latin typeface="Arial"/>
              <a:ea typeface="Arial"/>
              <a:cs typeface="Arial"/>
              <a:sym typeface="Arial"/>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smtClean="0">
                <a:latin typeface="Calibri"/>
                <a:ea typeface="Calibri"/>
                <a:cs typeface="Calibri"/>
                <a:sym typeface="Calibri"/>
              </a:rPr>
              <a:t>volume 1, pg. </a:t>
            </a:r>
            <a:r>
              <a:rPr lang="en-US" i="1" dirty="0" smtClean="0">
                <a:latin typeface="Calibri"/>
                <a:ea typeface="Calibri"/>
                <a:cs typeface="Calibri"/>
                <a:sym typeface="Calibri"/>
              </a:rPr>
              <a:t>150</a:t>
            </a:r>
            <a:endParaRPr i="1" dirty="0">
              <a:latin typeface="Calibri"/>
              <a:ea typeface="Calibri"/>
              <a:cs typeface="Calibri"/>
              <a:sym typeface="Calibri"/>
            </a:endParaRPr>
          </a:p>
        </p:txBody>
      </p:sp>
      <p:pic>
        <p:nvPicPr>
          <p:cNvPr id="9" name="Google Shape;283;g104476d1465_1_17"/>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10" name="Google Shape;281;g104476d1465_1_17"/>
          <p:cNvPicPr preferRelativeResize="0"/>
          <p:nvPr/>
        </p:nvPicPr>
        <p:blipFill>
          <a:blip r:embed="rId3">
            <a:alphaModFix/>
          </a:blip>
          <a:stretch>
            <a:fillRect/>
          </a:stretch>
        </p:blipFill>
        <p:spPr>
          <a:xfrm>
            <a:off x="368816" y="418867"/>
            <a:ext cx="747300" cy="747300"/>
          </a:xfrm>
          <a:prstGeom prst="rect">
            <a:avLst/>
          </a:prstGeom>
          <a:noFill/>
          <a:ln>
            <a:noFill/>
          </a:ln>
          <a:effectLst>
            <a:outerShdw blurRad="57150" dist="19050" dir="5400000" algn="bl" rotWithShape="0">
              <a:srgbClr val="000000">
                <a:alpha val="50000"/>
              </a:srgbClr>
            </a:outerShdw>
          </a:effectLst>
        </p:spPr>
      </p:pic>
      <p:sp>
        <p:nvSpPr>
          <p:cNvPr id="11" name="Google Shape;296;g103996e1364_0_10">
            <a:extLst>
              <a:ext uri="{FF2B5EF4-FFF2-40B4-BE49-F238E27FC236}">
                <a16:creationId xmlns="" xmlns:a16="http://schemas.microsoft.com/office/drawing/2014/main" id="{A6E18E39-B007-D647-9935-55A748533A45}"/>
              </a:ext>
            </a:extLst>
          </p:cNvPr>
          <p:cNvSpPr txBox="1">
            <a:spLocks/>
          </p:cNvSpPr>
          <p:nvPr/>
        </p:nvSpPr>
        <p:spPr>
          <a:xfrm>
            <a:off x="1154216" y="1596390"/>
            <a:ext cx="998050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eaLnBrk="1" hangingPunct="1">
              <a:buSzPts val="500"/>
            </a:pPr>
            <a:r>
              <a:rPr lang="en-US" sz="2000" dirty="0">
                <a:solidFill>
                  <a:schemeClr val="tx1"/>
                </a:solidFill>
                <a:latin typeface="Verdana" pitchFamily="34" charset="0"/>
                <a:sym typeface="Verdana" pitchFamily="34" charset="0"/>
              </a:rPr>
              <a:t>MA.K12.MTR.1.1 Actively participate in effortful learning both individually and collectively.</a:t>
            </a:r>
          </a:p>
          <a:p>
            <a:pPr eaLnBrk="1" hangingPunct="1">
              <a:buSzPts val="500"/>
            </a:pPr>
            <a:endParaRPr lang="en-US" sz="2000" dirty="0">
              <a:solidFill>
                <a:schemeClr val="tx1"/>
              </a:solidFill>
              <a:latin typeface="Verdana" pitchFamily="34" charset="0"/>
              <a:sym typeface="Verdana" pitchFamily="34" charset="0"/>
            </a:endParaRPr>
          </a:p>
          <a:p>
            <a:pPr eaLnBrk="1" hangingPunct="1">
              <a:buSzPts val="500"/>
            </a:pPr>
            <a:r>
              <a:rPr lang="en-US" sz="2000" dirty="0">
                <a:solidFill>
                  <a:schemeClr val="tx1"/>
                </a:solidFill>
                <a:latin typeface="Verdana" pitchFamily="34" charset="0"/>
                <a:sym typeface="Verdana" pitchFamily="34" charset="0"/>
              </a:rPr>
              <a:t>MA.K12.MTR.2.1 Demonstrate understanding by representing problems in multiple ways.</a:t>
            </a:r>
          </a:p>
          <a:p>
            <a:pPr eaLnBrk="1" hangingPunct="1">
              <a:buSzPts val="500"/>
            </a:pPr>
            <a:endParaRPr lang="en-US" sz="2000" dirty="0">
              <a:solidFill>
                <a:schemeClr val="tx1"/>
              </a:solidFill>
              <a:latin typeface="Verdana" pitchFamily="34" charset="0"/>
              <a:sym typeface="Verdana" pitchFamily="34" charset="0"/>
            </a:endParaRPr>
          </a:p>
          <a:p>
            <a:pPr eaLnBrk="1" hangingPunct="1">
              <a:buSzPts val="500"/>
            </a:pPr>
            <a:r>
              <a:rPr lang="en-US" sz="2000" dirty="0">
                <a:solidFill>
                  <a:schemeClr val="tx1"/>
                </a:solidFill>
                <a:latin typeface="Verdana" pitchFamily="34" charset="0"/>
                <a:sym typeface="Verdana" pitchFamily="34" charset="0"/>
              </a:rPr>
              <a:t>MA.K12.MTR.4.1 Engage in discussions that reflect on the mathematical thinking of self and others.</a:t>
            </a:r>
          </a:p>
          <a:p>
            <a:pPr eaLnBrk="1" hangingPunct="1">
              <a:buSzPts val="500"/>
            </a:pPr>
            <a:endParaRPr lang="en-US" sz="2000" dirty="0">
              <a:solidFill>
                <a:schemeClr val="tx1"/>
              </a:solidFill>
              <a:latin typeface="Verdana" pitchFamily="34" charset="0"/>
              <a:sym typeface="Verdana" pitchFamily="34" charset="0"/>
            </a:endParaRPr>
          </a:p>
          <a:p>
            <a:pPr eaLnBrk="1" hangingPunct="1">
              <a:buSzPts val="500"/>
            </a:pPr>
            <a:r>
              <a:rPr lang="en-US" sz="2000" dirty="0">
                <a:solidFill>
                  <a:schemeClr val="tx1"/>
                </a:solidFill>
                <a:latin typeface="Verdana" pitchFamily="34" charset="0"/>
                <a:sym typeface="Verdana" pitchFamily="34" charset="0"/>
              </a:rPr>
              <a:t>MA.K12.MTR.5.1 Use patterns and structure to help understand and connect mathematical concepts.</a:t>
            </a:r>
          </a:p>
          <a:p>
            <a:pPr eaLnBrk="1" hangingPunct="1">
              <a:buSzPts val="500"/>
            </a:pPr>
            <a:endParaRPr lang="en-US" sz="2000" dirty="0">
              <a:solidFill>
                <a:schemeClr val="tx1"/>
              </a:solidFill>
              <a:latin typeface="Verdana" pitchFamily="34" charset="0"/>
              <a:sym typeface="Verdana" pitchFamily="34" charset="0"/>
            </a:endParaRPr>
          </a:p>
          <a:p>
            <a:pPr eaLnBrk="1" hangingPunct="1">
              <a:buSzPts val="500"/>
            </a:pPr>
            <a:r>
              <a:rPr lang="en-US" sz="2000" dirty="0">
                <a:solidFill>
                  <a:schemeClr val="tx1"/>
                </a:solidFill>
                <a:latin typeface="Verdana" pitchFamily="34" charset="0"/>
                <a:sym typeface="Verdana" pitchFamily="34" charset="0"/>
              </a:rPr>
              <a:t>MA.K12.MTR.6.1 Assess the reasonableness of solutions.</a:t>
            </a:r>
          </a:p>
          <a:p>
            <a:pPr eaLnBrk="1" hangingPunct="1">
              <a:buSzPts val="500"/>
            </a:pPr>
            <a:endParaRPr lang="en-US" sz="2000" dirty="0">
              <a:solidFill>
                <a:schemeClr val="tx1"/>
              </a:solidFill>
              <a:latin typeface="Verdana" pitchFamily="34" charset="0"/>
              <a:sym typeface="Verdana" pitchFamily="34" charset="0"/>
            </a:endParaRPr>
          </a:p>
          <a:p>
            <a:pPr eaLnBrk="1" hangingPunct="1">
              <a:buSzPts val="500"/>
            </a:pPr>
            <a:r>
              <a:rPr lang="en-US" sz="2000" dirty="0">
                <a:solidFill>
                  <a:schemeClr val="tx1"/>
                </a:solidFill>
                <a:latin typeface="Verdana" pitchFamily="34" charset="0"/>
                <a:sym typeface="Verdana" pitchFamily="34" charset="0"/>
              </a:rPr>
              <a:t>MA.K12.MTR.7.1 Apply mathematics to real-world contexts.</a:t>
            </a:r>
            <a:endParaRPr lang="en-US" sz="2000" dirty="0">
              <a:solidFill>
                <a:schemeClr val="tx1"/>
              </a:solidFill>
              <a:latin typeface="Verdana" pitchFamily="34" charset="0"/>
              <a:sym typeface="Verdana" pitchFamily="34" charset="0"/>
            </a:endParaRPr>
          </a:p>
        </p:txBody>
      </p:sp>
      <p:sp>
        <p:nvSpPr>
          <p:cNvPr id="12" name="Google Shape;295;g103996e1364_0_10">
            <a:extLst>
              <a:ext uri="{FF2B5EF4-FFF2-40B4-BE49-F238E27FC236}">
                <a16:creationId xmlns="" xmlns:a16="http://schemas.microsoft.com/office/drawing/2014/main" id="{08B3C7FF-E6D0-2145-9A84-003D15672764}"/>
              </a:ext>
            </a:extLst>
          </p:cNvPr>
          <p:cNvSpPr txBox="1">
            <a:spLocks/>
          </p:cNvSpPr>
          <p:nvPr/>
        </p:nvSpPr>
        <p:spPr>
          <a:xfrm>
            <a:off x="1154217"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Google Shape;278;g104476d1465_1_17"/>
          <p:cNvSpPr/>
          <p:nvPr/>
        </p:nvSpPr>
        <p:spPr>
          <a:xfrm>
            <a:off x="0" y="-7938"/>
            <a:ext cx="223838" cy="6865938"/>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lIns="91425" tIns="91425" rIns="91425" bIns="91425" anchor="ctr"/>
          <a:lstStyle/>
          <a:p>
            <a:pPr fontAlgn="auto">
              <a:spcBef>
                <a:spcPts val="0"/>
              </a:spcBef>
              <a:spcAft>
                <a:spcPts val="0"/>
              </a:spcAft>
              <a:buClr>
                <a:srgbClr val="000000"/>
              </a:buClr>
              <a:defRPr/>
            </a:pPr>
            <a:endParaRPr kern="0" dirty="0">
              <a:highlight>
                <a:srgbClr val="FFFF00"/>
              </a:highlight>
              <a:latin typeface="Arial"/>
              <a:ea typeface="Arial"/>
              <a:cs typeface="Arial"/>
              <a:sym typeface="Arial"/>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smtClean="0">
                <a:latin typeface="Calibri"/>
                <a:ea typeface="Calibri"/>
                <a:cs typeface="Calibri"/>
                <a:sym typeface="Calibri"/>
              </a:rPr>
              <a:t>volume 1, pg. </a:t>
            </a:r>
            <a:r>
              <a:rPr lang="en-US" i="1" dirty="0" smtClean="0">
                <a:latin typeface="Calibri"/>
                <a:ea typeface="Calibri"/>
                <a:cs typeface="Calibri"/>
                <a:sym typeface="Calibri"/>
              </a:rPr>
              <a:t>150</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13375"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a:t>
            </a:r>
            <a:r>
              <a:rPr lang="en-US" sz="4700" b="1" dirty="0" smtClean="0">
                <a:solidFill>
                  <a:srgbClr val="52BDA6"/>
                </a:solidFill>
                <a:latin typeface="Verdana"/>
                <a:ea typeface="Verdana"/>
                <a:cs typeface="Verdana"/>
                <a:sym typeface="Verdana"/>
              </a:rPr>
              <a:t>Targets</a:t>
            </a:r>
            <a:endParaRPr lang="en-US" sz="4700" b="1" dirty="0">
              <a:solidFill>
                <a:srgbClr val="52BDA6"/>
              </a:solidFill>
              <a:latin typeface="Verdana"/>
              <a:ea typeface="Verdana"/>
              <a:cs typeface="Verdana"/>
              <a:sym typeface="Verdana"/>
            </a:endParaRPr>
          </a:p>
        </p:txBody>
      </p:sp>
      <p:pic>
        <p:nvPicPr>
          <p:cNvPr id="11"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331213" y="31986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514000" y="1600200"/>
            <a:ext cx="110099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90563" indent="-690563" eaLnBrk="1" hangingPunct="1">
              <a:buFont typeface="Wingdings" pitchFamily="2" charset="2"/>
              <a:buChar char="q"/>
            </a:pPr>
            <a:r>
              <a:rPr lang="en-US" sz="3600" dirty="0">
                <a:latin typeface="Verdana" pitchFamily="34" charset="0"/>
              </a:rPr>
              <a:t>I can determine whether a function is an appropriate fit for the data by analyzing residuals.</a:t>
            </a:r>
          </a:p>
          <a:p>
            <a:pPr marL="690563" indent="-690563" eaLnBrk="1" hangingPunct="1">
              <a:buFont typeface="Wingdings" pitchFamily="2" charset="2"/>
              <a:buChar char="q"/>
            </a:pPr>
            <a:endParaRPr lang="en-US" sz="3600" dirty="0">
              <a:latin typeface="Verdana" pitchFamily="34" charset="0"/>
            </a:endParaRPr>
          </a:p>
          <a:p>
            <a:pPr marL="690563" indent="-690563" eaLnBrk="1" hangingPunct="1">
              <a:buFont typeface="Wingdings" pitchFamily="2" charset="2"/>
              <a:buChar char="q"/>
            </a:pPr>
            <a:r>
              <a:rPr lang="en-US" sz="3600" dirty="0">
                <a:latin typeface="Verdana" pitchFamily="34" charset="0"/>
              </a:rPr>
              <a:t>I can interpret the strength and direction of the correlation within a real-world context.</a:t>
            </a:r>
            <a:endParaRPr lang="en-US" sz="3600" dirty="0">
              <a:latin typeface="Verdan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Google Shape;309;g104476d1465_1_39"/>
          <p:cNvSpPr/>
          <p:nvPr/>
        </p:nvSpPr>
        <p:spPr>
          <a:xfrm>
            <a:off x="0" y="-37306"/>
            <a:ext cx="2732088" cy="6865938"/>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lIns="91425" tIns="91425" rIns="91425" bIns="91425" anchor="ctr"/>
          <a:lstStyle/>
          <a:p>
            <a:pPr fontAlgn="auto">
              <a:spcBef>
                <a:spcPts val="0"/>
              </a:spcBef>
              <a:spcAft>
                <a:spcPts val="0"/>
              </a:spcAft>
              <a:buClr>
                <a:srgbClr val="000000"/>
              </a:buClr>
              <a:defRPr/>
            </a:pPr>
            <a:endParaRPr kern="0">
              <a:latin typeface="Arial"/>
              <a:ea typeface="Arial"/>
              <a:cs typeface="Arial"/>
              <a:sym typeface="Arial"/>
            </a:endParaRPr>
          </a:p>
        </p:txBody>
      </p:sp>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smtClean="0">
                <a:latin typeface="Calibri"/>
                <a:ea typeface="Calibri"/>
                <a:cs typeface="Calibri"/>
                <a:sym typeface="Calibri"/>
              </a:rPr>
              <a:t>volume 1, pg. </a:t>
            </a:r>
            <a:r>
              <a:rPr lang="en-US" i="1" dirty="0" smtClean="0">
                <a:latin typeface="Calibri"/>
                <a:ea typeface="Calibri"/>
                <a:cs typeface="Calibri"/>
                <a:sym typeface="Calibri"/>
              </a:rPr>
              <a:t>150</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9"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10" name="Google Shape;313;g104476d1465_1_39"/>
          <p:cNvSpPr txBox="1">
            <a:spLocks/>
          </p:cNvSpPr>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F2A67"/>
                </a:solidFill>
                <a:latin typeface="Verdana"/>
                <a:ea typeface="Verdana"/>
                <a:cs typeface="Verdana"/>
                <a:sym typeface="Verdana"/>
              </a:rPr>
              <a:t>Warm-Up</a:t>
            </a:r>
            <a:endParaRPr lang="en-US" sz="5100" b="1" dirty="0">
              <a:solidFill>
                <a:srgbClr val="3F2A67"/>
              </a:solidFill>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xmlns="" xmlns:a14="http://schemas.microsoft.com/office/drawing/2010/main" xmlns:mc="http://schemas.openxmlformats.org/markup-compatibility/2006" id="{E1D7562E-134F-D14B-AF1A-DF40E11EF758}"/>
              </a:ext>
            </a:extLst>
          </p:cNvPr>
          <p:cNvSpPr txBox="1"/>
          <p:nvPr/>
        </p:nvSpPr>
        <p:spPr>
          <a:xfrm>
            <a:off x="730265" y="1228396"/>
            <a:ext cx="10800319" cy="461665"/>
          </a:xfrm>
          <a:prstGeom prst="rect">
            <a:avLst/>
          </a:prstGeom>
          <a:noFill/>
        </p:spPr>
        <p:txBody>
          <a:bodyPr wrap="square" rtlCol="0">
            <a:spAutoFit/>
          </a:bodyPr>
          <a:lstStyle/>
          <a:p>
            <a:pPr eaLnBrk="1" hangingPunct="1"/>
            <a:r>
              <a:rPr lang="en-US" sz="2400" dirty="0">
                <a:latin typeface="Verdana" pitchFamily="34" charset="0"/>
              </a:rPr>
              <a:t>Four scatter plots are shown. </a:t>
            </a:r>
            <a:endParaRPr lang="en-US" sz="2400" dirty="0">
              <a:latin typeface="Verdana" pitchFamily="34" charset="0"/>
            </a:endParaRPr>
          </a:p>
        </p:txBody>
      </p:sp>
      <p:sp>
        <p:nvSpPr>
          <p:cNvPr id="278" name="Google Shape;278;g104476d1465_1_17"/>
          <p:cNvSpPr/>
          <p:nvPr/>
        </p:nvSpPr>
        <p:spPr>
          <a:xfrm>
            <a:off x="0" y="-7938"/>
            <a:ext cx="223838" cy="6865938"/>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lIns="91425" tIns="91425" rIns="91425" bIns="91425" anchor="ctr"/>
          <a:lstStyle/>
          <a:p>
            <a:pPr fontAlgn="auto">
              <a:spcBef>
                <a:spcPts val="0"/>
              </a:spcBef>
              <a:spcAft>
                <a:spcPts val="0"/>
              </a:spcAft>
              <a:buClr>
                <a:srgbClr val="000000"/>
              </a:buClr>
              <a:defRPr/>
            </a:pPr>
            <a:endParaRPr kern="0">
              <a:latin typeface="Arial"/>
              <a:ea typeface="Arial"/>
              <a:cs typeface="Arial"/>
              <a:sym typeface="Arial"/>
            </a:endParaRPr>
          </a:p>
        </p:txBody>
      </p:sp>
      <p:sp>
        <p:nvSpPr>
          <p:cNvPr id="13319" name="Rectangle 15"/>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buClr>
                <a:srgbClr val="000000"/>
              </a:buClr>
              <a:buFont typeface="Arial" charset="0"/>
              <a:buNone/>
            </a:pPr>
            <a:endParaRPr lang="en-US"/>
          </a:p>
        </p:txBody>
      </p:sp>
      <p:sp>
        <p:nvSpPr>
          <p:cNvPr id="13320" name="Rectangle 16"/>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buClr>
                <a:srgbClr val="000000"/>
              </a:buClr>
              <a:buFont typeface="Arial" charset="0"/>
              <a:buNone/>
            </a:pPr>
            <a:endParaRPr lang="en-US"/>
          </a:p>
        </p:txBody>
      </p:sp>
      <p:sp>
        <p:nvSpPr>
          <p:cNvPr id="13321" name="Rectangle 18"/>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buClr>
                <a:srgbClr val="000000"/>
              </a:buClr>
              <a:buFont typeface="Arial" charset="0"/>
              <a:buNone/>
            </a:pPr>
            <a:endParaRPr lang="en-US"/>
          </a:p>
        </p:txBody>
      </p:sp>
      <p:pic>
        <p:nvPicPr>
          <p:cNvPr id="13323" name="Picture 3" descr="Chart, scatter chart&#10;&#10;Description automatically generated"/>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397044" y="2074963"/>
            <a:ext cx="6145212" cy="346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smtClean="0">
                <a:latin typeface="Calibri"/>
                <a:ea typeface="Calibri"/>
                <a:cs typeface="Calibri"/>
                <a:sym typeface="Calibri"/>
              </a:rPr>
              <a:t>volume 1, pg. </a:t>
            </a:r>
            <a:r>
              <a:rPr lang="en-US" i="1" dirty="0" smtClean="0">
                <a:latin typeface="Calibri"/>
                <a:ea typeface="Calibri"/>
                <a:cs typeface="Calibri"/>
                <a:sym typeface="Calibri"/>
              </a:rPr>
              <a:t>150</a:t>
            </a:r>
            <a:endParaRPr i="1" dirty="0">
              <a:latin typeface="Calibri"/>
              <a:ea typeface="Calibri"/>
              <a:cs typeface="Calibri"/>
              <a:sym typeface="Calibri"/>
            </a:endParaRPr>
          </a:p>
        </p:txBody>
      </p:sp>
      <p:pic>
        <p:nvPicPr>
          <p:cNvPr id="14"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6"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052650" y="275689"/>
            <a:ext cx="108340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eaLnBrk="1" hangingPunct="1">
              <a:lnSpc>
                <a:spcPct val="90000"/>
              </a:lnSpc>
              <a:buSzPts val="5400"/>
              <a:buFont typeface="Century Gothic" pitchFamily="34" charset="0"/>
              <a:buNone/>
            </a:pPr>
            <a:r>
              <a:rPr lang="en-US" sz="3600" b="1" dirty="0">
                <a:solidFill>
                  <a:srgbClr val="3F2A67"/>
                </a:solidFill>
                <a:latin typeface="Verdana" pitchFamily="34" charset="0"/>
                <a:sym typeface="Verdana" pitchFamily="34" charset="0"/>
              </a:rPr>
              <a:t>3.8.1 Warm-Up: Bell Work</a:t>
            </a:r>
            <a:endParaRPr lang="en-US" sz="3600" b="1" dirty="0">
              <a:solidFill>
                <a:srgbClr val="3F2A67"/>
              </a:solidFill>
              <a:latin typeface="Verdana" pitchFamily="34" charset="0"/>
              <a:sym typeface="Verdana" pitchFamily="34" charset="0"/>
            </a:endParaRPr>
          </a:p>
        </p:txBody>
      </p:sp>
      <p:pic>
        <p:nvPicPr>
          <p:cNvPr id="17"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5">
            <a:alphaModFix/>
          </a:blip>
          <a:stretch>
            <a:fillRect/>
          </a:stretch>
        </p:blipFill>
        <p:spPr>
          <a:xfrm>
            <a:off x="305350" y="197485"/>
            <a:ext cx="747300" cy="747300"/>
          </a:xfrm>
          <a:prstGeom prst="rect">
            <a:avLst/>
          </a:prstGeom>
          <a:noFill/>
          <a:ln>
            <a:noFill/>
          </a:ln>
          <a:effectLst>
            <a:outerShdw blurRad="50800" dist="38100" dir="2700000" algn="tl" rotWithShape="0">
              <a:prstClr val="black">
                <a:alpha val="40000"/>
              </a:prst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Google Shape;278;g104476d1465_1_17"/>
          <p:cNvSpPr/>
          <p:nvPr/>
        </p:nvSpPr>
        <p:spPr>
          <a:xfrm>
            <a:off x="0" y="-7938"/>
            <a:ext cx="223838" cy="6865938"/>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lIns="91425" tIns="91425" rIns="91425" bIns="91425" anchor="ctr"/>
          <a:lstStyle/>
          <a:p>
            <a:pPr fontAlgn="auto">
              <a:spcBef>
                <a:spcPts val="0"/>
              </a:spcBef>
              <a:spcAft>
                <a:spcPts val="0"/>
              </a:spcAft>
              <a:buClr>
                <a:srgbClr val="000000"/>
              </a:buClr>
              <a:defRPr/>
            </a:pPr>
            <a:endParaRPr kern="0">
              <a:latin typeface="Arial"/>
              <a:ea typeface="Arial"/>
              <a:cs typeface="Arial"/>
              <a:sym typeface="Arial"/>
            </a:endParaRPr>
          </a:p>
        </p:txBody>
      </p:sp>
      <p:sp>
        <p:nvSpPr>
          <p:cNvPr id="14340" name="Rectangle 13"/>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endParaRPr lang="en-US" altLang="en-US" sz="1800">
              <a:solidFill>
                <a:schemeClr val="tx1"/>
              </a:solidFill>
            </a:endParaRPr>
          </a:p>
        </p:txBody>
      </p:sp>
      <p:sp>
        <p:nvSpPr>
          <p:cNvPr id="14341" name="Rectangle 15"/>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buClr>
                <a:srgbClr val="000000"/>
              </a:buClr>
              <a:buFont typeface="Arial" charset="0"/>
              <a:buNone/>
            </a:pPr>
            <a:endParaRPr lang="en-US"/>
          </a:p>
        </p:txBody>
      </p:sp>
      <p:sp>
        <p:nvSpPr>
          <p:cNvPr id="14342" name="Rectangle 16"/>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buClr>
                <a:srgbClr val="000000"/>
              </a:buClr>
              <a:buFont typeface="Arial" charset="0"/>
              <a:buNone/>
            </a:pPr>
            <a:endParaRPr lang="en-US"/>
          </a:p>
        </p:txBody>
      </p:sp>
      <p:sp>
        <p:nvSpPr>
          <p:cNvPr id="14343" name="Rectangle 18"/>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buClr>
                <a:srgbClr val="000000"/>
              </a:buClr>
              <a:buFont typeface="Arial" charset="0"/>
              <a:buNone/>
            </a:pPr>
            <a:endParaRPr lang="en-US"/>
          </a:p>
        </p:txBody>
      </p:sp>
      <p:pic>
        <p:nvPicPr>
          <p:cNvPr id="14345" name="Picture 3" descr="Chart, scatter chart&#10;&#10;Description automatically generated"/>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067940" y="381000"/>
            <a:ext cx="6165850" cy="346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6" name="TextBox 10"/>
          <p:cNvSpPr txBox="1">
            <a:spLocks noChangeArrowheads="1"/>
          </p:cNvSpPr>
          <p:nvPr/>
        </p:nvSpPr>
        <p:spPr bwMode="auto">
          <a:xfrm>
            <a:off x="770619" y="4031933"/>
            <a:ext cx="1076049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buClr>
                <a:srgbClr val="000000"/>
              </a:buClr>
              <a:buFont typeface="Arial" charset="0"/>
              <a:defRPr sz="1400">
                <a:solidFill>
                  <a:srgbClr val="000000"/>
                </a:solidFill>
                <a:latin typeface="Arial" charset="0"/>
                <a:cs typeface="Arial" charset="0"/>
                <a:sym typeface="Arial" charset="0"/>
              </a:defRPr>
            </a:lvl1pPr>
            <a:lvl2pPr marL="742950" indent="-285750" eaLnBrk="0" hangingPunct="0">
              <a:buClr>
                <a:srgbClr val="000000"/>
              </a:buClr>
              <a:buFont typeface="Arial" charset="0"/>
              <a:defRPr sz="1400">
                <a:solidFill>
                  <a:srgbClr val="000000"/>
                </a:solidFill>
                <a:latin typeface="Arial" charset="0"/>
                <a:cs typeface="Arial" charset="0"/>
                <a:sym typeface="Arial" charset="0"/>
              </a:defRPr>
            </a:lvl2pPr>
            <a:lvl3pPr marL="1143000" indent="-228600" eaLnBrk="0" hangingPunct="0">
              <a:buClr>
                <a:srgbClr val="000000"/>
              </a:buClr>
              <a:buFont typeface="Arial" charset="0"/>
              <a:defRPr sz="1400">
                <a:solidFill>
                  <a:srgbClr val="000000"/>
                </a:solidFill>
                <a:latin typeface="Arial" charset="0"/>
                <a:cs typeface="Arial" charset="0"/>
                <a:sym typeface="Arial" charset="0"/>
              </a:defRPr>
            </a:lvl3pPr>
            <a:lvl4pPr marL="1600200" indent="-228600" eaLnBrk="0" hangingPunct="0">
              <a:buClr>
                <a:srgbClr val="000000"/>
              </a:buClr>
              <a:buFont typeface="Arial" charset="0"/>
              <a:defRPr sz="1400">
                <a:solidFill>
                  <a:srgbClr val="000000"/>
                </a:solidFill>
                <a:latin typeface="Arial" charset="0"/>
                <a:cs typeface="Arial" charset="0"/>
                <a:sym typeface="Arial" charset="0"/>
              </a:defRPr>
            </a:lvl4pPr>
            <a:lvl5pPr marL="2057400" indent="-228600" eaLnBrk="0" hangingPunct="0">
              <a:buClr>
                <a:srgbClr val="000000"/>
              </a:buClr>
              <a:buFont typeface="Arial" charset="0"/>
              <a:defRPr sz="1400">
                <a:solidFill>
                  <a:srgbClr val="000000"/>
                </a:solidFill>
                <a:latin typeface="Arial" charset="0"/>
                <a:cs typeface="Arial" charset="0"/>
                <a:sym typeface="Arial" charset="0"/>
              </a:defRPr>
            </a:lvl5pPr>
            <a:lvl6pPr marL="25146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6pPr>
            <a:lvl7pPr marL="29718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7pPr>
            <a:lvl8pPr marL="34290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8pPr>
            <a:lvl9pPr marL="3886200" indent="-228600" eaLnBrk="0" fontAlgn="base" hangingPunct="0">
              <a:spcBef>
                <a:spcPct val="0"/>
              </a:spcBef>
              <a:spcAft>
                <a:spcPct val="0"/>
              </a:spcAft>
              <a:buClr>
                <a:srgbClr val="000000"/>
              </a:buClr>
              <a:buFont typeface="Arial" charset="0"/>
              <a:defRPr sz="1400">
                <a:solidFill>
                  <a:srgbClr val="000000"/>
                </a:solidFill>
                <a:latin typeface="Arial" charset="0"/>
                <a:cs typeface="Arial" charset="0"/>
                <a:sym typeface="Arial" charset="0"/>
              </a:defRPr>
            </a:lvl9pPr>
          </a:lstStyle>
          <a:p>
            <a:pPr eaLnBrk="1" hangingPunct="1">
              <a:buFont typeface="Arial" charset="0"/>
              <a:buAutoNum type="arabicPeriod"/>
            </a:pPr>
            <a:r>
              <a:rPr lang="en-US" sz="2000" dirty="0">
                <a:latin typeface="Verdana" pitchFamily="34" charset="0"/>
              </a:rPr>
              <a:t>Order the scatter plots from bivariate data that is “least closely fit to a line” to “most closely fit to a line” by writing the letter corresponding to each graph.</a:t>
            </a:r>
          </a:p>
        </p:txBody>
      </p:sp>
      <p:graphicFrame>
        <p:nvGraphicFramePr>
          <p:cNvPr id="12" name="Table 11"/>
          <p:cNvGraphicFramePr>
            <a:graphicFrameLocks noGrp="1"/>
          </p:cNvGraphicFramePr>
          <p:nvPr>
            <p:extLst>
              <p:ext uri="{D42A27DB-BD31-4B8C-83A1-F6EECF244321}">
                <p14:modId xmlns:p14="http://schemas.microsoft.com/office/powerpoint/2010/main" val="4161334299"/>
              </p:ext>
            </p:extLst>
          </p:nvPr>
        </p:nvGraphicFramePr>
        <p:xfrm>
          <a:off x="2550416" y="4973004"/>
          <a:ext cx="7200898" cy="1368425"/>
        </p:xfrm>
        <a:graphic>
          <a:graphicData uri="http://schemas.openxmlformats.org/drawingml/2006/table">
            <a:tbl>
              <a:tblPr firstRow="1" firstCol="1" bandRow="1"/>
              <a:tblGrid>
                <a:gridCol w="1800225">
                  <a:extLst>
                    <a:ext uri="{9D8B030D-6E8A-4147-A177-3AD203B41FA5}">
                      <a16:colId xmlns:a16="http://schemas.microsoft.com/office/drawing/2014/main" xmlns="" val="20000"/>
                    </a:ext>
                  </a:extLst>
                </a:gridCol>
                <a:gridCol w="900112">
                  <a:extLst>
                    <a:ext uri="{9D8B030D-6E8A-4147-A177-3AD203B41FA5}">
                      <a16:colId xmlns:a16="http://schemas.microsoft.com/office/drawing/2014/main" xmlns="" val="20001"/>
                    </a:ext>
                  </a:extLst>
                </a:gridCol>
                <a:gridCol w="900112">
                  <a:extLst>
                    <a:ext uri="{9D8B030D-6E8A-4147-A177-3AD203B41FA5}">
                      <a16:colId xmlns:a16="http://schemas.microsoft.com/office/drawing/2014/main" xmlns="" val="20002"/>
                    </a:ext>
                  </a:extLst>
                </a:gridCol>
                <a:gridCol w="900112">
                  <a:extLst>
                    <a:ext uri="{9D8B030D-6E8A-4147-A177-3AD203B41FA5}">
                      <a16:colId xmlns:a16="http://schemas.microsoft.com/office/drawing/2014/main" xmlns="" val="20003"/>
                    </a:ext>
                  </a:extLst>
                </a:gridCol>
                <a:gridCol w="900112">
                  <a:extLst>
                    <a:ext uri="{9D8B030D-6E8A-4147-A177-3AD203B41FA5}">
                      <a16:colId xmlns:a16="http://schemas.microsoft.com/office/drawing/2014/main" xmlns="" val="20004"/>
                    </a:ext>
                  </a:extLst>
                </a:gridCol>
                <a:gridCol w="1800225">
                  <a:extLst>
                    <a:ext uri="{9D8B030D-6E8A-4147-A177-3AD203B41FA5}">
                      <a16:colId xmlns:a16="http://schemas.microsoft.com/office/drawing/2014/main" xmlns="" val="20005"/>
                    </a:ext>
                  </a:extLst>
                </a:gridCol>
              </a:tblGrid>
              <a:tr h="720224">
                <a:tc gridSpan="2">
                  <a:txBody>
                    <a:bodyPr/>
                    <a:lstStyle/>
                    <a:p>
                      <a:pPr marL="0" marR="0">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Least Closely </a:t>
                      </a:r>
                      <a:br>
                        <a:rPr lang="en-US" sz="2000" b="1" dirty="0">
                          <a:effectLst/>
                          <a:latin typeface="Verdana" panose="020B0604030504040204" pitchFamily="34" charset="0"/>
                          <a:ea typeface="Times New Roman" panose="02020603050405020304" pitchFamily="18" charset="0"/>
                          <a:cs typeface="Times New Roman" panose="02020603050405020304" pitchFamily="18" charset="0"/>
                        </a:rPr>
                      </a:b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Fit to a Line</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91451" marR="91451" marT="45734" marB="45734">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hMerge="1">
                  <a:txBody>
                    <a:bodyPr/>
                    <a:lstStyle/>
                    <a:p>
                      <a:endParaRPr lang="x-none"/>
                    </a:p>
                  </a:txBody>
                  <a:tcPr/>
                </a:tc>
                <a:tc gridSpan="2">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91451" marR="91451" marT="45734" marB="45734">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hMerge="1">
                  <a:txBody>
                    <a:bodyPr/>
                    <a:lstStyle/>
                    <a:p>
                      <a:endParaRPr lang="x-none"/>
                    </a:p>
                  </a:txBody>
                  <a:tcPr/>
                </a:tc>
                <a:tc gridSpan="2">
                  <a:txBody>
                    <a:bodyPr/>
                    <a:lstStyle/>
                    <a:p>
                      <a:pPr marL="0" marR="0" algn="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Most Closely </a:t>
                      </a:r>
                      <a:r>
                        <a:rPr lang="en-US" sz="2000" b="1" dirty="0" smtClean="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r>
                      <a:br>
                        <a:rPr lang="en-US" sz="2000" b="1" dirty="0" smtClean="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en-US" sz="2000" b="1" dirty="0" smtClean="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Fit </a:t>
                      </a: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to a Line</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91451" marR="91451" marT="45734" marB="45734" anchor="ctr">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hMerge="1">
                  <a:txBody>
                    <a:bodyPr/>
                    <a:lstStyle/>
                    <a:p>
                      <a:endParaRPr lang="x-none"/>
                    </a:p>
                  </a:txBody>
                  <a:tcPr/>
                </a:tc>
                <a:extLst>
                  <a:ext uri="{0D108BD9-81ED-4DB2-BD59-A6C34878D82A}">
                    <a16:rowId xmlns:a16="http://schemas.microsoft.com/office/drawing/2014/main" xmlns="" val="10000"/>
                  </a:ext>
                </a:extLst>
              </a:tr>
              <a:tr h="648201">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91451" marR="91451" marT="45734" marB="4573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gridSpan="2">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91451" marR="91451" marT="45734" marB="4573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x-none"/>
                    </a:p>
                  </a:txBody>
                  <a:tcPr/>
                </a:tc>
                <a:tc gridSpan="2">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91451" marR="91451" marT="45734" marB="4573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x-none"/>
                    </a:p>
                  </a:txBody>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91451" marR="91451" marT="45734" marB="4573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p:sp>
        <p:nvSpPr>
          <p:cNvPr id="13"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smtClean="0">
                <a:latin typeface="Calibri"/>
                <a:ea typeface="Calibri"/>
                <a:cs typeface="Calibri"/>
                <a:sym typeface="Calibri"/>
              </a:rPr>
              <a:t>volume 1, pg. </a:t>
            </a:r>
            <a:r>
              <a:rPr lang="en-US" i="1" dirty="0" smtClean="0">
                <a:latin typeface="Calibri"/>
                <a:ea typeface="Calibri"/>
                <a:cs typeface="Calibri"/>
                <a:sym typeface="Calibri"/>
              </a:rPr>
              <a:t>150</a:t>
            </a:r>
            <a:endParaRPr i="1" dirty="0">
              <a:latin typeface="Calibri"/>
              <a:ea typeface="Calibri"/>
              <a:cs typeface="Calibri"/>
              <a:sym typeface="Calibri"/>
            </a:endParaRPr>
          </a:p>
        </p:txBody>
      </p:sp>
      <p:pic>
        <p:nvPicPr>
          <p:cNvPr id="14"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Google Shape;309;g104476d1465_1_39"/>
          <p:cNvSpPr/>
          <p:nvPr/>
        </p:nvSpPr>
        <p:spPr>
          <a:xfrm>
            <a:off x="-94454" y="-17462"/>
            <a:ext cx="2730500" cy="6865938"/>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lIns="91425" tIns="91425" rIns="91425" bIns="91425" anchor="ctr"/>
          <a:lstStyle/>
          <a:p>
            <a:pPr fontAlgn="auto">
              <a:spcBef>
                <a:spcPts val="0"/>
              </a:spcBef>
              <a:spcAft>
                <a:spcPts val="0"/>
              </a:spcAft>
              <a:buClr>
                <a:srgbClr val="000000"/>
              </a:buClr>
              <a:defRPr/>
            </a:pPr>
            <a:endParaRPr kern="0">
              <a:latin typeface="Arial"/>
              <a:ea typeface="Arial"/>
              <a:cs typeface="Arial"/>
              <a:sym typeface="Arial"/>
            </a:endParaRPr>
          </a:p>
        </p:txBody>
      </p:sp>
      <p:sp>
        <p:nvSpPr>
          <p:cNvPr id="15364" name="Google Shape;313;g104476d1465_1_39"/>
          <p:cNvSpPr txBox="1">
            <a:spLocks noGrp="1"/>
          </p:cNvSpPr>
          <p:nvPr>
            <p:ph type="title" idx="4294967295"/>
          </p:nvPr>
        </p:nvSpPr>
        <p:spPr>
          <a:xfrm>
            <a:off x="5318761" y="2765424"/>
            <a:ext cx="5002213" cy="1327150"/>
          </a:xfrm>
        </p:spPr>
        <p:txBody>
          <a:bodyPr/>
          <a:lstStyle/>
          <a:p>
            <a:pPr algn="ctr" eaLnBrk="1" hangingPunct="1">
              <a:lnSpc>
                <a:spcPct val="90000"/>
              </a:lnSpc>
              <a:buClr>
                <a:srgbClr val="FFFFFF"/>
              </a:buClr>
              <a:buSzPts val="4800"/>
              <a:buFont typeface="Cutive" charset="0"/>
              <a:buNone/>
            </a:pPr>
            <a:r>
              <a:rPr lang="en-US" sz="5000" b="1" dirty="0">
                <a:solidFill>
                  <a:srgbClr val="33BEA6"/>
                </a:solidFill>
                <a:latin typeface="Verdana" pitchFamily="34" charset="0"/>
                <a:cs typeface="Arial" charset="0"/>
                <a:sym typeface="Verdana" pitchFamily="34" charset="0"/>
              </a:rPr>
              <a:t>Exploration</a:t>
            </a:r>
          </a:p>
        </p:txBody>
      </p:sp>
      <p:pic>
        <p:nvPicPr>
          <p:cNvPr id="9" name="Picture 8" descr="Icon&#10;&#10;Description automatically generated"/>
          <p:cNvPicPr>
            <a:picLocks noChangeAspect="1"/>
          </p:cNvPicPr>
          <p:nvPr/>
        </p:nvPicPr>
        <p:blipFill>
          <a:blip r:embed="rId3"/>
          <a:srcRect/>
          <a:stretch>
            <a:fillRect/>
          </a:stretch>
        </p:blipFill>
        <p:spPr bwMode="auto">
          <a:xfrm>
            <a:off x="4437246" y="2853531"/>
            <a:ext cx="1150937" cy="1150937"/>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smtClean="0">
                <a:latin typeface="Calibri"/>
                <a:ea typeface="Calibri"/>
                <a:cs typeface="Calibri"/>
                <a:sym typeface="Calibri"/>
              </a:rPr>
              <a:t>volume 1, pg. </a:t>
            </a:r>
            <a:r>
              <a:rPr lang="en-US" i="1" dirty="0" smtClean="0">
                <a:latin typeface="Calibri"/>
                <a:ea typeface="Calibri"/>
                <a:cs typeface="Calibri"/>
                <a:sym typeface="Calibri"/>
              </a:rPr>
              <a:t>151</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052650" y="26390"/>
            <a:ext cx="10834000" cy="10894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eaLnBrk="1" hangingPunct="1">
              <a:lnSpc>
                <a:spcPct val="90000"/>
              </a:lnSpc>
              <a:buSzPts val="5400"/>
            </a:pPr>
            <a:r>
              <a:rPr lang="en-US" sz="3600" b="1" dirty="0">
                <a:solidFill>
                  <a:srgbClr val="33BEA6"/>
                </a:solidFill>
                <a:latin typeface="Verdana" pitchFamily="34" charset="0"/>
                <a:sym typeface="Verdana" pitchFamily="34" charset="0"/>
              </a:rPr>
              <a:t>3.8.2 Exploration: </a:t>
            </a:r>
            <a:br>
              <a:rPr lang="en-US" sz="3600" b="1" dirty="0">
                <a:solidFill>
                  <a:srgbClr val="33BEA6"/>
                </a:solidFill>
                <a:latin typeface="Verdana" pitchFamily="34" charset="0"/>
                <a:sym typeface="Verdana" pitchFamily="34" charset="0"/>
              </a:rPr>
            </a:br>
            <a:r>
              <a:rPr lang="en-US" sz="3600" b="1" dirty="0">
                <a:solidFill>
                  <a:srgbClr val="33BEA6"/>
                </a:solidFill>
                <a:latin typeface="Verdana" pitchFamily="34" charset="0"/>
                <a:sym typeface="Verdana" pitchFamily="34" charset="0"/>
              </a:rPr>
              <a:t>Predicted vs. Actual Values</a:t>
            </a:r>
            <a:endParaRPr lang="en-US" sz="3600" b="1" dirty="0">
              <a:solidFill>
                <a:srgbClr val="33BEA6"/>
              </a:solidFill>
              <a:latin typeface="Verdana" pitchFamily="34" charset="0"/>
              <a:sym typeface="Verdana" pitchFamily="34" charset="0"/>
            </a:endParaRPr>
          </a:p>
        </p:txBody>
      </p:sp>
      <p:sp>
        <p:nvSpPr>
          <p:cNvPr id="278" name="Google Shape;278;g104476d1465_1_17"/>
          <p:cNvSpPr/>
          <p:nvPr/>
        </p:nvSpPr>
        <p:spPr>
          <a:xfrm>
            <a:off x="-13494" y="-7938"/>
            <a:ext cx="223838" cy="6865938"/>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lIns="91425" tIns="91425" rIns="91425" bIns="91425" anchor="ctr"/>
          <a:lstStyle/>
          <a:p>
            <a:pPr fontAlgn="auto">
              <a:spcBef>
                <a:spcPts val="0"/>
              </a:spcBef>
              <a:spcAft>
                <a:spcPts val="0"/>
              </a:spcAft>
              <a:buClr>
                <a:srgbClr val="000000"/>
              </a:buClr>
              <a:defRPr/>
            </a:pPr>
            <a:endParaRPr kern="0">
              <a:latin typeface="Arial"/>
              <a:ea typeface="Arial"/>
              <a:cs typeface="Arial"/>
              <a:sym typeface="Arial"/>
            </a:endParaRPr>
          </a:p>
        </p:txBody>
      </p:sp>
      <p:pic>
        <p:nvPicPr>
          <p:cNvPr id="16392" name="Picture 2"/>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177300" y="2146770"/>
            <a:ext cx="4584700" cy="438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smtClean="0">
                <a:latin typeface="Calibri"/>
                <a:ea typeface="Calibri"/>
                <a:cs typeface="Calibri"/>
                <a:sym typeface="Calibri"/>
              </a:rPr>
              <a:t>volume 1, pg. </a:t>
            </a:r>
            <a:r>
              <a:rPr lang="en-US" i="1" dirty="0" smtClean="0">
                <a:latin typeface="Calibri"/>
                <a:ea typeface="Calibri"/>
                <a:cs typeface="Calibri"/>
                <a:sym typeface="Calibri"/>
              </a:rPr>
              <a:t>151</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13" name="Picture 9" descr="Icon&#10;&#10;Description automatically generated"/>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295958" y="197485"/>
            <a:ext cx="749300" cy="75088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a:extLst>
              <a:ext uri="{FF2B5EF4-FFF2-40B4-BE49-F238E27FC236}">
                <a16:creationId xmlns:a16="http://schemas.microsoft.com/office/drawing/2014/main" xmlns="" xmlns:a14="http://schemas.microsoft.com/office/drawing/2010/main" xmlns:mc="http://schemas.openxmlformats.org/markup-compatibility/2006" id="{E1D7562E-134F-D14B-AF1A-DF40E11EF758}"/>
              </a:ext>
            </a:extLst>
          </p:cNvPr>
          <p:cNvSpPr txBox="1"/>
          <p:nvPr/>
        </p:nvSpPr>
        <p:spPr>
          <a:xfrm>
            <a:off x="730265" y="1228396"/>
            <a:ext cx="10800319" cy="707886"/>
          </a:xfrm>
          <a:prstGeom prst="rect">
            <a:avLst/>
          </a:prstGeom>
          <a:noFill/>
        </p:spPr>
        <p:txBody>
          <a:bodyPr wrap="square" rtlCol="0">
            <a:spAutoFit/>
          </a:bodyPr>
          <a:lstStyle/>
          <a:p>
            <a:pPr eaLnBrk="1" hangingPunct="1"/>
            <a:r>
              <a:rPr lang="en-US" sz="2000" dirty="0">
                <a:latin typeface="Verdana" pitchFamily="34" charset="0"/>
              </a:rPr>
              <a:t>The scatter plot below shows the finishing times for the Olympic gold medalist in the men's 100-meter (m) dash for the Olympic games since 1960.</a:t>
            </a:r>
            <a:endParaRPr lang="en-US" sz="2000" dirty="0">
              <a:latin typeface="Verdana"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Google Shape;278;g104476d1465_1_17"/>
          <p:cNvSpPr/>
          <p:nvPr/>
        </p:nvSpPr>
        <p:spPr>
          <a:xfrm>
            <a:off x="0" y="-7938"/>
            <a:ext cx="223838" cy="6865938"/>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lIns="91425" tIns="91425" rIns="91425" bIns="91425" anchor="ctr"/>
          <a:lstStyle/>
          <a:p>
            <a:pPr fontAlgn="auto">
              <a:spcBef>
                <a:spcPts val="0"/>
              </a:spcBef>
              <a:spcAft>
                <a:spcPts val="0"/>
              </a:spcAft>
              <a:buClr>
                <a:srgbClr val="000000"/>
              </a:buClr>
              <a:defRPr/>
            </a:pPr>
            <a:endParaRPr kern="0">
              <a:latin typeface="Arial"/>
              <a:ea typeface="Arial"/>
              <a:cs typeface="Arial"/>
              <a:sym typeface="Arial"/>
            </a:endParaRPr>
          </a:p>
        </p:txBody>
      </p:sp>
      <mc:AlternateContent xmlns:mc="http://schemas.openxmlformats.org/markup-compatibility/2006">
        <mc:Choice xmlns:a14="http://schemas.microsoft.com/office/drawing/2010/main" Requires="a14">
          <p:graphicFrame>
            <p:nvGraphicFramePr>
              <p:cNvPr id="7" name="Table 6">
                <a:extLst>
                  <a:ext uri="{FF2B5EF4-FFF2-40B4-BE49-F238E27FC236}">
                    <a16:creationId xmlns:a16="http://schemas.microsoft.com/office/drawing/2014/main" xmlns="" id="{3A55B6D3-66D0-1448-BEDC-A87E9DB15ABB}"/>
                  </a:ext>
                </a:extLst>
              </p:cNvPr>
              <p:cNvGraphicFramePr>
                <a:graphicFrameLocks noGrp="1"/>
              </p:cNvGraphicFramePr>
              <p:nvPr>
                <p:extLst>
                  <p:ext uri="{D42A27DB-BD31-4B8C-83A1-F6EECF244321}">
                    <p14:modId xmlns:p14="http://schemas.microsoft.com/office/powerpoint/2010/main" val="2392877113"/>
                  </p:ext>
                </p:extLst>
              </p:nvPr>
            </p:nvGraphicFramePr>
            <p:xfrm>
              <a:off x="644348" y="1303214"/>
              <a:ext cx="8172000" cy="4464000"/>
            </p:xfrm>
            <a:graphic>
              <a:graphicData uri="http://schemas.openxmlformats.org/drawingml/2006/table">
                <a:tbl>
                  <a:tblPr firstRow="1" firstCol="1" bandRow="1"/>
                  <a:tblGrid>
                    <a:gridCol w="1620000">
                      <a:extLst>
                        <a:ext uri="{9D8B030D-6E8A-4147-A177-3AD203B41FA5}">
                          <a16:colId xmlns:a16="http://schemas.microsoft.com/office/drawing/2014/main" xmlns="" val="981068621"/>
                        </a:ext>
                      </a:extLst>
                    </a:gridCol>
                    <a:gridCol w="936000">
                      <a:extLst>
                        <a:ext uri="{9D8B030D-6E8A-4147-A177-3AD203B41FA5}">
                          <a16:colId xmlns:a16="http://schemas.microsoft.com/office/drawing/2014/main" xmlns="" val="2123428066"/>
                        </a:ext>
                      </a:extLst>
                    </a:gridCol>
                    <a:gridCol w="936000">
                      <a:extLst>
                        <a:ext uri="{9D8B030D-6E8A-4147-A177-3AD203B41FA5}">
                          <a16:colId xmlns:a16="http://schemas.microsoft.com/office/drawing/2014/main" xmlns="" val="2953539986"/>
                        </a:ext>
                      </a:extLst>
                    </a:gridCol>
                    <a:gridCol w="936000">
                      <a:extLst>
                        <a:ext uri="{9D8B030D-6E8A-4147-A177-3AD203B41FA5}">
                          <a16:colId xmlns:a16="http://schemas.microsoft.com/office/drawing/2014/main" xmlns="" val="3270086770"/>
                        </a:ext>
                      </a:extLst>
                    </a:gridCol>
                    <a:gridCol w="936000">
                      <a:extLst>
                        <a:ext uri="{9D8B030D-6E8A-4147-A177-3AD203B41FA5}">
                          <a16:colId xmlns:a16="http://schemas.microsoft.com/office/drawing/2014/main" xmlns="" val="445618509"/>
                        </a:ext>
                      </a:extLst>
                    </a:gridCol>
                    <a:gridCol w="936000">
                      <a:extLst>
                        <a:ext uri="{9D8B030D-6E8A-4147-A177-3AD203B41FA5}">
                          <a16:colId xmlns:a16="http://schemas.microsoft.com/office/drawing/2014/main" xmlns="" val="3036050290"/>
                        </a:ext>
                      </a:extLst>
                    </a:gridCol>
                    <a:gridCol w="936000">
                      <a:extLst>
                        <a:ext uri="{9D8B030D-6E8A-4147-A177-3AD203B41FA5}">
                          <a16:colId xmlns:a16="http://schemas.microsoft.com/office/drawing/2014/main" xmlns="" val="4229283732"/>
                        </a:ext>
                      </a:extLst>
                    </a:gridCol>
                    <a:gridCol w="936000">
                      <a:extLst>
                        <a:ext uri="{9D8B030D-6E8A-4147-A177-3AD203B41FA5}">
                          <a16:colId xmlns:a16="http://schemas.microsoft.com/office/drawing/2014/main" xmlns="" val="289241878"/>
                        </a:ext>
                      </a:extLst>
                    </a:gridCol>
                  </a:tblGrid>
                  <a:tr h="7920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Year of Olympics</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1960</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1964</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1968</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1972</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1976</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1980</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1984</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3116668585"/>
                      </a:ext>
                    </a:extLst>
                  </a:tr>
                  <a:tr h="14400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Gold Medal Time (in seconds)</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10.32</m:t>
                                </m:r>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10.06</m:t>
                                </m:r>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9.95</m:t>
                                </m:r>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10.14</m:t>
                                </m:r>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10.06</m:t>
                                </m:r>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10.25</m:t>
                                </m:r>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9.99</m:t>
                                </m:r>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743211141"/>
                      </a:ext>
                    </a:extLst>
                  </a:tr>
                  <a:tr h="7920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Year of Olympics</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1988</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1992</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1996</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2000</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2004</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2008</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2012</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3248951797"/>
                      </a:ext>
                    </a:extLst>
                  </a:tr>
                  <a:tr h="14400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Gold Medal Time (in seconds)</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9.92</m:t>
                                </m:r>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9.96</m:t>
                                </m:r>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9.84</m:t>
                                </m:r>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9.87</m:t>
                                </m:r>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9.85</m:t>
                                </m:r>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9.69</m:t>
                                </m:r>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9.63</m:t>
                                </m:r>
                              </m:oMath>
                            </m:oMathPara>
                          </a14:m>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617695532"/>
                      </a:ext>
                    </a:extLst>
                  </a:tr>
                </a:tbl>
              </a:graphicData>
            </a:graphic>
          </p:graphicFrame>
        </mc:Choice>
        <mc:Fallback>
          <p:graphicFrame>
            <p:nvGraphicFramePr>
              <p:cNvPr id="7" name="Table 6">
                <a:extLst>
                  <a:ext uri="{FF2B5EF4-FFF2-40B4-BE49-F238E27FC236}">
                    <a16:creationId xmlns:a16="http://schemas.microsoft.com/office/drawing/2014/main" xmlns:a14="http://schemas.microsoft.com/office/drawing/2010/main" xmlns="" id="{3A55B6D3-66D0-1448-BEDC-A87E9DB15ABB}"/>
                  </a:ext>
                </a:extLst>
              </p:cNvPr>
              <p:cNvGraphicFramePr>
                <a:graphicFrameLocks noGrp="1"/>
              </p:cNvGraphicFramePr>
              <p:nvPr>
                <p:extLst>
                  <p:ext uri="{D42A27DB-BD31-4B8C-83A1-F6EECF244321}">
                    <p14:modId xmlns:p14="http://schemas.microsoft.com/office/powerpoint/2010/main" val="2392877113"/>
                  </p:ext>
                </p:extLst>
              </p:nvPr>
            </p:nvGraphicFramePr>
            <p:xfrm>
              <a:off x="644348" y="1303214"/>
              <a:ext cx="8172000" cy="4464000"/>
            </p:xfrm>
            <a:graphic>
              <a:graphicData uri="http://schemas.openxmlformats.org/drawingml/2006/table">
                <a:tbl>
                  <a:tblPr firstRow="1" firstCol="1" bandRow="1"/>
                  <a:tblGrid>
                    <a:gridCol w="1620000">
                      <a:extLst>
                        <a:ext uri="{9D8B030D-6E8A-4147-A177-3AD203B41FA5}">
                          <a16:colId xmlns:a16="http://schemas.microsoft.com/office/drawing/2014/main" xmlns:a14="http://schemas.microsoft.com/office/drawing/2010/main" xmlns="" val="981068621"/>
                        </a:ext>
                      </a:extLst>
                    </a:gridCol>
                    <a:gridCol w="936000">
                      <a:extLst>
                        <a:ext uri="{9D8B030D-6E8A-4147-A177-3AD203B41FA5}">
                          <a16:colId xmlns:a16="http://schemas.microsoft.com/office/drawing/2014/main" xmlns:a14="http://schemas.microsoft.com/office/drawing/2010/main" xmlns="" val="2123428066"/>
                        </a:ext>
                      </a:extLst>
                    </a:gridCol>
                    <a:gridCol w="936000">
                      <a:extLst>
                        <a:ext uri="{9D8B030D-6E8A-4147-A177-3AD203B41FA5}">
                          <a16:colId xmlns:a16="http://schemas.microsoft.com/office/drawing/2014/main" xmlns:a14="http://schemas.microsoft.com/office/drawing/2010/main" xmlns="" val="2953539986"/>
                        </a:ext>
                      </a:extLst>
                    </a:gridCol>
                    <a:gridCol w="936000">
                      <a:extLst>
                        <a:ext uri="{9D8B030D-6E8A-4147-A177-3AD203B41FA5}">
                          <a16:colId xmlns:a16="http://schemas.microsoft.com/office/drawing/2014/main" xmlns:a14="http://schemas.microsoft.com/office/drawing/2010/main" xmlns="" val="3270086770"/>
                        </a:ext>
                      </a:extLst>
                    </a:gridCol>
                    <a:gridCol w="936000">
                      <a:extLst>
                        <a:ext uri="{9D8B030D-6E8A-4147-A177-3AD203B41FA5}">
                          <a16:colId xmlns:a16="http://schemas.microsoft.com/office/drawing/2014/main" xmlns:a14="http://schemas.microsoft.com/office/drawing/2010/main" xmlns="" val="445618509"/>
                        </a:ext>
                      </a:extLst>
                    </a:gridCol>
                    <a:gridCol w="936000">
                      <a:extLst>
                        <a:ext uri="{9D8B030D-6E8A-4147-A177-3AD203B41FA5}">
                          <a16:colId xmlns:a16="http://schemas.microsoft.com/office/drawing/2014/main" xmlns:a14="http://schemas.microsoft.com/office/drawing/2010/main" xmlns="" val="3036050290"/>
                        </a:ext>
                      </a:extLst>
                    </a:gridCol>
                    <a:gridCol w="936000">
                      <a:extLst>
                        <a:ext uri="{9D8B030D-6E8A-4147-A177-3AD203B41FA5}">
                          <a16:colId xmlns:a16="http://schemas.microsoft.com/office/drawing/2014/main" xmlns:a14="http://schemas.microsoft.com/office/drawing/2010/main" xmlns="" val="4229283732"/>
                        </a:ext>
                      </a:extLst>
                    </a:gridCol>
                    <a:gridCol w="936000">
                      <a:extLst>
                        <a:ext uri="{9D8B030D-6E8A-4147-A177-3AD203B41FA5}">
                          <a16:colId xmlns:a16="http://schemas.microsoft.com/office/drawing/2014/main" xmlns:a14="http://schemas.microsoft.com/office/drawing/2010/main" xmlns="" val="289241878"/>
                        </a:ext>
                      </a:extLst>
                    </a:gridCol>
                  </a:tblGrid>
                  <a:tr h="7920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Year of Olympics</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1960</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1964</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1968</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1972</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1976</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1980</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1984</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3116668585"/>
                      </a:ext>
                    </a:extLst>
                  </a:tr>
                  <a:tr h="14400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Gold Medal Time (in seconds)</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74510" t="-55508" r="-602614" b="-158051"/>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72727" t="-55508" r="-498701" b="-158051"/>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75163" t="-55508" r="-401961" b="-158051"/>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472078" t="-55508" r="-299351" b="-158051"/>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575817" t="-55508" r="-201307" b="-158051"/>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671429" t="-55508" r="-100000" b="-158051"/>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776471" t="-55508" r="-654" b="-158051"/>
                          </a:stretch>
                        </a:blipFill>
                      </a:tcPr>
                    </a:tc>
                    <a:extLst>
                      <a:ext uri="{0D108BD9-81ED-4DB2-BD59-A6C34878D82A}">
                        <a16:rowId xmlns:a16="http://schemas.microsoft.com/office/drawing/2014/main" xmlns:a14="http://schemas.microsoft.com/office/drawing/2010/main" xmlns="" val="3743211141"/>
                      </a:ext>
                    </a:extLst>
                  </a:tr>
                  <a:tr h="7920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Year of Olympics</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1988</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1992</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1996</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2000</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2004</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2008</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2012</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3248951797"/>
                      </a:ext>
                    </a:extLst>
                  </a:tr>
                  <a:tr h="14400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Gold Medal Time (in seconds)</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74510" t="-210593" r="-602614" b="-2966"/>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72727" t="-210593" r="-498701" b="-2966"/>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75163" t="-210593" r="-401961" b="-2966"/>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472078" t="-210593" r="-299351" b="-2966"/>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575817" t="-210593" r="-201307" b="-2966"/>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671429" t="-210593" r="-100000" b="-2966"/>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776471" t="-210593" r="-654" b="-2966"/>
                          </a:stretch>
                        </a:blipFill>
                      </a:tcPr>
                    </a:tc>
                    <a:extLst>
                      <a:ext uri="{0D108BD9-81ED-4DB2-BD59-A6C34878D82A}">
                        <a16:rowId xmlns:a16="http://schemas.microsoft.com/office/drawing/2014/main" xmlns:a14="http://schemas.microsoft.com/office/drawing/2010/main" xmlns="" val="3617695532"/>
                      </a:ext>
                    </a:extLst>
                  </a:tr>
                </a:tbl>
              </a:graphicData>
            </a:graphic>
          </p:graphicFrame>
        </mc:Fallback>
      </mc:AlternateContent>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smtClean="0">
                <a:latin typeface="Calibri"/>
                <a:ea typeface="Calibri"/>
                <a:cs typeface="Calibri"/>
                <a:sym typeface="Calibri"/>
              </a:rPr>
              <a:t>volume 1, pg. </a:t>
            </a:r>
            <a:r>
              <a:rPr lang="en-US" i="1" dirty="0" smtClean="0">
                <a:latin typeface="Calibri"/>
                <a:ea typeface="Calibri"/>
                <a:cs typeface="Calibri"/>
                <a:sym typeface="Calibri"/>
              </a:rPr>
              <a:t>151</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TextBox 9">
            <a:extLst>
              <a:ext uri="{FF2B5EF4-FFF2-40B4-BE49-F238E27FC236}">
                <a16:creationId xmlns:a16="http://schemas.microsoft.com/office/drawing/2014/main" xmlns="" xmlns:a14="http://schemas.microsoft.com/office/drawing/2010/main" xmlns:mc="http://schemas.openxmlformats.org/markup-compatibility/2006" id="{C8F82859-BA98-3646-BF3B-9E17E52A2E35}"/>
              </a:ext>
            </a:extLst>
          </p:cNvPr>
          <p:cNvSpPr txBox="1"/>
          <p:nvPr/>
        </p:nvSpPr>
        <p:spPr>
          <a:xfrm>
            <a:off x="511205" y="533066"/>
            <a:ext cx="10953207" cy="461665"/>
          </a:xfrm>
          <a:prstGeom prst="rect">
            <a:avLst/>
          </a:prstGeom>
          <a:noFill/>
        </p:spPr>
        <p:txBody>
          <a:bodyPr wrap="square" rtlCol="0">
            <a:spAutoFit/>
          </a:bodyPr>
          <a:lstStyle/>
          <a:p>
            <a:pPr eaLnBrk="1" hangingPunct="1"/>
            <a:r>
              <a:rPr lang="en-US" sz="2400" dirty="0">
                <a:latin typeface="Verdana" pitchFamily="34" charset="0"/>
              </a:rPr>
              <a:t>The raw data used to construct the scatter plot is shown.</a:t>
            </a:r>
            <a:endParaRPr lang="en-US" sz="2400" dirty="0">
              <a:latin typeface="Verdana"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Google Shape;278;g104476d1465_1_17"/>
          <p:cNvSpPr/>
          <p:nvPr/>
        </p:nvSpPr>
        <p:spPr>
          <a:xfrm>
            <a:off x="0" y="-7938"/>
            <a:ext cx="223838" cy="6865938"/>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lIns="91425" tIns="91425" rIns="91425" bIns="91425" anchor="ctr"/>
          <a:lstStyle/>
          <a:p>
            <a:pPr fontAlgn="auto">
              <a:spcBef>
                <a:spcPts val="0"/>
              </a:spcBef>
              <a:spcAft>
                <a:spcPts val="0"/>
              </a:spcAft>
              <a:buClr>
                <a:srgbClr val="000000"/>
              </a:buClr>
              <a:defRPr/>
            </a:pPr>
            <a:endParaRPr kern="0">
              <a:latin typeface="Arial"/>
              <a:ea typeface="Arial"/>
              <a:cs typeface="Arial"/>
              <a:sym typeface="Arial"/>
            </a:endParaRPr>
          </a:p>
        </p:txBody>
      </p:sp>
      <p:sp>
        <p:nvSpPr>
          <p:cNvPr id="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smtClean="0">
                <a:latin typeface="Calibri"/>
                <a:ea typeface="Calibri"/>
                <a:cs typeface="Calibri"/>
                <a:sym typeface="Calibri"/>
              </a:rPr>
              <a:t>volume 1, pg. </a:t>
            </a:r>
            <a:r>
              <a:rPr lang="en-US" i="1" dirty="0" smtClean="0">
                <a:latin typeface="Calibri"/>
                <a:ea typeface="Calibri"/>
                <a:cs typeface="Calibri"/>
                <a:sym typeface="Calibri"/>
              </a:rPr>
              <a:t>151</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xmlns="" id="{C8F82859-BA98-3646-BF3B-9E17E52A2E35}"/>
                  </a:ext>
                </a:extLst>
              </p:cNvPr>
              <p:cNvSpPr txBox="1"/>
              <p:nvPr/>
            </p:nvSpPr>
            <p:spPr>
              <a:xfrm>
                <a:off x="511205" y="533066"/>
                <a:ext cx="10953207" cy="4154984"/>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The equation of the line of best fit that models the relationship is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𝑓</m:t>
                    </m:r>
                    <m:r>
                      <a:rPr lang="en-US" sz="2400" i="1" dirty="0">
                        <a:latin typeface="Cambria Math" panose="02040503050406030204" pitchFamily="18" charset="0"/>
                        <a:ea typeface="Verdana" panose="020B0604030504040204" pitchFamily="34" charset="0"/>
                        <a:cs typeface="Verdana" panose="020B0604030504040204" pitchFamily="34" charset="0"/>
                      </a:rPr>
                      <m:t>(</m:t>
                    </m:r>
                    <m:r>
                      <a:rPr lang="en-US" sz="2400" i="1" dirty="0">
                        <a:latin typeface="Cambria Math" panose="02040503050406030204" pitchFamily="18" charset="0"/>
                        <a:ea typeface="Verdana" panose="020B0604030504040204" pitchFamily="34" charset="0"/>
                        <a:cs typeface="Verdana" panose="020B0604030504040204" pitchFamily="34" charset="0"/>
                      </a:rPr>
                      <m:t>𝑥</m:t>
                    </m:r>
                    <m:r>
                      <a:rPr lang="en-US" sz="2400" i="1" dirty="0">
                        <a:latin typeface="Cambria Math" panose="02040503050406030204" pitchFamily="18" charset="0"/>
                        <a:ea typeface="Verdana" panose="020B0604030504040204" pitchFamily="34" charset="0"/>
                        <a:cs typeface="Verdana" panose="020B0604030504040204" pitchFamily="34" charset="0"/>
                      </a:rPr>
                      <m:t>)=10.2217−0.0098</m:t>
                    </m:r>
                    <m:r>
                      <a:rPr lang="en-US" sz="2400" i="1" dirty="0">
                        <a:latin typeface="Cambria Math" panose="02040503050406030204" pitchFamily="18" charset="0"/>
                        <a:ea typeface="Verdana" panose="020B0604030504040204" pitchFamily="34" charset="0"/>
                        <a:cs typeface="Verdana" panose="020B0604030504040204" pitchFamily="34"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 where 𝑓 is the finishing time of the Olympic gold medalist in the men’s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100</m:t>
                    </m:r>
                  </m:oMath>
                </a14:m>
                <a:r>
                  <a:rPr lang="en-US" sz="2400" dirty="0">
                    <a:latin typeface="Verdana" panose="020B0604030504040204" pitchFamily="34" charset="0"/>
                    <a:ea typeface="Verdana" panose="020B0604030504040204" pitchFamily="34" charset="0"/>
                    <a:cs typeface="Verdana" panose="020B0604030504040204" pitchFamily="34" charset="0"/>
                  </a:rPr>
                  <a:t>-meter dash and 𝑥 is the number of years since 1960.</a:t>
                </a: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Work with your partner to complete the following using the information on the previous page.</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Consider the 2012 Summer Olympic games.</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896938"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How many years after 1960 was the 2012 Summer Olympics?</a:t>
                </a:r>
              </a:p>
            </p:txBody>
          </p:sp>
        </mc:Choice>
        <mc:Fallback>
          <p:sp>
            <p:nvSpPr>
              <p:cNvPr id="9" name="TextBox 8">
                <a:extLst>
                  <a:ext uri="{FF2B5EF4-FFF2-40B4-BE49-F238E27FC236}">
                    <a16:creationId xmlns:a16="http://schemas.microsoft.com/office/drawing/2014/main" xmlns="" xmlns:a14="http://schemas.microsoft.com/office/drawing/2010/main" id="{C8F82859-BA98-3646-BF3B-9E17E52A2E35}"/>
                  </a:ext>
                </a:extLst>
              </p:cNvPr>
              <p:cNvSpPr txBox="1">
                <a:spLocks noRot="1" noChangeAspect="1" noMove="1" noResize="1" noEditPoints="1" noAdjustHandles="1" noChangeArrowheads="1" noChangeShapeType="1" noTextEdit="1"/>
              </p:cNvSpPr>
              <p:nvPr/>
            </p:nvSpPr>
            <p:spPr>
              <a:xfrm>
                <a:off x="511205" y="533066"/>
                <a:ext cx="10953207" cy="4154984"/>
              </a:xfrm>
              <a:prstGeom prst="rect">
                <a:avLst/>
              </a:prstGeom>
              <a:blipFill rotWithShape="1">
                <a:blip r:embed="rId4"/>
                <a:stretch>
                  <a:fillRect l="-890" t="-1173" b="-2346"/>
                </a:stretch>
              </a:blipFill>
            </p:spPr>
            <p:txBody>
              <a:bodyPr/>
              <a:lstStyle/>
              <a:p>
                <a:r>
                  <a:rPr 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Google Shape;278;g104476d1465_1_17"/>
          <p:cNvSpPr/>
          <p:nvPr/>
        </p:nvSpPr>
        <p:spPr>
          <a:xfrm>
            <a:off x="0" y="0"/>
            <a:ext cx="223838" cy="6865938"/>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lIns="91425" tIns="91425" rIns="91425" bIns="91425" anchor="ctr"/>
          <a:lstStyle/>
          <a:p>
            <a:pPr fontAlgn="auto">
              <a:spcBef>
                <a:spcPts val="0"/>
              </a:spcBef>
              <a:spcAft>
                <a:spcPts val="0"/>
              </a:spcAft>
              <a:buClr>
                <a:srgbClr val="000000"/>
              </a:buClr>
              <a:defRPr/>
            </a:pPr>
            <a:endParaRPr kern="0">
              <a:latin typeface="Arial"/>
              <a:ea typeface="Arial"/>
              <a:cs typeface="Arial"/>
              <a:sym typeface="Arial"/>
            </a:endParaRPr>
          </a:p>
        </p:txBody>
      </p:sp>
      <p:sp>
        <p:nvSpPr>
          <p:cNvPr id="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smtClean="0">
                <a:latin typeface="Calibri"/>
                <a:ea typeface="Calibri"/>
                <a:cs typeface="Calibri"/>
                <a:sym typeface="Calibri"/>
              </a:rPr>
              <a:t>volume 1, pg. </a:t>
            </a:r>
            <a:r>
              <a:rPr lang="en-US" i="1" dirty="0" smtClean="0">
                <a:latin typeface="Calibri"/>
                <a:ea typeface="Calibri"/>
                <a:cs typeface="Calibri"/>
                <a:sym typeface="Calibri"/>
              </a:rPr>
              <a:t>151</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TextBox 7">
            <a:extLst>
              <a:ext uri="{FF2B5EF4-FFF2-40B4-BE49-F238E27FC236}">
                <a16:creationId xmlns:a16="http://schemas.microsoft.com/office/drawing/2014/main" xmlns="" xmlns:a14="http://schemas.microsoft.com/office/drawing/2010/main" xmlns:mc="http://schemas.openxmlformats.org/markup-compatibility/2006" id="{C8F82859-BA98-3646-BF3B-9E17E52A2E35}"/>
              </a:ext>
            </a:extLst>
          </p:cNvPr>
          <p:cNvSpPr txBox="1"/>
          <p:nvPr/>
        </p:nvSpPr>
        <p:spPr>
          <a:xfrm>
            <a:off x="511205" y="533066"/>
            <a:ext cx="10953207" cy="4154984"/>
          </a:xfrm>
          <a:prstGeom prst="rect">
            <a:avLst/>
          </a:prstGeom>
          <a:noFill/>
        </p:spPr>
        <p:txBody>
          <a:bodyPr wrap="square" rtlCol="0">
            <a:spAutoFit/>
          </a:bodyPr>
          <a:lstStyle/>
          <a:p>
            <a:pPr marL="914400" indent="-457200" eaLnBrk="1" hangingPunct="1">
              <a:buFont typeface="+mj-lt"/>
              <a:buAutoNum type="alphaLcPeriod" startAt="2"/>
            </a:pPr>
            <a:r>
              <a:rPr lang="en-US" sz="2400" dirty="0">
                <a:latin typeface="Verdana" pitchFamily="34" charset="0"/>
              </a:rPr>
              <a:t>Using the equation that models the relationship between years since 1960 and the Olympic gold medal finishing times, what is the predicted finishing time for the men’s gold medalist in 2012, rounded to the nearest </a:t>
            </a:r>
            <a:r>
              <a:rPr lang="en-US" sz="2400" dirty="0" smtClean="0">
                <a:latin typeface="Verdana" pitchFamily="34" charset="0"/>
              </a:rPr>
              <a:t>hundredth?</a:t>
            </a:r>
          </a:p>
          <a:p>
            <a:pPr marL="914400" indent="-457200" eaLnBrk="1" hangingPunct="1">
              <a:buFont typeface="+mj-lt"/>
              <a:buAutoNum type="alphaLcPeriod" startAt="2"/>
            </a:pPr>
            <a:endParaRPr lang="en-US" sz="2400" dirty="0">
              <a:latin typeface="Verdana" pitchFamily="34" charset="0"/>
            </a:endParaRPr>
          </a:p>
          <a:p>
            <a:pPr marL="914400" indent="-457200" eaLnBrk="1" hangingPunct="1">
              <a:buFont typeface="+mj-lt"/>
              <a:buAutoNum type="alphaLcPeriod" startAt="2"/>
            </a:pPr>
            <a:endParaRPr lang="en-US" sz="2400" dirty="0" smtClean="0">
              <a:latin typeface="Verdana" pitchFamily="34" charset="0"/>
            </a:endParaRPr>
          </a:p>
          <a:p>
            <a:pPr marL="914400" indent="-457200" eaLnBrk="1" hangingPunct="1">
              <a:buFont typeface="+mj-lt"/>
              <a:buAutoNum type="alphaLcPeriod" startAt="2"/>
            </a:pPr>
            <a:endParaRPr lang="en-US" sz="2400" dirty="0">
              <a:latin typeface="Verdana" pitchFamily="34" charset="0"/>
            </a:endParaRPr>
          </a:p>
          <a:p>
            <a:pPr marL="914400" indent="-457200" eaLnBrk="1" hangingPunct="1">
              <a:buFont typeface="+mj-lt"/>
              <a:buAutoNum type="alphaLcPeriod" startAt="2"/>
            </a:pPr>
            <a:endParaRPr lang="en-US" sz="2400" dirty="0" smtClean="0">
              <a:latin typeface="Verdana" pitchFamily="34" charset="0"/>
            </a:endParaRPr>
          </a:p>
          <a:p>
            <a:pPr marL="914400" indent="-457200" eaLnBrk="1" hangingPunct="1">
              <a:buFont typeface="+mj-lt"/>
              <a:buAutoNum type="alphaLcPeriod" startAt="2"/>
            </a:pPr>
            <a:endParaRPr lang="en-US" sz="2400" dirty="0">
              <a:latin typeface="Verdana" pitchFamily="34" charset="0"/>
            </a:endParaRPr>
          </a:p>
          <a:p>
            <a:pPr marL="914400" indent="-457200" eaLnBrk="1" hangingPunct="1">
              <a:buFont typeface="+mj-lt"/>
              <a:buAutoNum type="alphaLcPeriod" startAt="2"/>
            </a:pPr>
            <a:r>
              <a:rPr lang="en-US" sz="2400" dirty="0" smtClean="0">
                <a:latin typeface="Verdana" pitchFamily="34" charset="0"/>
              </a:rPr>
              <a:t>What </a:t>
            </a:r>
            <a:r>
              <a:rPr lang="en-US" sz="2400" dirty="0">
                <a:latin typeface="Verdana" pitchFamily="34" charset="0"/>
              </a:rPr>
              <a:t>was the actual finishing time for the men’s gold medalist in 2012?</a:t>
            </a:r>
            <a:endParaRPr lang="en-US" sz="2400" dirty="0">
              <a:latin typeface="Verdana"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xmlns:a14="http://schemas.microsoft.com/office/drawing/2010/main" xmlns:mc="http://schemas.openxmlformats.org/markup-compatibility/2006" id="{C8F82859-BA98-3646-BF3B-9E17E52A2E35}"/>
              </a:ext>
            </a:extLst>
          </p:cNvPr>
          <p:cNvSpPr txBox="1"/>
          <p:nvPr/>
        </p:nvSpPr>
        <p:spPr>
          <a:xfrm>
            <a:off x="511205" y="533066"/>
            <a:ext cx="10953207" cy="3046988"/>
          </a:xfrm>
          <a:prstGeom prst="rect">
            <a:avLst/>
          </a:prstGeom>
          <a:noFill/>
        </p:spPr>
        <p:txBody>
          <a:bodyPr wrap="square" rtlCol="0">
            <a:spAutoFit/>
          </a:bodyPr>
          <a:lstStyle/>
          <a:p>
            <a:pPr marL="896938" indent="-457200" fontAlgn="auto">
              <a:spcBef>
                <a:spcPts val="0"/>
              </a:spcBef>
              <a:spcAft>
                <a:spcPts val="0"/>
              </a:spcAft>
              <a:buClr>
                <a:srgbClr val="000000"/>
              </a:buClr>
              <a:buFont typeface="+mj-lt"/>
              <a:buAutoNum type="alphaLcPeriod" startAt="4"/>
              <a:defRPr/>
            </a:pPr>
            <a:r>
              <a:rPr lang="en-US" sz="2400" kern="0" dirty="0">
                <a:latin typeface="Verdana" panose="020B0604030504040204" pitchFamily="34" charset="0"/>
                <a:ea typeface="Verdana" panose="020B0604030504040204" pitchFamily="34" charset="0"/>
                <a:cs typeface="Verdana" panose="020B0604030504040204" pitchFamily="34" charset="0"/>
                <a:sym typeface="Arial"/>
              </a:rPr>
              <a:t>Complete the statement using your answers from Parts B </a:t>
            </a:r>
            <a:r>
              <a:rPr lang="en-US" sz="2400" kern="0" dirty="0" smtClean="0">
                <a:latin typeface="Verdana" panose="020B0604030504040204" pitchFamily="34" charset="0"/>
                <a:ea typeface="Verdana" panose="020B0604030504040204" pitchFamily="34" charset="0"/>
                <a:cs typeface="Verdana" panose="020B0604030504040204" pitchFamily="34" charset="0"/>
                <a:sym typeface="Arial"/>
              </a:rPr>
              <a:t/>
            </a:r>
            <a:br>
              <a:rPr lang="en-US" sz="2400" kern="0" dirty="0" smtClean="0">
                <a:latin typeface="Verdana" panose="020B0604030504040204" pitchFamily="34" charset="0"/>
                <a:ea typeface="Verdana" panose="020B0604030504040204" pitchFamily="34" charset="0"/>
                <a:cs typeface="Verdana" panose="020B0604030504040204" pitchFamily="34" charset="0"/>
                <a:sym typeface="Arial"/>
              </a:rPr>
            </a:br>
            <a:r>
              <a:rPr lang="en-US" sz="2400" kern="0" dirty="0" smtClean="0">
                <a:latin typeface="Verdana" panose="020B0604030504040204" pitchFamily="34" charset="0"/>
                <a:ea typeface="Verdana" panose="020B0604030504040204" pitchFamily="34" charset="0"/>
                <a:cs typeface="Verdana" panose="020B0604030504040204" pitchFamily="34" charset="0"/>
                <a:sym typeface="Arial"/>
              </a:rPr>
              <a:t>and </a:t>
            </a:r>
            <a:r>
              <a:rPr lang="en-US" sz="2400" kern="0" dirty="0">
                <a:latin typeface="Verdana" panose="020B0604030504040204" pitchFamily="34" charset="0"/>
                <a:ea typeface="Verdana" panose="020B0604030504040204" pitchFamily="34" charset="0"/>
                <a:cs typeface="Verdana" panose="020B0604030504040204" pitchFamily="34" charset="0"/>
                <a:sym typeface="Arial"/>
              </a:rPr>
              <a:t>C.</a:t>
            </a:r>
          </a:p>
          <a:p>
            <a:pPr fontAlgn="auto">
              <a:spcBef>
                <a:spcPts val="0"/>
              </a:spcBef>
              <a:spcAft>
                <a:spcPts val="0"/>
              </a:spcAft>
              <a:buClr>
                <a:srgbClr val="000000"/>
              </a:buClr>
              <a:defRPr/>
            </a:pPr>
            <a:endParaRPr lang="en-US" sz="2400" kern="0" dirty="0">
              <a:latin typeface="Verdana" panose="020B0604030504040204" pitchFamily="34" charset="0"/>
              <a:ea typeface="Verdana" panose="020B0604030504040204" pitchFamily="34" charset="0"/>
              <a:cs typeface="Verdana" panose="020B0604030504040204" pitchFamily="34" charset="0"/>
              <a:sym typeface="Arial"/>
            </a:endParaRPr>
          </a:p>
          <a:p>
            <a:pPr marL="892175" fontAlgn="auto">
              <a:spcBef>
                <a:spcPts val="0"/>
              </a:spcBef>
              <a:spcAft>
                <a:spcPts val="0"/>
              </a:spcAft>
              <a:buClr>
                <a:srgbClr val="000000"/>
              </a:buClr>
              <a:tabLst>
                <a:tab pos="7426325" algn="l"/>
              </a:tabLst>
              <a:defRPr/>
            </a:pPr>
            <a:r>
              <a:rPr lang="en-US" sz="2400" kern="0" dirty="0">
                <a:latin typeface="Verdana" panose="020B0604030504040204" pitchFamily="34" charset="0"/>
                <a:ea typeface="Verdana" panose="020B0604030504040204" pitchFamily="34" charset="0"/>
                <a:cs typeface="Verdana" panose="020B0604030504040204" pitchFamily="34" charset="0"/>
                <a:sym typeface="Arial"/>
              </a:rPr>
              <a:t>The actual finishing time for the men’s gold </a:t>
            </a:r>
            <a:r>
              <a:rPr lang="en-US" sz="2400" kern="0" dirty="0" smtClean="0">
                <a:latin typeface="Verdana" panose="020B0604030504040204" pitchFamily="34" charset="0"/>
                <a:ea typeface="Verdana" panose="020B0604030504040204" pitchFamily="34" charset="0"/>
                <a:cs typeface="Verdana" panose="020B0604030504040204" pitchFamily="34" charset="0"/>
                <a:sym typeface="Arial"/>
              </a:rPr>
              <a:t>medalist </a:t>
            </a:r>
            <a:r>
              <a:rPr lang="en-US" sz="2400" kern="0" dirty="0">
                <a:latin typeface="Verdana" panose="020B0604030504040204" pitchFamily="34" charset="0"/>
                <a:ea typeface="Verdana" panose="020B0604030504040204" pitchFamily="34" charset="0"/>
                <a:cs typeface="Verdana" panose="020B0604030504040204" pitchFamily="34" charset="0"/>
                <a:sym typeface="Arial"/>
              </a:rPr>
              <a:t>in the </a:t>
            </a:r>
            <a:r>
              <a:rPr lang="en-US" sz="2400" kern="0" dirty="0" smtClean="0">
                <a:latin typeface="Verdana" panose="020B0604030504040204" pitchFamily="34" charset="0"/>
                <a:ea typeface="Verdana" panose="020B0604030504040204" pitchFamily="34" charset="0"/>
                <a:cs typeface="Verdana" panose="020B0604030504040204" pitchFamily="34" charset="0"/>
                <a:sym typeface="Arial"/>
              </a:rPr>
              <a:t/>
            </a:r>
            <a:br>
              <a:rPr lang="en-US" sz="2400" kern="0" dirty="0" smtClean="0">
                <a:latin typeface="Verdana" panose="020B0604030504040204" pitchFamily="34" charset="0"/>
                <a:ea typeface="Verdana" panose="020B0604030504040204" pitchFamily="34" charset="0"/>
                <a:cs typeface="Verdana" panose="020B0604030504040204" pitchFamily="34" charset="0"/>
                <a:sym typeface="Arial"/>
              </a:rPr>
            </a:br>
            <a:r>
              <a:rPr lang="en-US" sz="2400" kern="0" dirty="0" smtClean="0">
                <a:latin typeface="Verdana" panose="020B0604030504040204" pitchFamily="34" charset="0"/>
                <a:ea typeface="Verdana" panose="020B0604030504040204" pitchFamily="34" charset="0"/>
                <a:cs typeface="Verdana" panose="020B0604030504040204" pitchFamily="34" charset="0"/>
                <a:sym typeface="Arial"/>
              </a:rPr>
              <a:t/>
            </a:r>
            <a:br>
              <a:rPr lang="en-US" sz="2400" kern="0" dirty="0" smtClean="0">
                <a:latin typeface="Verdana" panose="020B0604030504040204" pitchFamily="34" charset="0"/>
                <a:ea typeface="Verdana" panose="020B0604030504040204" pitchFamily="34" charset="0"/>
                <a:cs typeface="Verdana" panose="020B0604030504040204" pitchFamily="34" charset="0"/>
                <a:sym typeface="Arial"/>
              </a:rPr>
            </a:br>
            <a:r>
              <a:rPr lang="en-US" sz="2400" kern="0" dirty="0" smtClean="0">
                <a:latin typeface="Verdana" panose="020B0604030504040204" pitchFamily="34" charset="0"/>
                <a:ea typeface="Verdana" panose="020B0604030504040204" pitchFamily="34" charset="0"/>
                <a:cs typeface="Verdana" panose="020B0604030504040204" pitchFamily="34" charset="0"/>
                <a:sym typeface="Arial"/>
              </a:rPr>
              <a:t>2012 </a:t>
            </a:r>
            <a:r>
              <a:rPr lang="en-US" sz="2400" kern="0" dirty="0">
                <a:latin typeface="Verdana" panose="020B0604030504040204" pitchFamily="34" charset="0"/>
                <a:ea typeface="Verdana" panose="020B0604030504040204" pitchFamily="34" charset="0"/>
                <a:cs typeface="Verdana" panose="020B0604030504040204" pitchFamily="34" charset="0"/>
                <a:sym typeface="Arial"/>
              </a:rPr>
              <a:t>Summer Olympics </a:t>
            </a:r>
            <a:r>
              <a:rPr lang="en-US" sz="2400" kern="0" dirty="0" smtClean="0">
                <a:latin typeface="Verdana" panose="020B0604030504040204" pitchFamily="34" charset="0"/>
                <a:ea typeface="Verdana" panose="020B0604030504040204" pitchFamily="34" charset="0"/>
                <a:cs typeface="Verdana" panose="020B0604030504040204" pitchFamily="34" charset="0"/>
                <a:sym typeface="Arial"/>
              </a:rPr>
              <a:t>was 	than </a:t>
            </a:r>
            <a:r>
              <a:rPr lang="en-US" sz="2400" kern="0" dirty="0">
                <a:latin typeface="Verdana" panose="020B0604030504040204" pitchFamily="34" charset="0"/>
                <a:ea typeface="Verdana" panose="020B0604030504040204" pitchFamily="34" charset="0"/>
                <a:cs typeface="Verdana" panose="020B0604030504040204" pitchFamily="34" charset="0"/>
                <a:sym typeface="Arial"/>
              </a:rPr>
              <a:t>predicted using </a:t>
            </a:r>
            <a:r>
              <a:rPr lang="en-US" sz="2400" kern="0" dirty="0" smtClean="0">
                <a:latin typeface="Verdana" panose="020B0604030504040204" pitchFamily="34" charset="0"/>
                <a:ea typeface="Verdana" panose="020B0604030504040204" pitchFamily="34" charset="0"/>
                <a:cs typeface="Verdana" panose="020B0604030504040204" pitchFamily="34" charset="0"/>
                <a:sym typeface="Arial"/>
              </a:rPr>
              <a:t/>
            </a:r>
            <a:br>
              <a:rPr lang="en-US" sz="2400" kern="0" dirty="0" smtClean="0">
                <a:latin typeface="Verdana" panose="020B0604030504040204" pitchFamily="34" charset="0"/>
                <a:ea typeface="Verdana" panose="020B0604030504040204" pitchFamily="34" charset="0"/>
                <a:cs typeface="Verdana" panose="020B0604030504040204" pitchFamily="34" charset="0"/>
                <a:sym typeface="Arial"/>
              </a:rPr>
            </a:br>
            <a:r>
              <a:rPr lang="en-US" sz="2400" kern="0" dirty="0" smtClean="0">
                <a:latin typeface="Verdana" panose="020B0604030504040204" pitchFamily="34" charset="0"/>
                <a:ea typeface="Verdana" panose="020B0604030504040204" pitchFamily="34" charset="0"/>
                <a:cs typeface="Verdana" panose="020B0604030504040204" pitchFamily="34" charset="0"/>
                <a:sym typeface="Arial"/>
              </a:rPr>
              <a:t/>
            </a:r>
            <a:br>
              <a:rPr lang="en-US" sz="2400" kern="0" dirty="0" smtClean="0">
                <a:latin typeface="Verdana" panose="020B0604030504040204" pitchFamily="34" charset="0"/>
                <a:ea typeface="Verdana" panose="020B0604030504040204" pitchFamily="34" charset="0"/>
                <a:cs typeface="Verdana" panose="020B0604030504040204" pitchFamily="34" charset="0"/>
                <a:sym typeface="Arial"/>
              </a:rPr>
            </a:br>
            <a:r>
              <a:rPr lang="en-US" sz="2400" kern="0" dirty="0" smtClean="0">
                <a:latin typeface="Verdana" panose="020B0604030504040204" pitchFamily="34" charset="0"/>
                <a:ea typeface="Verdana" panose="020B0604030504040204" pitchFamily="34" charset="0"/>
                <a:cs typeface="Verdana" panose="020B0604030504040204" pitchFamily="34" charset="0"/>
                <a:sym typeface="Arial"/>
              </a:rPr>
              <a:t>the </a:t>
            </a:r>
            <a:r>
              <a:rPr lang="en-US" sz="2400" kern="0" dirty="0">
                <a:latin typeface="Verdana" panose="020B0604030504040204" pitchFamily="34" charset="0"/>
                <a:ea typeface="Verdana" panose="020B0604030504040204" pitchFamily="34" charset="0"/>
                <a:cs typeface="Verdana" panose="020B0604030504040204" pitchFamily="34" charset="0"/>
                <a:sym typeface="Arial"/>
              </a:rPr>
              <a:t>line of </a:t>
            </a:r>
            <a:r>
              <a:rPr lang="en-US" sz="2400" kern="0" dirty="0" smtClean="0">
                <a:latin typeface="Verdana" panose="020B0604030504040204" pitchFamily="34" charset="0"/>
                <a:ea typeface="Verdana" panose="020B0604030504040204" pitchFamily="34" charset="0"/>
                <a:cs typeface="Verdana" panose="020B0604030504040204" pitchFamily="34" charset="0"/>
                <a:sym typeface="Arial"/>
              </a:rPr>
              <a:t>best </a:t>
            </a:r>
            <a:r>
              <a:rPr lang="en-US" sz="2400" kern="0" dirty="0">
                <a:latin typeface="Verdana" panose="020B0604030504040204" pitchFamily="34" charset="0"/>
                <a:ea typeface="Verdana" panose="020B0604030504040204" pitchFamily="34" charset="0"/>
                <a:cs typeface="Verdana" panose="020B0604030504040204" pitchFamily="34" charset="0"/>
                <a:sym typeface="Arial"/>
              </a:rPr>
              <a:t>fit by __________ seconds</a:t>
            </a:r>
            <a:r>
              <a:rPr lang="en-US" sz="2400" kern="0" dirty="0" smtClean="0">
                <a:latin typeface="Verdana" panose="020B0604030504040204" pitchFamily="34" charset="0"/>
                <a:ea typeface="Verdana" panose="020B0604030504040204" pitchFamily="34" charset="0"/>
                <a:cs typeface="Verdana" panose="020B0604030504040204" pitchFamily="34" charset="0"/>
                <a:sym typeface="Arial"/>
              </a:rPr>
              <a:t>.</a:t>
            </a:r>
            <a:endParaRPr lang="en-US" sz="2400" kern="0" dirty="0">
              <a:latin typeface="Verdana" panose="020B0604030504040204" pitchFamily="34" charset="0"/>
              <a:ea typeface="Verdana" panose="020B0604030504040204" pitchFamily="34" charset="0"/>
              <a:cs typeface="Verdana" panose="020B0604030504040204" pitchFamily="34" charset="0"/>
              <a:sym typeface="Arial"/>
            </a:endParaRPr>
          </a:p>
        </p:txBody>
      </p:sp>
      <p:sp>
        <p:nvSpPr>
          <p:cNvPr id="278" name="Google Shape;278;g104476d1465_1_17"/>
          <p:cNvSpPr/>
          <p:nvPr/>
        </p:nvSpPr>
        <p:spPr>
          <a:xfrm>
            <a:off x="0" y="0"/>
            <a:ext cx="223838" cy="6865938"/>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lIns="91425" tIns="91425" rIns="91425" bIns="91425" anchor="ctr"/>
          <a:lstStyle/>
          <a:p>
            <a:pPr fontAlgn="auto">
              <a:spcBef>
                <a:spcPts val="0"/>
              </a:spcBef>
              <a:spcAft>
                <a:spcPts val="0"/>
              </a:spcAft>
              <a:buClr>
                <a:srgbClr val="000000"/>
              </a:buClr>
              <a:defRPr/>
            </a:pPr>
            <a:endParaRPr kern="0">
              <a:latin typeface="Arial"/>
              <a:ea typeface="Arial"/>
              <a:cs typeface="Arial"/>
              <a:sym typeface="Arial"/>
            </a:endParaRPr>
          </a:p>
        </p:txBody>
      </p:sp>
      <p:pic>
        <p:nvPicPr>
          <p:cNvPr id="20486" name="Picture 6" descr="A picture containing text&#10;&#10;Description automatically generated"/>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066655" y="2112102"/>
            <a:ext cx="1762125"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smtClean="0">
                <a:latin typeface="Calibri"/>
                <a:ea typeface="Calibri"/>
                <a:cs typeface="Calibri"/>
                <a:sym typeface="Calibri"/>
              </a:rPr>
              <a:t>volume 1, pg. </a:t>
            </a:r>
            <a:r>
              <a:rPr lang="en-US" i="1" dirty="0" smtClean="0">
                <a:latin typeface="Calibri"/>
                <a:ea typeface="Calibri"/>
                <a:cs typeface="Calibri"/>
                <a:sym typeface="Calibri"/>
              </a:rPr>
              <a:t>151</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Google Shape;278;g104476d1465_1_17"/>
          <p:cNvSpPr/>
          <p:nvPr/>
        </p:nvSpPr>
        <p:spPr>
          <a:xfrm>
            <a:off x="0" y="-7938"/>
            <a:ext cx="223838" cy="6865938"/>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lIns="91425" tIns="91425" rIns="91425" bIns="91425" anchor="ctr"/>
          <a:lstStyle/>
          <a:p>
            <a:pPr fontAlgn="auto">
              <a:spcBef>
                <a:spcPts val="0"/>
              </a:spcBef>
              <a:spcAft>
                <a:spcPts val="0"/>
              </a:spcAft>
              <a:buClr>
                <a:srgbClr val="000000"/>
              </a:buClr>
              <a:defRPr/>
            </a:pPr>
            <a:endParaRPr kern="0">
              <a:latin typeface="Arial"/>
              <a:ea typeface="Arial"/>
              <a:cs typeface="Arial"/>
              <a:sym typeface="Arial"/>
            </a:endParaRPr>
          </a:p>
        </p:txBody>
      </p:sp>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smtClean="0">
                <a:latin typeface="Calibri"/>
                <a:ea typeface="Calibri"/>
                <a:cs typeface="Calibri"/>
                <a:sym typeface="Calibri"/>
              </a:rPr>
              <a:t>volume 1, pg. </a:t>
            </a:r>
            <a:r>
              <a:rPr lang="en-US" i="1" dirty="0" smtClean="0">
                <a:latin typeface="Calibri"/>
                <a:ea typeface="Calibri"/>
                <a:cs typeface="Calibri"/>
                <a:sym typeface="Calibri"/>
              </a:rPr>
              <a:t>152</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TextBox 8">
            <a:extLst>
              <a:ext uri="{FF2B5EF4-FFF2-40B4-BE49-F238E27FC236}">
                <a16:creationId xmlns:a16="http://schemas.microsoft.com/office/drawing/2014/main" xmlns="" xmlns:a14="http://schemas.microsoft.com/office/drawing/2010/main" xmlns:mc="http://schemas.openxmlformats.org/markup-compatibility/2006" id="{C8F82859-BA98-3646-BF3B-9E17E52A2E35}"/>
              </a:ext>
            </a:extLst>
          </p:cNvPr>
          <p:cNvSpPr txBox="1"/>
          <p:nvPr/>
        </p:nvSpPr>
        <p:spPr>
          <a:xfrm>
            <a:off x="511205" y="533066"/>
            <a:ext cx="10953207" cy="4154984"/>
          </a:xfrm>
          <a:prstGeom prst="rect">
            <a:avLst/>
          </a:prstGeom>
          <a:noFill/>
        </p:spPr>
        <p:txBody>
          <a:bodyPr wrap="square" rtlCol="0">
            <a:spAutoFit/>
          </a:bodyPr>
          <a:lstStyle/>
          <a:p>
            <a:pPr marL="457200" indent="-457200" fontAlgn="auto">
              <a:spcBef>
                <a:spcPts val="0"/>
              </a:spcBef>
              <a:spcAft>
                <a:spcPts val="0"/>
              </a:spcAft>
              <a:buClr>
                <a:srgbClr val="000000"/>
              </a:buClr>
              <a:buFont typeface="+mj-lt"/>
              <a:buAutoNum type="arabicPeriod" startAt="2"/>
              <a:defRPr/>
            </a:pPr>
            <a:r>
              <a:rPr lang="en-US" sz="2400" kern="0" dirty="0">
                <a:latin typeface="Verdana" panose="020B0604030504040204" pitchFamily="34" charset="0"/>
                <a:ea typeface="Verdana" panose="020B0604030504040204" pitchFamily="34" charset="0"/>
                <a:cs typeface="Verdana" panose="020B0604030504040204" pitchFamily="34" charset="0"/>
                <a:sym typeface="Arial"/>
              </a:rPr>
              <a:t>Identify one point on the scatter plot where the actual finishing time for the gold medalist was more than the model predicted.</a:t>
            </a:r>
          </a:p>
          <a:p>
            <a:pPr fontAlgn="auto">
              <a:spcBef>
                <a:spcPts val="0"/>
              </a:spcBef>
              <a:spcAft>
                <a:spcPts val="0"/>
              </a:spcAft>
              <a:buClr>
                <a:srgbClr val="000000"/>
              </a:buClr>
              <a:defRPr/>
            </a:pPr>
            <a:endParaRPr lang="en-US" sz="2400" kern="0" dirty="0">
              <a:latin typeface="Verdana" panose="020B0604030504040204" pitchFamily="34" charset="0"/>
              <a:ea typeface="Verdana" panose="020B0604030504040204" pitchFamily="34" charset="0"/>
              <a:cs typeface="Verdana" panose="020B0604030504040204" pitchFamily="34" charset="0"/>
              <a:sym typeface="Arial"/>
            </a:endParaRPr>
          </a:p>
          <a:p>
            <a:pPr marL="896938" indent="-457200" fontAlgn="auto">
              <a:spcBef>
                <a:spcPts val="0"/>
              </a:spcBef>
              <a:spcAft>
                <a:spcPts val="0"/>
              </a:spcAft>
              <a:buClr>
                <a:srgbClr val="000000"/>
              </a:buClr>
              <a:buFont typeface="+mj-lt"/>
              <a:buAutoNum type="alphaLcPeriod"/>
              <a:defRPr/>
            </a:pPr>
            <a:r>
              <a:rPr lang="en-US" sz="2400" kern="0" dirty="0">
                <a:latin typeface="Verdana" panose="020B0604030504040204" pitchFamily="34" charset="0"/>
                <a:ea typeface="Verdana" panose="020B0604030504040204" pitchFamily="34" charset="0"/>
                <a:cs typeface="Verdana" panose="020B0604030504040204" pitchFamily="34" charset="0"/>
                <a:sym typeface="Arial"/>
              </a:rPr>
              <a:t>Find the coordinates of the point.</a:t>
            </a:r>
          </a:p>
          <a:p>
            <a:pPr marL="896938" indent="-457200" fontAlgn="auto">
              <a:spcBef>
                <a:spcPts val="0"/>
              </a:spcBef>
              <a:spcAft>
                <a:spcPts val="0"/>
              </a:spcAft>
              <a:buClr>
                <a:srgbClr val="000000"/>
              </a:buClr>
              <a:buFont typeface="+mj-lt"/>
              <a:buAutoNum type="alphaLcPeriod"/>
              <a:defRPr/>
            </a:pPr>
            <a:endParaRPr lang="en-US" sz="2400" kern="0" dirty="0">
              <a:latin typeface="Verdana" panose="020B0604030504040204" pitchFamily="34" charset="0"/>
              <a:ea typeface="Verdana" panose="020B0604030504040204" pitchFamily="34" charset="0"/>
              <a:cs typeface="Verdana" panose="020B0604030504040204" pitchFamily="34" charset="0"/>
              <a:sym typeface="Arial"/>
            </a:endParaRPr>
          </a:p>
          <a:p>
            <a:pPr marL="896938" indent="-457200" fontAlgn="auto">
              <a:spcBef>
                <a:spcPts val="0"/>
              </a:spcBef>
              <a:spcAft>
                <a:spcPts val="0"/>
              </a:spcAft>
              <a:buClr>
                <a:srgbClr val="000000"/>
              </a:buClr>
              <a:buFont typeface="+mj-lt"/>
              <a:buAutoNum type="alphaLcPeriod"/>
              <a:defRPr/>
            </a:pPr>
            <a:endParaRPr lang="en-US" sz="2400" kern="0" dirty="0">
              <a:latin typeface="Verdana" panose="020B0604030504040204" pitchFamily="34" charset="0"/>
              <a:ea typeface="Verdana" panose="020B0604030504040204" pitchFamily="34" charset="0"/>
              <a:cs typeface="Verdana" panose="020B0604030504040204" pitchFamily="34" charset="0"/>
              <a:sym typeface="Arial"/>
            </a:endParaRPr>
          </a:p>
          <a:p>
            <a:pPr marL="896938" indent="-457200" fontAlgn="auto">
              <a:spcBef>
                <a:spcPts val="0"/>
              </a:spcBef>
              <a:spcAft>
                <a:spcPts val="0"/>
              </a:spcAft>
              <a:buClr>
                <a:srgbClr val="000000"/>
              </a:buClr>
              <a:buFont typeface="+mj-lt"/>
              <a:buAutoNum type="alphaLcPeriod"/>
              <a:defRPr/>
            </a:pPr>
            <a:endParaRPr lang="en-US" sz="2400" kern="0" dirty="0">
              <a:latin typeface="Verdana" panose="020B0604030504040204" pitchFamily="34" charset="0"/>
              <a:ea typeface="Verdana" panose="020B0604030504040204" pitchFamily="34" charset="0"/>
              <a:cs typeface="Verdana" panose="020B0604030504040204" pitchFamily="34" charset="0"/>
              <a:sym typeface="Arial"/>
            </a:endParaRPr>
          </a:p>
          <a:p>
            <a:pPr marL="896938" indent="-457200" fontAlgn="auto">
              <a:spcBef>
                <a:spcPts val="0"/>
              </a:spcBef>
              <a:spcAft>
                <a:spcPts val="0"/>
              </a:spcAft>
              <a:buClr>
                <a:srgbClr val="000000"/>
              </a:buClr>
              <a:buFont typeface="+mj-lt"/>
              <a:buAutoNum type="alphaLcPeriod"/>
              <a:defRPr/>
            </a:pPr>
            <a:endParaRPr lang="en-US" sz="2400" kern="0" dirty="0">
              <a:latin typeface="Verdana" panose="020B0604030504040204" pitchFamily="34" charset="0"/>
              <a:ea typeface="Verdana" panose="020B0604030504040204" pitchFamily="34" charset="0"/>
              <a:cs typeface="Verdana" panose="020B0604030504040204" pitchFamily="34" charset="0"/>
              <a:sym typeface="Arial"/>
            </a:endParaRPr>
          </a:p>
          <a:p>
            <a:pPr marL="896938" indent="-457200" fontAlgn="auto">
              <a:spcBef>
                <a:spcPts val="0"/>
              </a:spcBef>
              <a:spcAft>
                <a:spcPts val="0"/>
              </a:spcAft>
              <a:buClr>
                <a:srgbClr val="000000"/>
              </a:buClr>
              <a:buFont typeface="+mj-lt"/>
              <a:buAutoNum type="alphaLcPeriod"/>
              <a:defRPr/>
            </a:pPr>
            <a:endParaRPr lang="en-US" sz="2400" kern="0" dirty="0">
              <a:latin typeface="Verdana" panose="020B0604030504040204" pitchFamily="34" charset="0"/>
              <a:ea typeface="Verdana" panose="020B0604030504040204" pitchFamily="34" charset="0"/>
              <a:cs typeface="Verdana" panose="020B0604030504040204" pitchFamily="34" charset="0"/>
              <a:sym typeface="Arial"/>
            </a:endParaRPr>
          </a:p>
          <a:p>
            <a:pPr marL="896938" indent="-457200" fontAlgn="auto">
              <a:spcBef>
                <a:spcPts val="0"/>
              </a:spcBef>
              <a:spcAft>
                <a:spcPts val="0"/>
              </a:spcAft>
              <a:buClr>
                <a:srgbClr val="000000"/>
              </a:buClr>
              <a:buFont typeface="+mj-lt"/>
              <a:buAutoNum type="alphaLcPeriod"/>
              <a:defRPr/>
            </a:pPr>
            <a:r>
              <a:rPr lang="en-US" sz="2400" kern="0" dirty="0">
                <a:latin typeface="Verdana" panose="020B0604030504040204" pitchFamily="34" charset="0"/>
                <a:ea typeface="Verdana" panose="020B0604030504040204" pitchFamily="34" charset="0"/>
                <a:cs typeface="Verdana" panose="020B0604030504040204" pitchFamily="34" charset="0"/>
                <a:sym typeface="Arial"/>
              </a:rPr>
              <a:t>Explain how you know the actual finishing time was more than the model predicted.</a:t>
            </a:r>
            <a:endParaRPr lang="en-US" sz="2400" kern="0" dirty="0">
              <a:latin typeface="Verdana" panose="020B0604030504040204" pitchFamily="34" charset="0"/>
              <a:ea typeface="Verdana" panose="020B0604030504040204" pitchFamily="34" charset="0"/>
              <a:cs typeface="Verdana" panose="020B0604030504040204" pitchFamily="34" charset="0"/>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Google Shape;278;g104476d1465_1_17"/>
          <p:cNvSpPr/>
          <p:nvPr/>
        </p:nvSpPr>
        <p:spPr>
          <a:xfrm>
            <a:off x="0" y="-7938"/>
            <a:ext cx="223838" cy="6865938"/>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lIns="91425" tIns="91425" rIns="91425" bIns="91425" anchor="ctr"/>
          <a:lstStyle/>
          <a:p>
            <a:pPr fontAlgn="auto">
              <a:spcBef>
                <a:spcPts val="0"/>
              </a:spcBef>
              <a:spcAft>
                <a:spcPts val="0"/>
              </a:spcAft>
              <a:buClr>
                <a:srgbClr val="000000"/>
              </a:buClr>
              <a:defRPr/>
            </a:pPr>
            <a:endParaRPr kern="0">
              <a:latin typeface="Arial"/>
              <a:ea typeface="Arial"/>
              <a:cs typeface="Arial"/>
              <a:sym typeface="Arial"/>
            </a:endParaRPr>
          </a:p>
        </p:txBody>
      </p:sp>
      <p:sp>
        <p:nvSpPr>
          <p:cNvPr id="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smtClean="0">
                <a:latin typeface="Calibri"/>
                <a:ea typeface="Calibri"/>
                <a:cs typeface="Calibri"/>
                <a:sym typeface="Calibri"/>
              </a:rPr>
              <a:t>volume 1, pg. </a:t>
            </a:r>
            <a:r>
              <a:rPr lang="en-US" i="1" dirty="0" smtClean="0">
                <a:latin typeface="Calibri"/>
                <a:ea typeface="Calibri"/>
                <a:cs typeface="Calibri"/>
                <a:sym typeface="Calibri"/>
              </a:rPr>
              <a:t>152</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TextBox 7">
            <a:extLst>
              <a:ext uri="{FF2B5EF4-FFF2-40B4-BE49-F238E27FC236}">
                <a16:creationId xmlns:a16="http://schemas.microsoft.com/office/drawing/2014/main" xmlns="" xmlns:a14="http://schemas.microsoft.com/office/drawing/2010/main" xmlns:mc="http://schemas.openxmlformats.org/markup-compatibility/2006" id="{C8F82859-BA98-3646-BF3B-9E17E52A2E35}"/>
              </a:ext>
            </a:extLst>
          </p:cNvPr>
          <p:cNvSpPr txBox="1"/>
          <p:nvPr/>
        </p:nvSpPr>
        <p:spPr>
          <a:xfrm>
            <a:off x="511205" y="533066"/>
            <a:ext cx="10953207" cy="1200329"/>
          </a:xfrm>
          <a:prstGeom prst="rect">
            <a:avLst/>
          </a:prstGeom>
          <a:noFill/>
        </p:spPr>
        <p:txBody>
          <a:bodyPr wrap="square" rtlCol="0">
            <a:spAutoFit/>
          </a:bodyPr>
          <a:lstStyle/>
          <a:p>
            <a:pPr marL="457200" indent="-457200" eaLnBrk="1" hangingPunct="1">
              <a:buFont typeface="Arial" charset="0"/>
              <a:buAutoNum type="arabicPeriod" startAt="3"/>
            </a:pPr>
            <a:r>
              <a:rPr lang="en-US" sz="2400" dirty="0">
                <a:latin typeface="Verdana" pitchFamily="34" charset="0"/>
              </a:rPr>
              <a:t>Discuss with your partner whether the linear function appears to be a good fit for the data and how you know. Summarize your discussion.</a:t>
            </a:r>
            <a:endParaRPr lang="en-US" sz="2400" dirty="0">
              <a:latin typeface="Verdana"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Google Shape;309;g104476d1465_1_39"/>
          <p:cNvSpPr/>
          <p:nvPr/>
        </p:nvSpPr>
        <p:spPr>
          <a:xfrm>
            <a:off x="0" y="-4763"/>
            <a:ext cx="2732088" cy="6867526"/>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lIns="91425" tIns="91425" rIns="91425" bIns="91425" anchor="ctr"/>
          <a:lstStyle/>
          <a:p>
            <a:pPr fontAlgn="auto">
              <a:spcBef>
                <a:spcPts val="0"/>
              </a:spcBef>
              <a:spcAft>
                <a:spcPts val="0"/>
              </a:spcAft>
              <a:buClr>
                <a:srgbClr val="000000"/>
              </a:buClr>
              <a:defRPr/>
            </a:pPr>
            <a:endParaRPr kern="0">
              <a:latin typeface="Arial"/>
              <a:ea typeface="Arial"/>
              <a:cs typeface="Arial"/>
              <a:sym typeface="Arial"/>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smtClean="0">
                <a:latin typeface="Calibri"/>
                <a:ea typeface="Calibri"/>
                <a:cs typeface="Calibri"/>
                <a:sym typeface="Calibri"/>
              </a:rPr>
              <a:t>volume 1, pg. </a:t>
            </a:r>
            <a:r>
              <a:rPr lang="en-US" i="1" dirty="0" smtClean="0">
                <a:latin typeface="Calibri"/>
                <a:ea typeface="Calibri"/>
                <a:cs typeface="Calibri"/>
                <a:sym typeface="Calibri"/>
              </a:rPr>
              <a:t>152</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13;g104476d1465_1_39"/>
          <p:cNvSpPr txBox="1">
            <a:spLocks/>
          </p:cNvSpPr>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dirty="0" smtClean="0">
                <a:solidFill>
                  <a:srgbClr val="54B5D1"/>
                </a:solidFill>
                <a:latin typeface="Verdana"/>
                <a:ea typeface="Verdana"/>
                <a:cs typeface="Verdana"/>
                <a:sym typeface="Verdana"/>
              </a:rPr>
              <a:t>Guided Instruction</a:t>
            </a:r>
            <a:endParaRPr lang="en-US" sz="5100" b="1" dirty="0">
              <a:solidFill>
                <a:srgbClr val="54B5D1"/>
              </a:solidFill>
              <a:latin typeface="Verdana"/>
              <a:ea typeface="Verdana"/>
              <a:cs typeface="Verdana"/>
              <a:sym typeface="Verdana"/>
            </a:endParaRPr>
          </a:p>
        </p:txBody>
      </p:sp>
      <p:pic>
        <p:nvPicPr>
          <p:cNvPr id="11" name="image8.png" descr="Icon&#10;&#10;Description automatically generated">
            <a:extLst>
              <a:ext uri="{FF2B5EF4-FFF2-40B4-BE49-F238E27FC236}">
                <a16:creationId xmlns:a16="http://schemas.microsoft.com/office/drawing/2014/main" xmlns="" id="{C3077B63-B59F-3C47-BD0A-FB19C317B7E1}"/>
              </a:ext>
            </a:extLst>
          </p:cNvPr>
          <p:cNvPicPr/>
          <p:nvPr/>
        </p:nvPicPr>
        <p:blipFill>
          <a:blip r:embed="rId4"/>
          <a:srcRect/>
          <a:stretch>
            <a:fillRect/>
          </a:stretch>
        </p:blipFill>
        <p:spPr>
          <a:xfrm>
            <a:off x="4506717" y="2853975"/>
            <a:ext cx="1158150" cy="1158150"/>
          </a:xfrm>
          <a:prstGeom prst="rect">
            <a:avLst/>
          </a:prstGeom>
          <a:ln/>
          <a:effectLst>
            <a:outerShdw blurRad="50800" dist="38100" dir="2700000" algn="tl" rotWithShape="0">
              <a:prstClr val="black">
                <a:alpha val="40000"/>
              </a:prst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84" name="Picture 2"/>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514538" y="1386026"/>
            <a:ext cx="4979988" cy="444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smtClean="0">
                <a:latin typeface="Calibri"/>
                <a:ea typeface="Calibri"/>
                <a:cs typeface="Calibri"/>
                <a:sym typeface="Calibri"/>
              </a:rPr>
              <a:t>volume 1, pg. </a:t>
            </a:r>
            <a:r>
              <a:rPr lang="en-US" i="1" dirty="0" smtClean="0">
                <a:latin typeface="Calibri"/>
                <a:ea typeface="Calibri"/>
                <a:cs typeface="Calibri"/>
                <a:sym typeface="Calibri"/>
              </a:rPr>
              <a:t>152</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343;g103996e1364_0_321">
            <a:extLst>
              <a:ext uri="{FF2B5EF4-FFF2-40B4-BE49-F238E27FC236}">
                <a16:creationId xmlns="" xmlns:a16="http://schemas.microsoft.com/office/drawing/2014/main" xmlns:a14="http://schemas.microsoft.com/office/drawing/2010/main" xmlns:mc="http://schemas.openxmlformats.org/markup-compatibility/2006" id="{21B1DF8E-16A0-FA4E-8CEB-434668DFA68D}"/>
              </a:ext>
            </a:extLst>
          </p:cNvPr>
          <p:cNvSpPr txBox="1">
            <a:spLocks/>
          </p:cNvSpPr>
          <p:nvPr/>
        </p:nvSpPr>
        <p:spPr>
          <a:xfrm>
            <a:off x="1052650" y="32128"/>
            <a:ext cx="10441876" cy="10894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eaLnBrk="1" hangingPunct="1">
              <a:lnSpc>
                <a:spcPct val="90000"/>
              </a:lnSpc>
              <a:buSzPts val="5400"/>
            </a:pPr>
            <a:r>
              <a:rPr lang="en-US" sz="3600" b="1" dirty="0">
                <a:solidFill>
                  <a:srgbClr val="54B5D1"/>
                </a:solidFill>
                <a:latin typeface="Verdana" pitchFamily="34" charset="0"/>
                <a:sym typeface="Verdana" pitchFamily="34" charset="0"/>
              </a:rPr>
              <a:t>3.8.3 Guided Instruction: </a:t>
            </a:r>
            <a:r>
              <a:rPr lang="en-US" sz="3600" b="1" dirty="0" smtClean="0">
                <a:solidFill>
                  <a:srgbClr val="54B5D1"/>
                </a:solidFill>
                <a:latin typeface="Verdana" pitchFamily="34" charset="0"/>
                <a:sym typeface="Verdana" pitchFamily="34" charset="0"/>
              </a:rPr>
              <a:t/>
            </a:r>
            <a:br>
              <a:rPr lang="en-US" sz="3600" b="1" dirty="0" smtClean="0">
                <a:solidFill>
                  <a:srgbClr val="54B5D1"/>
                </a:solidFill>
                <a:latin typeface="Verdana" pitchFamily="34" charset="0"/>
                <a:sym typeface="Verdana" pitchFamily="34" charset="0"/>
              </a:rPr>
            </a:br>
            <a:r>
              <a:rPr lang="en-US" sz="3600" b="1" dirty="0" smtClean="0">
                <a:solidFill>
                  <a:srgbClr val="54B5D1"/>
                </a:solidFill>
                <a:latin typeface="Verdana" pitchFamily="34" charset="0"/>
                <a:sym typeface="Verdana" pitchFamily="34" charset="0"/>
              </a:rPr>
              <a:t>Analyzing </a:t>
            </a:r>
            <a:r>
              <a:rPr lang="en-US" sz="3600" b="1" dirty="0">
                <a:solidFill>
                  <a:srgbClr val="54B5D1"/>
                </a:solidFill>
                <a:latin typeface="Verdana" pitchFamily="34" charset="0"/>
                <a:sym typeface="Verdana" pitchFamily="34" charset="0"/>
              </a:rPr>
              <a:t>Residuals</a:t>
            </a:r>
            <a:endParaRPr lang="en-US" sz="3600" b="1" dirty="0">
              <a:solidFill>
                <a:srgbClr val="54B5D1"/>
              </a:solidFill>
              <a:latin typeface="Verdana" pitchFamily="34" charset="0"/>
              <a:sym typeface="Verdana" pitchFamily="34" charset="0"/>
            </a:endParaRPr>
          </a:p>
        </p:txBody>
      </p:sp>
      <p:pic>
        <p:nvPicPr>
          <p:cNvPr id="12" name="Google Shape;345;g103996e1364_0_321">
            <a:extLst>
              <a:ext uri="{FF2B5EF4-FFF2-40B4-BE49-F238E27FC236}">
                <a16:creationId xmlns="" xmlns:a16="http://schemas.microsoft.com/office/drawing/2014/main" id="{CBDD45DF-949B-9F42-BFF6-A7167F0CF795}"/>
              </a:ext>
            </a:extLst>
          </p:cNvPr>
          <p:cNvPicPr preferRelativeResize="0"/>
          <p:nvPr/>
        </p:nvPicPr>
        <p:blipFill rotWithShape="1">
          <a:blip r:embed="rId5">
            <a:alphaModFix/>
          </a:blip>
          <a:srcRect/>
          <a:stretch/>
        </p:blipFill>
        <p:spPr>
          <a:xfrm>
            <a:off x="305350" y="203221"/>
            <a:ext cx="747300" cy="747300"/>
          </a:xfrm>
          <a:prstGeom prst="rect">
            <a:avLst/>
          </a:prstGeom>
          <a:noFill/>
          <a:ln>
            <a:noFill/>
          </a:ln>
          <a:effectLst>
            <a:outerShdw blurRad="50800" dist="38100" dir="2700000" algn="tl" rotWithShape="0">
              <a:prstClr val="black">
                <a:alpha val="40000"/>
              </a:prstClr>
            </a:outerShdw>
          </a:effectLst>
        </p:spPr>
      </p:pic>
      <p:sp>
        <p:nvSpPr>
          <p:cNvPr id="13" name="TextBox 12">
            <a:extLst>
              <a:ext uri="{FF2B5EF4-FFF2-40B4-BE49-F238E27FC236}">
                <a16:creationId xmlns="" xmlns:a16="http://schemas.microsoft.com/office/drawing/2014/main" xmlns:a14="http://schemas.microsoft.com/office/drawing/2010/main" xmlns:mc="http://schemas.openxmlformats.org/markup-compatibility/2006" id="{C01B13E8-EC8D-E443-A329-C5E3593DD13A}"/>
              </a:ext>
            </a:extLst>
          </p:cNvPr>
          <p:cNvSpPr txBox="1"/>
          <p:nvPr/>
        </p:nvSpPr>
        <p:spPr>
          <a:xfrm>
            <a:off x="593248" y="1386026"/>
            <a:ext cx="5680340" cy="2862322"/>
          </a:xfrm>
          <a:prstGeom prst="rect">
            <a:avLst/>
          </a:prstGeom>
          <a:noFill/>
        </p:spPr>
        <p:txBody>
          <a:bodyPr wrap="square" rtlCol="0">
            <a:spAutoFit/>
          </a:bodyPr>
          <a:lstStyle/>
          <a:p>
            <a:pPr eaLnBrk="0" hangingPunct="0">
              <a:buFont typeface="Arial" charset="0"/>
              <a:buNone/>
            </a:pPr>
            <a:r>
              <a:rPr lang="en-US" altLang="en-US" sz="2000" dirty="0">
                <a:solidFill>
                  <a:schemeClr val="tx1"/>
                </a:solidFill>
                <a:latin typeface="Verdana" pitchFamily="34" charset="0"/>
                <a:cs typeface="Times New Roman" pitchFamily="18" charset="0"/>
              </a:rPr>
              <a:t>The scatter plot summarizes the average gestation period, in days, and average longevity, in years, for a sample of </a:t>
            </a:r>
            <a:br>
              <a:rPr lang="en-US" altLang="en-US" sz="2000" dirty="0">
                <a:solidFill>
                  <a:schemeClr val="tx1"/>
                </a:solidFill>
                <a:latin typeface="Verdana" pitchFamily="34" charset="0"/>
                <a:cs typeface="Times New Roman" pitchFamily="18" charset="0"/>
              </a:rPr>
            </a:br>
            <a:r>
              <a:rPr lang="en-US" altLang="en-US" sz="2000" dirty="0">
                <a:solidFill>
                  <a:schemeClr val="tx1"/>
                </a:solidFill>
                <a:latin typeface="Verdana" pitchFamily="34" charset="0"/>
                <a:cs typeface="Times New Roman" pitchFamily="18" charset="0"/>
              </a:rPr>
              <a:t>30 animals as reported in </a:t>
            </a:r>
            <a:r>
              <a:rPr lang="en-US" altLang="en-US" sz="2000" i="1" dirty="0">
                <a:solidFill>
                  <a:schemeClr val="tx1"/>
                </a:solidFill>
                <a:latin typeface="Verdana" pitchFamily="34" charset="0"/>
                <a:cs typeface="Times New Roman" pitchFamily="18" charset="0"/>
              </a:rPr>
              <a:t>The World Almanac and Book of Facts</a:t>
            </a:r>
            <a:r>
              <a:rPr lang="en-US" altLang="en-US" sz="2000" dirty="0">
                <a:solidFill>
                  <a:schemeClr val="tx1"/>
                </a:solidFill>
                <a:latin typeface="Verdana" pitchFamily="34" charset="0"/>
                <a:cs typeface="Times New Roman" pitchFamily="18" charset="0"/>
              </a:rPr>
              <a:t> (</a:t>
            </a:r>
            <a:r>
              <a:rPr lang="en-US" altLang="en-US" sz="2000" dirty="0" err="1">
                <a:solidFill>
                  <a:schemeClr val="tx1"/>
                </a:solidFill>
                <a:latin typeface="Verdana" pitchFamily="34" charset="0"/>
                <a:cs typeface="Times New Roman" pitchFamily="18" charset="0"/>
              </a:rPr>
              <a:t>McGeveran</a:t>
            </a:r>
            <a:r>
              <a:rPr lang="en-US" altLang="en-US" sz="2000" dirty="0">
                <a:solidFill>
                  <a:schemeClr val="tx1"/>
                </a:solidFill>
                <a:latin typeface="Verdana" pitchFamily="34" charset="0"/>
                <a:cs typeface="Times New Roman" pitchFamily="18" charset="0"/>
              </a:rPr>
              <a:t>, 2006). </a:t>
            </a:r>
            <a:r>
              <a:rPr lang="en-US" altLang="en-US" sz="2000" dirty="0" smtClean="0">
                <a:solidFill>
                  <a:schemeClr val="tx1"/>
                </a:solidFill>
                <a:latin typeface="Verdana" pitchFamily="34" charset="0"/>
                <a:cs typeface="Times New Roman" pitchFamily="18" charset="0"/>
              </a:rPr>
              <a:t>A </a:t>
            </a:r>
            <a:r>
              <a:rPr lang="en-US" altLang="en-US" sz="2000" dirty="0">
                <a:solidFill>
                  <a:schemeClr val="tx1"/>
                </a:solidFill>
                <a:latin typeface="Verdana" pitchFamily="34" charset="0"/>
                <a:cs typeface="Times New Roman" pitchFamily="18" charset="0"/>
              </a:rPr>
              <a:t>gestation period is the amount of time for which an animal is pregnant. Longevity refers to how long an animal lives.</a:t>
            </a:r>
            <a:endParaRPr lang="en-US" altLang="en-US" sz="2000" dirty="0">
              <a:solidFill>
                <a:schemeClr val="tx1"/>
              </a:solidFill>
              <a:latin typeface="Verdana" pitchFamily="34" charset="0"/>
              <a:cs typeface="Times New Roman" pitchFamily="18" charset="0"/>
            </a:endParaRPr>
          </a:p>
        </p:txBody>
      </p:sp>
      <p:sp>
        <p:nvSpPr>
          <p:cNvPr id="14" name="Google Shape;278;g104476d1465_1_17"/>
          <p:cNvSpPr/>
          <p:nvPr/>
        </p:nvSpPr>
        <p:spPr>
          <a:xfrm>
            <a:off x="0" y="-7938"/>
            <a:ext cx="223838" cy="6865938"/>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lIns="91425" tIns="91425" rIns="91425" bIns="91425" anchor="ctr"/>
          <a:lstStyle/>
          <a:p>
            <a:pPr fontAlgn="auto">
              <a:spcBef>
                <a:spcPts val="0"/>
              </a:spcBef>
              <a:spcAft>
                <a:spcPts val="0"/>
              </a:spcAft>
              <a:buClr>
                <a:srgbClr val="000000"/>
              </a:buClr>
              <a:defRPr/>
            </a:pPr>
            <a:endParaRPr kern="0">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xmlns="" id="{C8F82859-BA98-3646-BF3B-9E17E52A2E35}"/>
                  </a:ext>
                </a:extLst>
              </p:cNvPr>
              <p:cNvSpPr txBox="1"/>
              <p:nvPr/>
            </p:nvSpPr>
            <p:spPr>
              <a:xfrm>
                <a:off x="511205" y="533066"/>
                <a:ext cx="10953207" cy="5016758"/>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The function </a:t>
                </a:r>
                <a14:m>
                  <m:oMath xmlns:m="http://schemas.openxmlformats.org/officeDocument/2006/math">
                    <m:r>
                      <a:rPr lang="en-US" sz="2000" i="1" dirty="0">
                        <a:latin typeface="Cambria Math"/>
                        <a:ea typeface="Verdana" panose="020B0604030504040204" pitchFamily="34" charset="0"/>
                        <a:cs typeface="Verdana" panose="020B0604030504040204" pitchFamily="34" charset="0"/>
                      </a:rPr>
                      <m:t>𝑔</m:t>
                    </m:r>
                    <m:r>
                      <a:rPr lang="en-US" sz="2000" i="1" dirty="0">
                        <a:latin typeface="Cambria Math"/>
                        <a:ea typeface="Verdana" panose="020B0604030504040204" pitchFamily="34" charset="0"/>
                        <a:cs typeface="Verdana" panose="020B0604030504040204" pitchFamily="34" charset="0"/>
                      </a:rPr>
                      <m:t>(</m:t>
                    </m:r>
                    <m:r>
                      <a:rPr lang="en-US" sz="2000" i="1" dirty="0">
                        <a:latin typeface="Cambria Math"/>
                        <a:ea typeface="Verdana" panose="020B0604030504040204" pitchFamily="34" charset="0"/>
                        <a:cs typeface="Verdana" panose="020B0604030504040204" pitchFamily="34" charset="0"/>
                      </a:rPr>
                      <m:t>𝑥</m:t>
                    </m:r>
                    <m:r>
                      <a:rPr lang="en-US" sz="2000" i="1" dirty="0">
                        <a:latin typeface="Cambria Math"/>
                        <a:ea typeface="Verdana" panose="020B0604030504040204" pitchFamily="34" charset="0"/>
                        <a:cs typeface="Verdana" panose="020B0604030504040204" pitchFamily="34" charset="0"/>
                      </a:rPr>
                      <m:t>)=0.032</m:t>
                    </m:r>
                    <m:r>
                      <a:rPr lang="en-US" sz="2000" i="1" dirty="0">
                        <a:latin typeface="Cambria Math"/>
                        <a:ea typeface="Verdana" panose="020B0604030504040204" pitchFamily="34" charset="0"/>
                        <a:cs typeface="Verdana" panose="020B0604030504040204" pitchFamily="34" charset="0"/>
                      </a:rPr>
                      <m:t>𝑥</m:t>
                    </m:r>
                    <m:r>
                      <a:rPr lang="en-US" sz="2000" i="1" dirty="0">
                        <a:latin typeface="Cambria Math"/>
                        <a:ea typeface="Verdana" panose="020B0604030504040204" pitchFamily="34" charset="0"/>
                        <a:cs typeface="Verdana" panose="020B0604030504040204" pitchFamily="34" charset="0"/>
                      </a:rPr>
                      <m:t>+7.6</m:t>
                    </m:r>
                  </m:oMath>
                </a14:m>
                <a:r>
                  <a:rPr lang="en-US" sz="2000" dirty="0">
                    <a:latin typeface="Verdana" panose="020B0604030504040204" pitchFamily="34" charset="0"/>
                    <a:ea typeface="Verdana" panose="020B0604030504040204" pitchFamily="34" charset="0"/>
                    <a:cs typeface="Verdana" panose="020B0604030504040204" pitchFamily="34" charset="0"/>
                  </a:rPr>
                  <a:t> is fit to the data.</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Consider the table shown with the </a:t>
                </a:r>
                <a14:m>
                  <m:oMath xmlns:m="http://schemas.openxmlformats.org/officeDocument/2006/math">
                    <m:r>
                      <a:rPr lang="en-US" sz="2000" i="1" dirty="0">
                        <a:latin typeface="Cambria Math"/>
                        <a:ea typeface="Verdana" panose="020B0604030504040204" pitchFamily="34" charset="0"/>
                        <a:cs typeface="Verdana" panose="020B0604030504040204" pitchFamily="34"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-values, actual </a:t>
                </a:r>
                <a14:m>
                  <m:oMath xmlns:m="http://schemas.openxmlformats.org/officeDocument/2006/math">
                    <m:r>
                      <a:rPr lang="en-US" sz="2000" i="1" dirty="0">
                        <a:latin typeface="Cambria Math"/>
                        <a:ea typeface="Verdana" panose="020B0604030504040204" pitchFamily="34" charset="0"/>
                        <a:cs typeface="Verdana" panose="020B0604030504040204" pitchFamily="34" charset="0"/>
                      </a:rPr>
                      <m:t>𝑦</m:t>
                    </m:r>
                  </m:oMath>
                </a14:m>
                <a:r>
                  <a:rPr lang="en-US" sz="2000" dirty="0">
                    <a:latin typeface="Verdana" panose="020B0604030504040204" pitchFamily="34" charset="0"/>
                    <a:ea typeface="Verdana" panose="020B0604030504040204" pitchFamily="34" charset="0"/>
                    <a:cs typeface="Verdana" panose="020B0604030504040204" pitchFamily="34" charset="0"/>
                  </a:rPr>
                  <a:t>-values, predicted </a:t>
                </a:r>
                <a14:m>
                  <m:oMath xmlns:m="http://schemas.openxmlformats.org/officeDocument/2006/math">
                    <m:r>
                      <a:rPr lang="en-US" sz="2000" i="1" dirty="0">
                        <a:latin typeface="Cambria Math"/>
                        <a:ea typeface="Verdana" panose="020B0604030504040204" pitchFamily="34" charset="0"/>
                        <a:cs typeface="Verdana" panose="020B0604030504040204" pitchFamily="34" charset="0"/>
                      </a:rPr>
                      <m:t>𝑦</m:t>
                    </m:r>
                  </m:oMath>
                </a14:m>
                <a:r>
                  <a:rPr lang="en-US" sz="2000" dirty="0">
                    <a:latin typeface="Verdana" panose="020B0604030504040204" pitchFamily="34" charset="0"/>
                    <a:ea typeface="Verdana" panose="020B0604030504040204" pitchFamily="34" charset="0"/>
                    <a:cs typeface="Verdana" panose="020B0604030504040204" pitchFamily="34" charset="0"/>
                  </a:rPr>
                  <a:t>-values, and residual values of the </a:t>
                </a:r>
                <a:r>
                  <a:rPr lang="en-US" sz="2000" dirty="0">
                    <a:solidFill>
                      <a:schemeClr val="accent2"/>
                    </a:solidFill>
                    <a:latin typeface="Verdana" panose="020B0604030504040204" pitchFamily="34" charset="0"/>
                    <a:ea typeface="Verdana" panose="020B0604030504040204" pitchFamily="34" charset="0"/>
                    <a:cs typeface="Verdana" panose="020B0604030504040204" pitchFamily="34" charset="0"/>
                  </a:rPr>
                  <a:t>orange points </a:t>
                </a:r>
                <a:r>
                  <a:rPr lang="en-US" sz="2000" dirty="0">
                    <a:latin typeface="Verdana" panose="020B0604030504040204" pitchFamily="34" charset="0"/>
                    <a:ea typeface="Verdana" panose="020B0604030504040204" pitchFamily="34" charset="0"/>
                    <a:cs typeface="Verdana" panose="020B0604030504040204" pitchFamily="34" charset="0"/>
                  </a:rPr>
                  <a:t>on the scatter plot</a:t>
                </a:r>
                <a:r>
                  <a:rPr lang="en-US" sz="2000" dirty="0" smtClean="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smtClean="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altLang="en-US" sz="2000" dirty="0">
                    <a:solidFill>
                      <a:schemeClr val="tx1"/>
                    </a:solidFill>
                    <a:latin typeface="Verdana" pitchFamily="34" charset="0"/>
                    <a:cs typeface="Times New Roman" pitchFamily="18" charset="0"/>
                  </a:rPr>
                  <a:t>Discuss with your partner what you think a residual value is</a:t>
                </a:r>
                <a:r>
                  <a:rPr lang="en-US" altLang="en-US" sz="2000" dirty="0" smtClean="0">
                    <a:solidFill>
                      <a:schemeClr val="tx1"/>
                    </a:solidFill>
                    <a:latin typeface="Verdana" pitchFamily="34" charset="0"/>
                    <a:cs typeface="Times New Roman" pitchFamily="18" charset="0"/>
                  </a:rPr>
                  <a:t>.</a:t>
                </a:r>
                <a:endParaRPr lang="en-US" altLang="en-US" sz="2000" dirty="0">
                  <a:solidFill>
                    <a:schemeClr val="tx1"/>
                  </a:solidFill>
                  <a:latin typeface="Verdana" pitchFamily="34" charset="0"/>
                  <a:cs typeface="Times New Roman" pitchFamily="18" charset="0"/>
                </a:endParaRPr>
              </a:p>
            </p:txBody>
          </p:sp>
        </mc:Choice>
        <mc:Fallback>
          <p:sp>
            <p:nvSpPr>
              <p:cNvPr id="11" name="TextBox 10">
                <a:extLst>
                  <a:ext uri="{FF2B5EF4-FFF2-40B4-BE49-F238E27FC236}">
                    <a16:creationId xmlns:a16="http://schemas.microsoft.com/office/drawing/2014/main" xmlns="" xmlns:a14="http://schemas.microsoft.com/office/drawing/2010/main" id="{C8F82859-BA98-3646-BF3B-9E17E52A2E35}"/>
                  </a:ext>
                </a:extLst>
              </p:cNvPr>
              <p:cNvSpPr txBox="1">
                <a:spLocks noRot="1" noChangeAspect="1" noMove="1" noResize="1" noEditPoints="1" noAdjustHandles="1" noChangeArrowheads="1" noChangeShapeType="1" noTextEdit="1"/>
              </p:cNvSpPr>
              <p:nvPr/>
            </p:nvSpPr>
            <p:spPr>
              <a:xfrm>
                <a:off x="511205" y="533066"/>
                <a:ext cx="10953207" cy="5016758"/>
              </a:xfrm>
              <a:prstGeom prst="rect">
                <a:avLst/>
              </a:prstGeom>
              <a:blipFill rotWithShape="1">
                <a:blip r:embed="rId3"/>
                <a:stretch>
                  <a:fillRect l="-612" t="-608" r="-668" b="-1215"/>
                </a:stretch>
              </a:blipFill>
            </p:spPr>
            <p:txBody>
              <a:bodyPr/>
              <a:lstStyle/>
              <a:p>
                <a:r>
                  <a:rPr lang="en-US">
                    <a:noFill/>
                  </a:rPr>
                  <a:t> </a:t>
                </a:r>
              </a:p>
            </p:txBody>
          </p:sp>
        </mc:Fallback>
      </mc:AlternateContent>
      <p:sp>
        <p:nvSpPr>
          <p:cNvPr id="278" name="Google Shape;278;g104476d1465_1_17"/>
          <p:cNvSpPr/>
          <p:nvPr/>
        </p:nvSpPr>
        <p:spPr>
          <a:xfrm>
            <a:off x="0" y="-7938"/>
            <a:ext cx="223838" cy="6865938"/>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lIns="91425" tIns="91425" rIns="91425" bIns="91425" anchor="ctr"/>
          <a:lstStyle/>
          <a:p>
            <a:pPr fontAlgn="auto">
              <a:spcBef>
                <a:spcPts val="0"/>
              </a:spcBef>
              <a:spcAft>
                <a:spcPts val="0"/>
              </a:spcAft>
              <a:buClr>
                <a:srgbClr val="000000"/>
              </a:buClr>
              <a:defRPr/>
            </a:pPr>
            <a:endParaRPr kern="0">
              <a:latin typeface="Arial"/>
              <a:ea typeface="Arial"/>
              <a:cs typeface="Arial"/>
              <a:sym typeface="Arial"/>
            </a:endParaRP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3654688079"/>
                  </p:ext>
                </p:extLst>
              </p:nvPr>
            </p:nvGraphicFramePr>
            <p:xfrm>
              <a:off x="1108529" y="1995191"/>
              <a:ext cx="7200000" cy="2880000"/>
            </p:xfrm>
            <a:graphic>
              <a:graphicData uri="http://schemas.openxmlformats.org/drawingml/2006/table">
                <a:tbl>
                  <a:tblPr firstRow="1" bandRow="1">
                    <a:tableStyleId>{A91F0D33-8C57-4600-99A7-42BC86742BE1}</a:tableStyleId>
                  </a:tblPr>
                  <a:tblGrid>
                    <a:gridCol w="1800000">
                      <a:extLst>
                        <a:ext uri="{9D8B030D-6E8A-4147-A177-3AD203B41FA5}">
                          <a16:colId xmlns:a16="http://schemas.microsoft.com/office/drawing/2014/main" xmlns="" val="20000"/>
                        </a:ext>
                      </a:extLst>
                    </a:gridCol>
                    <a:gridCol w="1800000">
                      <a:extLst>
                        <a:ext uri="{9D8B030D-6E8A-4147-A177-3AD203B41FA5}">
                          <a16:colId xmlns:a16="http://schemas.microsoft.com/office/drawing/2014/main" xmlns="" val="20001"/>
                        </a:ext>
                      </a:extLst>
                    </a:gridCol>
                    <a:gridCol w="1800000">
                      <a:extLst>
                        <a:ext uri="{9D8B030D-6E8A-4147-A177-3AD203B41FA5}">
                          <a16:colId xmlns:a16="http://schemas.microsoft.com/office/drawing/2014/main" xmlns="" val="20002"/>
                        </a:ext>
                      </a:extLst>
                    </a:gridCol>
                    <a:gridCol w="1800000">
                      <a:extLst>
                        <a:ext uri="{9D8B030D-6E8A-4147-A177-3AD203B41FA5}">
                          <a16:colId xmlns:a16="http://schemas.microsoft.com/office/drawing/2014/main" xmlns="" val="20003"/>
                        </a:ext>
                      </a:extLst>
                    </a:gridCol>
                  </a:tblGrid>
                  <a:tr h="720000">
                    <a:tc>
                      <a:txBody>
                        <a:bodyPr/>
                        <a:lstStyle/>
                        <a:p>
                          <a:pPr algn="ctr"/>
                          <a14:m>
                            <m:oMath xmlns:m="http://schemas.openxmlformats.org/officeDocument/2006/math">
                              <m:r>
                                <a:rPr lang="en-PH" sz="2000" b="1" i="1" smtClean="0">
                                  <a:latin typeface="Cambria Math"/>
                                  <a:ea typeface="Verdana" pitchFamily="34" charset="0"/>
                                </a:rPr>
                                <m:t>𝒙</m:t>
                              </m:r>
                            </m:oMath>
                          </a14:m>
                          <a:r>
                            <a:rPr lang="en-PH" sz="2000" b="1" dirty="0">
                              <a:latin typeface="Verdana" pitchFamily="34" charset="0"/>
                              <a:ea typeface="Verdana" pitchFamily="34" charset="0"/>
                            </a:rPr>
                            <a:t>-value</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Actual </a:t>
                          </a:r>
                          <a:r>
                            <a:rPr lang="en-PH" sz="2000" b="1" i="1" dirty="0">
                              <a:latin typeface="Cambria Math"/>
                              <a:ea typeface="Verdana" pitchFamily="34" charset="0"/>
                            </a:rPr>
                            <a:t/>
                          </a:r>
                          <a:br>
                            <a:rPr lang="en-PH" sz="2000" b="1" i="1" dirty="0">
                              <a:latin typeface="Cambria Math"/>
                              <a:ea typeface="Verdana" pitchFamily="34" charset="0"/>
                            </a:rPr>
                          </a:br>
                          <a14:m>
                            <m:oMath xmlns:m="http://schemas.openxmlformats.org/officeDocument/2006/math">
                              <m:r>
                                <a:rPr lang="en-PH" sz="2000" b="1" i="1" dirty="0" smtClean="0">
                                  <a:latin typeface="Cambria Math"/>
                                  <a:ea typeface="Verdana" pitchFamily="34" charset="0"/>
                                </a:rPr>
                                <m:t>𝒚</m:t>
                              </m:r>
                            </m:oMath>
                          </a14:m>
                          <a:r>
                            <a:rPr lang="en-PH" sz="2000" b="1" dirty="0">
                              <a:latin typeface="Verdana" pitchFamily="34" charset="0"/>
                              <a:ea typeface="Verdana" pitchFamily="34" charset="0"/>
                            </a:rPr>
                            <a:t>-value</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Predicted </a:t>
                          </a:r>
                          <a14:m>
                            <m:oMath xmlns:m="http://schemas.openxmlformats.org/officeDocument/2006/math">
                              <m:r>
                                <a:rPr lang="en-PH" sz="2000" b="1" i="1" dirty="0" smtClean="0">
                                  <a:latin typeface="Cambria Math"/>
                                  <a:ea typeface="Verdana" pitchFamily="34" charset="0"/>
                                </a:rPr>
                                <m:t>𝒚</m:t>
                              </m:r>
                            </m:oMath>
                          </a14:m>
                          <a:r>
                            <a:rPr lang="en-PH" sz="2000" b="1" dirty="0">
                              <a:latin typeface="Verdana" pitchFamily="34" charset="0"/>
                              <a:ea typeface="Verdana" pitchFamily="34" charset="0"/>
                            </a:rPr>
                            <a:t>-value</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Residual</a:t>
                          </a:r>
                          <a:r>
                            <a:rPr lang="en-PH" sz="2000" b="1" baseline="0" dirty="0">
                              <a:latin typeface="Verdana" pitchFamily="34" charset="0"/>
                              <a:ea typeface="Verdana" pitchFamily="34" charset="0"/>
                            </a:rPr>
                            <a:t> Value</a:t>
                          </a:r>
                          <a:endParaRPr lang="en-PH"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540000">
                    <a:tc>
                      <a:txBody>
                        <a:bodyPr/>
                        <a:lstStyle/>
                        <a:p>
                          <a:pPr/>
                          <a14:m>
                            <m:oMathPara xmlns:m="http://schemas.openxmlformats.org/officeDocument/2006/math">
                              <m:oMathParaPr>
                                <m:jc m:val="centerGroup"/>
                              </m:oMathParaPr>
                              <m:oMath xmlns:m="http://schemas.openxmlformats.org/officeDocument/2006/math">
                                <m:r>
                                  <a:rPr lang="en-PH" sz="2000" b="0" i="1" smtClean="0">
                                    <a:latin typeface="Cambria Math"/>
                                    <a:ea typeface="Verdana" pitchFamily="34" charset="0"/>
                                  </a:rPr>
                                  <m:t>187</m:t>
                                </m:r>
                              </m:oMath>
                            </m:oMathPara>
                          </a14:m>
                          <a:endParaRPr lang="en-PH"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r>
                                  <a:rPr lang="en-PH" sz="2000" b="0" i="1" smtClean="0">
                                    <a:latin typeface="Cambria Math"/>
                                    <a:ea typeface="Verdana" pitchFamily="34" charset="0"/>
                                  </a:rPr>
                                  <m:t>20</m:t>
                                </m:r>
                              </m:oMath>
                            </m:oMathPara>
                          </a14:m>
                          <a:endParaRPr lang="en-PH"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r>
                                  <a:rPr lang="en-PH" sz="2000" b="0" i="1" smtClean="0">
                                    <a:latin typeface="Cambria Math"/>
                                    <a:ea typeface="Verdana" pitchFamily="34" charset="0"/>
                                  </a:rPr>
                                  <m:t>13.584</m:t>
                                </m:r>
                              </m:oMath>
                            </m:oMathPara>
                          </a14:m>
                          <a:endParaRPr lang="en-PH"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r>
                                  <a:rPr lang="en-PH" sz="2000" b="0" i="1" smtClean="0">
                                    <a:solidFill>
                                      <a:schemeClr val="accent2"/>
                                    </a:solidFill>
                                    <a:latin typeface="Cambria Math"/>
                                    <a:ea typeface="Verdana" pitchFamily="34" charset="0"/>
                                  </a:rPr>
                                  <m:t>6.416</m:t>
                                </m:r>
                              </m:oMath>
                            </m:oMathPara>
                          </a14:m>
                          <a:endParaRPr lang="en-PH" sz="2000" dirty="0">
                            <a:solidFill>
                              <a:schemeClr val="accent2"/>
                            </a:solidFill>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540000">
                    <a:tc>
                      <a:txBody>
                        <a:bodyPr/>
                        <a:lstStyle/>
                        <a:p>
                          <a:pPr/>
                          <a14:m>
                            <m:oMathPara xmlns:m="http://schemas.openxmlformats.org/officeDocument/2006/math">
                              <m:oMathParaPr>
                                <m:jc m:val="centerGroup"/>
                              </m:oMathParaPr>
                              <m:oMath xmlns:m="http://schemas.openxmlformats.org/officeDocument/2006/math">
                                <m:r>
                                  <a:rPr lang="en-PH" sz="2000" b="0" i="1" smtClean="0">
                                    <a:latin typeface="Cambria Math"/>
                                    <a:ea typeface="Verdana" pitchFamily="34" charset="0"/>
                                  </a:rPr>
                                  <m:t>365</m:t>
                                </m:r>
                              </m:oMath>
                            </m:oMathPara>
                          </a14:m>
                          <a:endParaRPr lang="en-PH"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r>
                                  <a:rPr lang="en-PH" sz="2000" b="0" i="1" smtClean="0">
                                    <a:latin typeface="Cambria Math"/>
                                    <a:ea typeface="Verdana" pitchFamily="34" charset="0"/>
                                  </a:rPr>
                                  <m:t>15</m:t>
                                </m:r>
                              </m:oMath>
                            </m:oMathPara>
                          </a14:m>
                          <a:endParaRPr lang="en-PH"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r>
                                  <a:rPr lang="en-PH" sz="2000" b="0" i="1" smtClean="0">
                                    <a:latin typeface="Cambria Math"/>
                                    <a:ea typeface="Verdana" pitchFamily="34" charset="0"/>
                                  </a:rPr>
                                  <m:t>19.28</m:t>
                                </m:r>
                              </m:oMath>
                            </m:oMathPara>
                          </a14:m>
                          <a:endParaRPr lang="en-PH"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r>
                                  <a:rPr lang="en-PH" sz="2000" b="0" i="1" smtClean="0">
                                    <a:solidFill>
                                      <a:schemeClr val="accent2"/>
                                    </a:solidFill>
                                    <a:latin typeface="Cambria Math"/>
                                    <a:ea typeface="Verdana" pitchFamily="34" charset="0"/>
                                  </a:rPr>
                                  <m:t>−4.28</m:t>
                                </m:r>
                              </m:oMath>
                            </m:oMathPara>
                          </a14:m>
                          <a:endParaRPr lang="en-PH" sz="2000" dirty="0">
                            <a:solidFill>
                              <a:schemeClr val="accent2"/>
                            </a:solidFill>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r h="540000">
                    <a:tc>
                      <a:txBody>
                        <a:bodyPr/>
                        <a:lstStyle/>
                        <a:p>
                          <a:pPr/>
                          <a14:m>
                            <m:oMathPara xmlns:m="http://schemas.openxmlformats.org/officeDocument/2006/math">
                              <m:oMathParaPr>
                                <m:jc m:val="centerGroup"/>
                              </m:oMathParaPr>
                              <m:oMath xmlns:m="http://schemas.openxmlformats.org/officeDocument/2006/math">
                                <m:r>
                                  <a:rPr lang="en-PH" sz="2000" b="0" i="1" smtClean="0">
                                    <a:latin typeface="Cambria Math"/>
                                    <a:ea typeface="Verdana" pitchFamily="34" charset="0"/>
                                  </a:rPr>
                                  <m:t>450</m:t>
                                </m:r>
                              </m:oMath>
                            </m:oMathPara>
                          </a14:m>
                          <a:endParaRPr lang="en-PH"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r>
                                  <a:rPr lang="en-PH" sz="2000" b="0" i="1" smtClean="0">
                                    <a:latin typeface="Cambria Math"/>
                                    <a:ea typeface="Verdana" pitchFamily="34" charset="0"/>
                                  </a:rPr>
                                  <m:t>15</m:t>
                                </m:r>
                              </m:oMath>
                            </m:oMathPara>
                          </a14:m>
                          <a:endParaRPr lang="en-PH"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r>
                                  <a:rPr lang="en-PH" sz="2000" b="0" i="1" smtClean="0">
                                    <a:latin typeface="Cambria Math"/>
                                    <a:ea typeface="Verdana" pitchFamily="34" charset="0"/>
                                  </a:rPr>
                                  <m:t>22</m:t>
                                </m:r>
                              </m:oMath>
                            </m:oMathPara>
                          </a14:m>
                          <a:endParaRPr lang="en-PH"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r>
                                  <a:rPr lang="en-PH" sz="2000" b="0" i="1" smtClean="0">
                                    <a:solidFill>
                                      <a:schemeClr val="accent2"/>
                                    </a:solidFill>
                                    <a:latin typeface="Cambria Math"/>
                                    <a:ea typeface="Verdana" pitchFamily="34" charset="0"/>
                                  </a:rPr>
                                  <m:t>−4</m:t>
                                </m:r>
                              </m:oMath>
                            </m:oMathPara>
                          </a14:m>
                          <a:endParaRPr lang="en-PH" sz="2000" dirty="0">
                            <a:solidFill>
                              <a:schemeClr val="accent2"/>
                            </a:solidFill>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r h="540000">
                    <a:tc>
                      <a:txBody>
                        <a:bodyPr/>
                        <a:lstStyle/>
                        <a:p>
                          <a:pPr/>
                          <a14:m>
                            <m:oMathPara xmlns:m="http://schemas.openxmlformats.org/officeDocument/2006/math">
                              <m:oMathParaPr>
                                <m:jc m:val="centerGroup"/>
                              </m:oMathParaPr>
                              <m:oMath xmlns:m="http://schemas.openxmlformats.org/officeDocument/2006/math">
                                <m:r>
                                  <a:rPr lang="en-PH" sz="2000" b="0" i="1" smtClean="0">
                                    <a:latin typeface="Cambria Math"/>
                                    <a:ea typeface="Verdana" pitchFamily="34" charset="0"/>
                                  </a:rPr>
                                  <m:t>645</m:t>
                                </m:r>
                              </m:oMath>
                            </m:oMathPara>
                          </a14:m>
                          <a:endParaRPr lang="en-PH"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r>
                                  <a:rPr lang="en-PH" sz="2000" b="0" i="1" smtClean="0">
                                    <a:latin typeface="Cambria Math"/>
                                    <a:ea typeface="Verdana" pitchFamily="34" charset="0"/>
                                  </a:rPr>
                                  <m:t>40</m:t>
                                </m:r>
                              </m:oMath>
                            </m:oMathPara>
                          </a14:m>
                          <a:endParaRPr lang="en-PH"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r>
                                  <a:rPr lang="en-PH" sz="2000" b="0" i="1" smtClean="0">
                                    <a:latin typeface="Cambria Math"/>
                                    <a:ea typeface="Verdana" pitchFamily="34" charset="0"/>
                                  </a:rPr>
                                  <m:t>28.24</m:t>
                                </m:r>
                              </m:oMath>
                            </m:oMathPara>
                          </a14:m>
                          <a:endParaRPr lang="en-PH"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r>
                                  <a:rPr lang="en-PH" sz="2000" b="0" i="1" smtClean="0">
                                    <a:solidFill>
                                      <a:schemeClr val="accent2"/>
                                    </a:solidFill>
                                    <a:latin typeface="Cambria Math"/>
                                    <a:ea typeface="Verdana" pitchFamily="34" charset="0"/>
                                  </a:rPr>
                                  <m:t>11.76</m:t>
                                </m:r>
                              </m:oMath>
                            </m:oMathPara>
                          </a14:m>
                          <a:endParaRPr lang="en-PH" sz="2000" dirty="0">
                            <a:solidFill>
                              <a:schemeClr val="accent2"/>
                            </a:solidFill>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4"/>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3654688079"/>
                  </p:ext>
                </p:extLst>
              </p:nvPr>
            </p:nvGraphicFramePr>
            <p:xfrm>
              <a:off x="1108529" y="1995191"/>
              <a:ext cx="7200000" cy="2880000"/>
            </p:xfrm>
            <a:graphic>
              <a:graphicData uri="http://schemas.openxmlformats.org/drawingml/2006/table">
                <a:tbl>
                  <a:tblPr firstRow="1" bandRow="1">
                    <a:tableStyleId>{A91F0D33-8C57-4600-99A7-42BC86742BE1}</a:tableStyleId>
                  </a:tblPr>
                  <a:tblGrid>
                    <a:gridCol w="1800000">
                      <a:extLst>
                        <a:ext uri="{9D8B030D-6E8A-4147-A177-3AD203B41FA5}">
                          <a16:colId xmlns:a16="http://schemas.microsoft.com/office/drawing/2014/main" xmlns:a14="http://schemas.microsoft.com/office/drawing/2010/main" xmlns="" val="20000"/>
                        </a:ext>
                      </a:extLst>
                    </a:gridCol>
                    <a:gridCol w="1800000">
                      <a:extLst>
                        <a:ext uri="{9D8B030D-6E8A-4147-A177-3AD203B41FA5}">
                          <a16:colId xmlns:a16="http://schemas.microsoft.com/office/drawing/2014/main" xmlns:a14="http://schemas.microsoft.com/office/drawing/2010/main" xmlns="" val="20001"/>
                        </a:ext>
                      </a:extLst>
                    </a:gridCol>
                    <a:gridCol w="1800000">
                      <a:extLst>
                        <a:ext uri="{9D8B030D-6E8A-4147-A177-3AD203B41FA5}">
                          <a16:colId xmlns:a16="http://schemas.microsoft.com/office/drawing/2014/main" xmlns:a14="http://schemas.microsoft.com/office/drawing/2010/main" xmlns="" val="20002"/>
                        </a:ext>
                      </a:extLst>
                    </a:gridCol>
                    <a:gridCol w="1800000">
                      <a:extLst>
                        <a:ext uri="{9D8B030D-6E8A-4147-A177-3AD203B41FA5}">
                          <a16:colId xmlns:a16="http://schemas.microsoft.com/office/drawing/2014/main" xmlns:a14="http://schemas.microsoft.com/office/drawing/2010/main" xmlns="" val="20003"/>
                        </a:ext>
                      </a:extLst>
                    </a:gridCol>
                  </a:tblGrid>
                  <a:tr h="7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339" t="-2542" r="-300339" b="-300847"/>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000" t="-2542" r="-199324" b="-300847"/>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00678" t="-2542" r="-100000" b="-300847"/>
                          </a:stretch>
                        </a:blipFill>
                      </a:tcPr>
                    </a:tc>
                    <a:tc>
                      <a:txBody>
                        <a:bodyPr/>
                        <a:lstStyle/>
                        <a:p>
                          <a:pPr algn="ctr"/>
                          <a:r>
                            <a:rPr lang="en-PH" sz="2000" b="1" dirty="0">
                              <a:latin typeface="Verdana" pitchFamily="34" charset="0"/>
                              <a:ea typeface="Verdana" pitchFamily="34" charset="0"/>
                            </a:rPr>
                            <a:t>Residual</a:t>
                          </a:r>
                          <a:r>
                            <a:rPr lang="en-PH" sz="2000" b="1" baseline="0" dirty="0">
                              <a:latin typeface="Verdana" pitchFamily="34" charset="0"/>
                              <a:ea typeface="Verdana" pitchFamily="34" charset="0"/>
                            </a:rPr>
                            <a:t> Value</a:t>
                          </a:r>
                          <a:endParaRPr lang="en-PH"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339" t="-135955" r="-300339" b="-298876"/>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000" t="-135955" r="-199324" b="-298876"/>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00678" t="-135955" r="-100000" b="-298876"/>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300678" t="-135955" b="-298876"/>
                          </a:stretch>
                        </a:blipFill>
                      </a:tcPr>
                    </a:tc>
                    <a:extLst>
                      <a:ext uri="{0D108BD9-81ED-4DB2-BD59-A6C34878D82A}">
                        <a16:rowId xmlns:a16="http://schemas.microsoft.com/office/drawing/2014/main" xmlns:a14="http://schemas.microsoft.com/office/drawing/2010/main" xmlns="" val="10001"/>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339" t="-235955" r="-300339" b="-198876"/>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000" t="-235955" r="-199324" b="-198876"/>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00678" t="-235955" r="-100000" b="-198876"/>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300678" t="-235955" b="-198876"/>
                          </a:stretch>
                        </a:blipFill>
                      </a:tcPr>
                    </a:tc>
                    <a:extLst>
                      <a:ext uri="{0D108BD9-81ED-4DB2-BD59-A6C34878D82A}">
                        <a16:rowId xmlns:a16="http://schemas.microsoft.com/office/drawing/2014/main" xmlns:a14="http://schemas.microsoft.com/office/drawing/2010/main" xmlns="" val="10002"/>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339" t="-339773" r="-300339" b="-101136"/>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000" t="-339773" r="-199324" b="-101136"/>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00678" t="-339773" r="-100000" b="-101136"/>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300678" t="-339773" b="-101136"/>
                          </a:stretch>
                        </a:blipFill>
                      </a:tcPr>
                    </a:tc>
                    <a:extLst>
                      <a:ext uri="{0D108BD9-81ED-4DB2-BD59-A6C34878D82A}">
                        <a16:rowId xmlns:a16="http://schemas.microsoft.com/office/drawing/2014/main" xmlns:a14="http://schemas.microsoft.com/office/drawing/2010/main" xmlns="" val="10003"/>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339" t="-434831" r="-300339"/>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000" t="-434831" r="-199324"/>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00678" t="-434831" r="-100000"/>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300678" t="-434831"/>
                          </a:stretch>
                        </a:blipFill>
                      </a:tcPr>
                    </a:tc>
                    <a:extLst>
                      <a:ext uri="{0D108BD9-81ED-4DB2-BD59-A6C34878D82A}">
                        <a16:rowId xmlns:a16="http://schemas.microsoft.com/office/drawing/2014/main" xmlns:a14="http://schemas.microsoft.com/office/drawing/2010/main" xmlns="" val="10004"/>
                      </a:ext>
                    </a:extLst>
                  </a:tr>
                </a:tbl>
              </a:graphicData>
            </a:graphic>
          </p:graphicFrame>
        </mc:Fallback>
      </mc:AlternateContent>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smtClean="0">
                <a:latin typeface="Calibri"/>
                <a:ea typeface="Calibri"/>
                <a:cs typeface="Calibri"/>
                <a:sym typeface="Calibri"/>
              </a:rPr>
              <a:t>volume 1, pg. </a:t>
            </a:r>
            <a:r>
              <a:rPr lang="en-US" i="1" dirty="0" smtClean="0">
                <a:latin typeface="Calibri"/>
                <a:ea typeface="Calibri"/>
                <a:cs typeface="Calibri"/>
                <a:sym typeface="Calibri"/>
              </a:rPr>
              <a:t>152</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Google Shape;278;g104476d1465_1_17"/>
          <p:cNvSpPr/>
          <p:nvPr/>
        </p:nvSpPr>
        <p:spPr>
          <a:xfrm>
            <a:off x="0" y="-7938"/>
            <a:ext cx="223838" cy="6865938"/>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lIns="91425" tIns="91425" rIns="91425" bIns="91425" anchor="ctr"/>
          <a:lstStyle/>
          <a:p>
            <a:pPr fontAlgn="auto">
              <a:spcBef>
                <a:spcPts val="0"/>
              </a:spcBef>
              <a:spcAft>
                <a:spcPts val="0"/>
              </a:spcAft>
              <a:buClr>
                <a:srgbClr val="000000"/>
              </a:buClr>
              <a:defRPr/>
            </a:pPr>
            <a:endParaRPr kern="0">
              <a:latin typeface="Arial"/>
              <a:ea typeface="Arial"/>
              <a:cs typeface="Arial"/>
              <a:sym typeface="Arial"/>
            </a:endParaRPr>
          </a:p>
        </p:txBody>
      </p:sp>
      <p:pic>
        <p:nvPicPr>
          <p:cNvPr id="26630" name="Picture 2" descr="Chart, scatter chart&#10;&#10;Description automatically generated"/>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2973145" y="1480439"/>
            <a:ext cx="6029325" cy="497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smtClean="0">
                <a:latin typeface="Calibri"/>
                <a:ea typeface="Calibri"/>
                <a:cs typeface="Calibri"/>
                <a:sym typeface="Calibri"/>
              </a:rPr>
              <a:t>volume 1, pg. </a:t>
            </a:r>
            <a:r>
              <a:rPr lang="en-US" i="1" dirty="0" smtClean="0">
                <a:latin typeface="Calibri"/>
                <a:ea typeface="Calibri"/>
                <a:cs typeface="Calibri"/>
                <a:sym typeface="Calibri"/>
              </a:rPr>
              <a:t>153</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TextBox 8">
            <a:extLst>
              <a:ext uri="{FF2B5EF4-FFF2-40B4-BE49-F238E27FC236}">
                <a16:creationId xmlns:a16="http://schemas.microsoft.com/office/drawing/2014/main" xmlns="" xmlns:a14="http://schemas.microsoft.com/office/drawing/2010/main" xmlns:mc="http://schemas.openxmlformats.org/markup-compatibility/2006" id="{C8F82859-BA98-3646-BF3B-9E17E52A2E35}"/>
              </a:ext>
            </a:extLst>
          </p:cNvPr>
          <p:cNvSpPr txBox="1"/>
          <p:nvPr/>
        </p:nvSpPr>
        <p:spPr>
          <a:xfrm>
            <a:off x="511205" y="533066"/>
            <a:ext cx="10953207" cy="830997"/>
          </a:xfrm>
          <a:prstGeom prst="rect">
            <a:avLst/>
          </a:prstGeom>
          <a:noFill/>
        </p:spPr>
        <p:txBody>
          <a:bodyPr wrap="square" rtlCol="0">
            <a:spAutoFit/>
          </a:bodyPr>
          <a:lstStyle/>
          <a:p>
            <a:pPr eaLnBrk="1" hangingPunct="1"/>
            <a:r>
              <a:rPr lang="en-US" sz="2400" dirty="0">
                <a:latin typeface="Verdana" pitchFamily="34" charset="0"/>
              </a:rPr>
              <a:t>The scatter plot is shown, with the residual values of the four points from the table labeled.</a:t>
            </a:r>
            <a:endParaRPr lang="en-US" sz="2400" dirty="0">
              <a:latin typeface="Verdana"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xmlns="" id="{C8F82859-BA98-3646-BF3B-9E17E52A2E35}"/>
                  </a:ext>
                </a:extLst>
              </p:cNvPr>
              <p:cNvSpPr txBox="1"/>
              <p:nvPr/>
            </p:nvSpPr>
            <p:spPr>
              <a:xfrm>
                <a:off x="511205" y="533066"/>
                <a:ext cx="10953207" cy="4693593"/>
              </a:xfrm>
              <a:prstGeom prst="rect">
                <a:avLst/>
              </a:prstGeom>
              <a:noFill/>
            </p:spPr>
            <p:txBody>
              <a:bodyPr wrap="square" rtlCol="0">
                <a:spAutoFit/>
              </a:bodyPr>
              <a:lstStyle/>
              <a:p>
                <a:pPr marL="896938" indent="-457200" fontAlgn="auto">
                  <a:spcBef>
                    <a:spcPts val="0"/>
                  </a:spcBef>
                  <a:spcAft>
                    <a:spcPts val="0"/>
                  </a:spcAft>
                  <a:buClr>
                    <a:srgbClr val="000000"/>
                  </a:buClr>
                  <a:buFont typeface="+mj-lt"/>
                  <a:buAutoNum type="alphaLcPeriod" startAt="2"/>
                </a:pPr>
                <a:r>
                  <a:rPr lang="en-US" sz="2400" kern="0" dirty="0">
                    <a:latin typeface="Verdana" panose="020B0604030504040204" pitchFamily="34" charset="0"/>
                    <a:ea typeface="Verdana" panose="020B0604030504040204" pitchFamily="34" charset="0"/>
                    <a:cs typeface="Verdana" panose="020B0604030504040204" pitchFamily="34" charset="0"/>
                    <a:sym typeface="Arial"/>
                  </a:rPr>
                  <a:t>Complete the statements.</a:t>
                </a:r>
              </a:p>
              <a:p>
                <a:pPr marL="457200" indent="-457200" fontAlgn="auto">
                  <a:spcBef>
                    <a:spcPts val="0"/>
                  </a:spcBef>
                  <a:spcAft>
                    <a:spcPts val="0"/>
                  </a:spcAft>
                  <a:buClr>
                    <a:srgbClr val="000000"/>
                  </a:buClr>
                  <a:buFont typeface="+mj-lt"/>
                  <a:buAutoNum type="alphaLcPeriod" startAt="2"/>
                </a:pPr>
                <a:endParaRPr lang="en-US" sz="2400" kern="0" dirty="0">
                  <a:latin typeface="Verdana" panose="020B0604030504040204" pitchFamily="34" charset="0"/>
                  <a:ea typeface="Verdana" panose="020B0604030504040204" pitchFamily="34" charset="0"/>
                  <a:cs typeface="Verdana" panose="020B0604030504040204" pitchFamily="34" charset="0"/>
                  <a:sym typeface="Arial"/>
                </a:endParaRPr>
              </a:p>
              <a:p>
                <a:pPr marL="892175" fontAlgn="auto">
                  <a:spcBef>
                    <a:spcPts val="0"/>
                  </a:spcBef>
                  <a:spcAft>
                    <a:spcPts val="600"/>
                  </a:spcAft>
                  <a:buClr>
                    <a:srgbClr val="000000"/>
                  </a:buClr>
                </a:pPr>
                <a:r>
                  <a:rPr lang="en-US" sz="2400" kern="0" dirty="0">
                    <a:latin typeface="Verdana" panose="020B0604030504040204" pitchFamily="34" charset="0"/>
                    <a:ea typeface="Verdana" panose="020B0604030504040204" pitchFamily="34" charset="0"/>
                    <a:cs typeface="Verdana" panose="020B0604030504040204" pitchFamily="34" charset="0"/>
                    <a:sym typeface="Arial"/>
                  </a:rPr>
                  <a:t>A residual value is the difference, </a:t>
                </a:r>
              </a:p>
              <a:p>
                <a:pPr fontAlgn="auto">
                  <a:spcBef>
                    <a:spcPts val="0"/>
                  </a:spcBef>
                  <a:spcAft>
                    <a:spcPts val="600"/>
                  </a:spcAft>
                  <a:buClr>
                    <a:srgbClr val="000000"/>
                  </a:buClr>
                </a:pPr>
                <a:endParaRPr lang="en-US" sz="2400" kern="0" dirty="0">
                  <a:latin typeface="Verdana" panose="020B0604030504040204" pitchFamily="34" charset="0"/>
                  <a:ea typeface="Verdana" panose="020B0604030504040204" pitchFamily="34" charset="0"/>
                  <a:cs typeface="Verdana" panose="020B0604030504040204" pitchFamily="34" charset="0"/>
                  <a:sym typeface="Arial"/>
                </a:endParaRPr>
              </a:p>
              <a:p>
                <a:pPr marL="6794500" fontAlgn="auto">
                  <a:spcBef>
                    <a:spcPts val="0"/>
                  </a:spcBef>
                  <a:spcAft>
                    <a:spcPts val="600"/>
                  </a:spcAft>
                  <a:buClr>
                    <a:srgbClr val="000000"/>
                  </a:buClr>
                </a:pPr>
                <a:r>
                  <a:rPr lang="en-US" sz="2400" kern="0" dirty="0">
                    <a:latin typeface="Verdana" panose="020B0604030504040204" pitchFamily="34" charset="0"/>
                    <a:ea typeface="Verdana" panose="020B0604030504040204" pitchFamily="34" charset="0"/>
                    <a:cs typeface="Verdana" panose="020B0604030504040204" pitchFamily="34" charset="0"/>
                    <a:sym typeface="Arial"/>
                  </a:rPr>
                  <a:t>for a </a:t>
                </a:r>
                <a:br>
                  <a:rPr lang="en-US" sz="2400" kern="0" dirty="0">
                    <a:latin typeface="Verdana" panose="020B0604030504040204" pitchFamily="34" charset="0"/>
                    <a:ea typeface="Verdana" panose="020B0604030504040204" pitchFamily="34" charset="0"/>
                    <a:cs typeface="Verdana" panose="020B0604030504040204" pitchFamily="34" charset="0"/>
                    <a:sym typeface="Arial"/>
                  </a:rPr>
                </a:br>
                <a:endParaRPr lang="en-US" sz="2400" kern="0" dirty="0">
                  <a:latin typeface="Verdana" panose="020B0604030504040204" pitchFamily="34" charset="0"/>
                  <a:ea typeface="Verdana" panose="020B0604030504040204" pitchFamily="34" charset="0"/>
                  <a:cs typeface="Verdana" panose="020B0604030504040204" pitchFamily="34" charset="0"/>
                  <a:sym typeface="Arial"/>
                </a:endParaRPr>
              </a:p>
              <a:p>
                <a:pPr marL="892175" fontAlgn="auto">
                  <a:spcBef>
                    <a:spcPts val="0"/>
                  </a:spcBef>
                  <a:spcAft>
                    <a:spcPts val="600"/>
                  </a:spcAft>
                  <a:buClr>
                    <a:srgbClr val="000000"/>
                  </a:buClr>
                </a:pPr>
                <a:r>
                  <a:rPr lang="en-US" sz="2400" kern="0" dirty="0">
                    <a:latin typeface="Verdana" panose="020B0604030504040204" pitchFamily="34" charset="0"/>
                    <a:ea typeface="Verdana" panose="020B0604030504040204" pitchFamily="34" charset="0"/>
                    <a:cs typeface="Verdana" panose="020B0604030504040204" pitchFamily="34" charset="0"/>
                    <a:sym typeface="Arial"/>
                  </a:rPr>
                  <a:t>given 𝑥-value in the data set. </a:t>
                </a:r>
                <a:r>
                  <a:rPr lang="en-US" sz="2400" kern="0" dirty="0">
                    <a:latin typeface="Verdana" panose="020B0604030504040204" pitchFamily="34" charset="0"/>
                    <a:ea typeface="Verdana" panose="020B0604030504040204" pitchFamily="34" charset="0"/>
                    <a:cs typeface="Verdana" panose="020B0604030504040204" pitchFamily="34" charset="0"/>
                    <a:sym typeface="Arial"/>
                  </a:rPr>
                  <a:t>A </a:t>
                </a:r>
                <a:r>
                  <a:rPr lang="en-US" sz="2400" kern="0" dirty="0" smtClean="0">
                    <a:latin typeface="Verdana" panose="020B0604030504040204" pitchFamily="34" charset="0"/>
                    <a:ea typeface="Verdana" panose="020B0604030504040204" pitchFamily="34" charset="0"/>
                    <a:cs typeface="Verdana" panose="020B0604030504040204" pitchFamily="34" charset="0"/>
                    <a:sym typeface="Arial"/>
                  </a:rPr>
                  <a:t>residual value </a:t>
                </a:r>
              </a:p>
              <a:p>
                <a:pPr marL="892175" fontAlgn="auto">
                  <a:spcBef>
                    <a:spcPts val="0"/>
                  </a:spcBef>
                  <a:spcAft>
                    <a:spcPts val="600"/>
                  </a:spcAft>
                  <a:buClr>
                    <a:srgbClr val="000000"/>
                  </a:buClr>
                </a:pPr>
                <a:endParaRPr lang="en-US" sz="2400" i="1" kern="0" dirty="0">
                  <a:latin typeface="Verdana" panose="020B0604030504040204" pitchFamily="34" charset="0"/>
                  <a:ea typeface="Verdana" panose="020B0604030504040204" pitchFamily="34" charset="0"/>
                  <a:cs typeface="Verdana" panose="020B0604030504040204" pitchFamily="34" charset="0"/>
                  <a:sym typeface="Arial"/>
                </a:endParaRPr>
              </a:p>
              <a:p>
                <a:pPr marL="2800350" fontAlgn="auto">
                  <a:spcBef>
                    <a:spcPts val="0"/>
                  </a:spcBef>
                  <a:spcAft>
                    <a:spcPts val="600"/>
                  </a:spcAft>
                  <a:buClr>
                    <a:srgbClr val="000000"/>
                  </a:buClr>
                </a:pPr>
                <a14:m>
                  <m:oMath xmlns:m="http://schemas.openxmlformats.org/officeDocument/2006/math">
                    <m:r>
                      <a:rPr lang="en-US" sz="2400" i="1" kern="0" dirty="0">
                        <a:latin typeface="Cambria Math" panose="02040503050406030204" pitchFamily="18" charset="0"/>
                        <a:ea typeface="Verdana" panose="020B0604030504040204" pitchFamily="34" charset="0"/>
                        <a:cs typeface="Verdana" panose="020B0604030504040204" pitchFamily="34" charset="0"/>
                        <a:sym typeface="Arial"/>
                      </a:rPr>
                      <m:t>0</m:t>
                    </m:r>
                  </m:oMath>
                </a14:m>
                <a:r>
                  <a:rPr lang="en-US" sz="2400" kern="0" dirty="0">
                    <a:latin typeface="Verdana" panose="020B0604030504040204" pitchFamily="34" charset="0"/>
                    <a:ea typeface="Verdana" panose="020B0604030504040204" pitchFamily="34" charset="0"/>
                    <a:cs typeface="Verdana" panose="020B0604030504040204" pitchFamily="34" charset="0"/>
                    <a:sym typeface="Arial"/>
                  </a:rPr>
                  <a:t> indicates the actual data </a:t>
                </a:r>
                <a:r>
                  <a:rPr lang="en-US" sz="2400" kern="0" dirty="0" smtClean="0">
                    <a:latin typeface="Verdana" panose="020B0604030504040204" pitchFamily="34" charset="0"/>
                    <a:ea typeface="Verdana" panose="020B0604030504040204" pitchFamily="34" charset="0"/>
                    <a:cs typeface="Verdana" panose="020B0604030504040204" pitchFamily="34" charset="0"/>
                    <a:sym typeface="Arial"/>
                  </a:rPr>
                  <a:t>value </a:t>
                </a:r>
                <a:r>
                  <a:rPr lang="en-US" sz="2400" kern="0" dirty="0">
                    <a:latin typeface="Verdana" panose="020B0604030504040204" pitchFamily="34" charset="0"/>
                    <a:ea typeface="Verdana" panose="020B0604030504040204" pitchFamily="34" charset="0"/>
                    <a:cs typeface="Verdana" panose="020B0604030504040204" pitchFamily="34" charset="0"/>
                    <a:sym typeface="Arial"/>
                  </a:rPr>
                  <a:t>is </a:t>
                </a:r>
                <a:endParaRPr lang="en-US" sz="2400" kern="0" dirty="0" smtClean="0">
                  <a:latin typeface="Verdana" panose="020B0604030504040204" pitchFamily="34" charset="0"/>
                  <a:ea typeface="Verdana" panose="020B0604030504040204" pitchFamily="34" charset="0"/>
                  <a:cs typeface="Verdana" panose="020B0604030504040204" pitchFamily="34" charset="0"/>
                  <a:sym typeface="Arial"/>
                </a:endParaRPr>
              </a:p>
              <a:p>
                <a:pPr marL="2800350" fontAlgn="auto">
                  <a:spcBef>
                    <a:spcPts val="0"/>
                  </a:spcBef>
                  <a:spcAft>
                    <a:spcPts val="600"/>
                  </a:spcAft>
                  <a:buClr>
                    <a:srgbClr val="000000"/>
                  </a:buClr>
                </a:pPr>
                <a:endParaRPr lang="en-US" sz="2400" kern="0" dirty="0">
                  <a:latin typeface="Verdana" panose="020B0604030504040204" pitchFamily="34" charset="0"/>
                  <a:ea typeface="Verdana" panose="020B0604030504040204" pitchFamily="34" charset="0"/>
                  <a:cs typeface="Verdana" panose="020B0604030504040204" pitchFamily="34" charset="0"/>
                  <a:sym typeface="Arial"/>
                </a:endParaRPr>
              </a:p>
              <a:p>
                <a:pPr marL="850900" fontAlgn="auto">
                  <a:spcBef>
                    <a:spcPts val="0"/>
                  </a:spcBef>
                  <a:spcAft>
                    <a:spcPts val="600"/>
                  </a:spcAft>
                  <a:buClr>
                    <a:srgbClr val="000000"/>
                  </a:buClr>
                </a:pPr>
                <a:r>
                  <a:rPr lang="en-US" sz="2400" kern="0" dirty="0" smtClean="0">
                    <a:latin typeface="Verdana" panose="020B0604030504040204" pitchFamily="34" charset="0"/>
                    <a:ea typeface="Verdana" panose="020B0604030504040204" pitchFamily="34" charset="0"/>
                    <a:cs typeface="Verdana" panose="020B0604030504040204" pitchFamily="34" charset="0"/>
                    <a:sym typeface="Arial"/>
                  </a:rPr>
                  <a:t>close </a:t>
                </a:r>
                <a:r>
                  <a:rPr lang="en-US" sz="2400" kern="0" dirty="0">
                    <a:latin typeface="Verdana" panose="020B0604030504040204" pitchFamily="34" charset="0"/>
                    <a:ea typeface="Verdana" panose="020B0604030504040204" pitchFamily="34" charset="0"/>
                    <a:cs typeface="Verdana" panose="020B0604030504040204" pitchFamily="34" charset="0"/>
                    <a:sym typeface="Arial"/>
                  </a:rPr>
                  <a:t>to the line of best fit. </a:t>
                </a:r>
              </a:p>
            </p:txBody>
          </p:sp>
        </mc:Choice>
        <mc:Fallback>
          <p:sp>
            <p:nvSpPr>
              <p:cNvPr id="11" name="TextBox 10">
                <a:extLst>
                  <a:ext uri="{FF2B5EF4-FFF2-40B4-BE49-F238E27FC236}">
                    <a16:creationId xmlns:a16="http://schemas.microsoft.com/office/drawing/2014/main" xmlns="" xmlns:a14="http://schemas.microsoft.com/office/drawing/2010/main" id="{C8F82859-BA98-3646-BF3B-9E17E52A2E35}"/>
                  </a:ext>
                </a:extLst>
              </p:cNvPr>
              <p:cNvSpPr txBox="1">
                <a:spLocks noRot="1" noChangeAspect="1" noMove="1" noResize="1" noEditPoints="1" noAdjustHandles="1" noChangeArrowheads="1" noChangeShapeType="1" noTextEdit="1"/>
              </p:cNvSpPr>
              <p:nvPr/>
            </p:nvSpPr>
            <p:spPr>
              <a:xfrm>
                <a:off x="511205" y="533066"/>
                <a:ext cx="10953207" cy="4693593"/>
              </a:xfrm>
              <a:prstGeom prst="rect">
                <a:avLst/>
              </a:prstGeom>
              <a:blipFill rotWithShape="1">
                <a:blip r:embed="rId3"/>
                <a:stretch>
                  <a:fillRect t="-1039" b="-1948"/>
                </a:stretch>
              </a:blipFill>
            </p:spPr>
            <p:txBody>
              <a:bodyPr/>
              <a:lstStyle/>
              <a:p>
                <a:r>
                  <a:rPr lang="en-US">
                    <a:noFill/>
                  </a:rPr>
                  <a:t> </a:t>
                </a:r>
              </a:p>
            </p:txBody>
          </p:sp>
        </mc:Fallback>
      </mc:AlternateContent>
      <p:sp>
        <p:nvSpPr>
          <p:cNvPr id="278" name="Google Shape;278;g104476d1465_1_17"/>
          <p:cNvSpPr/>
          <p:nvPr/>
        </p:nvSpPr>
        <p:spPr>
          <a:xfrm>
            <a:off x="0" y="-7938"/>
            <a:ext cx="223838" cy="6865938"/>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lIns="91425" tIns="91425" rIns="91425" bIns="91425" anchor="ctr"/>
          <a:lstStyle/>
          <a:p>
            <a:pPr fontAlgn="auto">
              <a:spcBef>
                <a:spcPts val="0"/>
              </a:spcBef>
              <a:spcAft>
                <a:spcPts val="0"/>
              </a:spcAft>
              <a:buClr>
                <a:srgbClr val="000000"/>
              </a:buClr>
              <a:defRPr/>
            </a:pPr>
            <a:endParaRPr kern="0">
              <a:latin typeface="Arial"/>
              <a:ea typeface="Arial"/>
              <a:cs typeface="Arial"/>
              <a:sym typeface="Arial"/>
            </a:endParaRPr>
          </a:p>
        </p:txBody>
      </p:sp>
      <p:pic>
        <p:nvPicPr>
          <p:cNvPr id="27654" name="Picture 2" descr="Diagram&#10;&#10;Description automatically generated"/>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454650" y="1895719"/>
            <a:ext cx="5789612"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5" name="Picture 7"/>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1454650" y="3584848"/>
            <a:ext cx="175736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smtClean="0">
                <a:latin typeface="Calibri"/>
                <a:ea typeface="Calibri"/>
                <a:cs typeface="Calibri"/>
                <a:sym typeface="Calibri"/>
              </a:rPr>
              <a:t>volume 1, pg. </a:t>
            </a:r>
            <a:r>
              <a:rPr lang="en-US" i="1" dirty="0" smtClean="0">
                <a:latin typeface="Calibri"/>
                <a:ea typeface="Calibri"/>
                <a:cs typeface="Calibri"/>
                <a:sym typeface="Calibri"/>
              </a:rPr>
              <a:t>153</a:t>
            </a:r>
            <a:endParaRPr i="1" dirty="0">
              <a:latin typeface="Calibri"/>
              <a:ea typeface="Calibri"/>
              <a:cs typeface="Calibri"/>
              <a:sym typeface="Calibri"/>
            </a:endParaRPr>
          </a:p>
        </p:txBody>
      </p:sp>
      <p:pic>
        <p:nvPicPr>
          <p:cNvPr id="10"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xmlns="" id="{C8F82859-BA98-3646-BF3B-9E17E52A2E35}"/>
                  </a:ext>
                </a:extLst>
              </p:cNvPr>
              <p:cNvSpPr txBox="1"/>
              <p:nvPr/>
            </p:nvSpPr>
            <p:spPr>
              <a:xfrm>
                <a:off x="511205" y="533066"/>
                <a:ext cx="10953207" cy="4924425"/>
              </a:xfrm>
              <a:prstGeom prst="rect">
                <a:avLst/>
              </a:prstGeom>
              <a:noFill/>
            </p:spPr>
            <p:txBody>
              <a:bodyPr wrap="square" rtlCol="0">
                <a:spAutoFit/>
              </a:bodyPr>
              <a:lstStyle/>
              <a:p>
                <a:pPr marL="892175" fontAlgn="auto">
                  <a:spcBef>
                    <a:spcPts val="0"/>
                  </a:spcBef>
                  <a:spcAft>
                    <a:spcPts val="600"/>
                  </a:spcAft>
                  <a:buClr>
                    <a:srgbClr val="000000"/>
                  </a:buClr>
                </a:pPr>
                <a:r>
                  <a:rPr lang="en-US" sz="2400" kern="0" dirty="0">
                    <a:latin typeface="Verdana" panose="020B0604030504040204" pitchFamily="34" charset="0"/>
                    <a:ea typeface="Verdana" panose="020B0604030504040204" pitchFamily="34" charset="0"/>
                    <a:cs typeface="Verdana" panose="020B0604030504040204" pitchFamily="34" charset="0"/>
                    <a:sym typeface="Arial"/>
                  </a:rPr>
                  <a:t>A positive residual value means the actual </a:t>
                </a:r>
              </a:p>
              <a:p>
                <a:pPr marL="892175" fontAlgn="auto">
                  <a:spcBef>
                    <a:spcPts val="0"/>
                  </a:spcBef>
                  <a:spcAft>
                    <a:spcPts val="600"/>
                  </a:spcAft>
                  <a:buClr>
                    <a:srgbClr val="000000"/>
                  </a:buClr>
                </a:pPr>
                <a:endParaRPr lang="en-US" sz="2400" kern="0" dirty="0">
                  <a:latin typeface="Verdana" panose="020B0604030504040204" pitchFamily="34" charset="0"/>
                  <a:ea typeface="Verdana" panose="020B0604030504040204" pitchFamily="34" charset="0"/>
                  <a:cs typeface="Verdana" panose="020B0604030504040204" pitchFamily="34" charset="0"/>
                  <a:sym typeface="Arial"/>
                </a:endParaRPr>
              </a:p>
              <a:p>
                <a:pPr marL="892175" fontAlgn="auto">
                  <a:spcBef>
                    <a:spcPts val="0"/>
                  </a:spcBef>
                  <a:spcAft>
                    <a:spcPts val="600"/>
                  </a:spcAft>
                  <a:buClr>
                    <a:srgbClr val="000000"/>
                  </a:buClr>
                </a:pPr>
                <a:r>
                  <a:rPr lang="en-US" sz="2400" kern="0" dirty="0">
                    <a:latin typeface="Verdana" panose="020B0604030504040204" pitchFamily="34" charset="0"/>
                    <a:ea typeface="Verdana" panose="020B0604030504040204" pitchFamily="34" charset="0"/>
                    <a:cs typeface="Verdana" panose="020B0604030504040204" pitchFamily="34" charset="0"/>
                    <a:sym typeface="Arial"/>
                  </a:rPr>
                  <a:t>point lies               </a:t>
                </a:r>
                <a:r>
                  <a:rPr lang="en-US" sz="2400" kern="0" dirty="0" smtClean="0">
                    <a:latin typeface="Verdana" panose="020B0604030504040204" pitchFamily="34" charset="0"/>
                    <a:ea typeface="Verdana" panose="020B0604030504040204" pitchFamily="34" charset="0"/>
                    <a:cs typeface="Verdana" panose="020B0604030504040204" pitchFamily="34" charset="0"/>
                    <a:sym typeface="Arial"/>
                  </a:rPr>
                  <a:t> the </a:t>
                </a:r>
                <a:r>
                  <a:rPr lang="en-US" sz="2400" kern="0" dirty="0">
                    <a:latin typeface="Verdana" panose="020B0604030504040204" pitchFamily="34" charset="0"/>
                    <a:ea typeface="Verdana" panose="020B0604030504040204" pitchFamily="34" charset="0"/>
                    <a:cs typeface="Verdana" panose="020B0604030504040204" pitchFamily="34" charset="0"/>
                    <a:sym typeface="Arial"/>
                  </a:rPr>
                  <a:t>line of best fit. </a:t>
                </a:r>
              </a:p>
              <a:p>
                <a:pPr marL="892175" fontAlgn="auto">
                  <a:spcBef>
                    <a:spcPts val="0"/>
                  </a:spcBef>
                  <a:spcAft>
                    <a:spcPts val="600"/>
                  </a:spcAft>
                  <a:buClr>
                    <a:srgbClr val="000000"/>
                  </a:buClr>
                </a:pPr>
                <a:endParaRPr lang="en-US" sz="2400" kern="0" dirty="0">
                  <a:latin typeface="Verdana" panose="020B0604030504040204" pitchFamily="34" charset="0"/>
                  <a:ea typeface="Verdana" panose="020B0604030504040204" pitchFamily="34" charset="0"/>
                  <a:cs typeface="Verdana" panose="020B0604030504040204" pitchFamily="34" charset="0"/>
                  <a:sym typeface="Arial"/>
                </a:endParaRPr>
              </a:p>
              <a:p>
                <a:pPr marL="892175" fontAlgn="auto">
                  <a:spcBef>
                    <a:spcPts val="0"/>
                  </a:spcBef>
                  <a:spcAft>
                    <a:spcPts val="600"/>
                  </a:spcAft>
                  <a:buClr>
                    <a:srgbClr val="000000"/>
                  </a:buClr>
                </a:pPr>
                <a:r>
                  <a:rPr lang="en-US" sz="2400" kern="0" dirty="0">
                    <a:latin typeface="Verdana" panose="020B0604030504040204" pitchFamily="34" charset="0"/>
                    <a:ea typeface="Verdana" panose="020B0604030504040204" pitchFamily="34" charset="0"/>
                    <a:cs typeface="Verdana" panose="020B0604030504040204" pitchFamily="34" charset="0"/>
                    <a:sym typeface="Arial"/>
                  </a:rPr>
                  <a:t>A negative residual value means the actual </a:t>
                </a:r>
              </a:p>
              <a:p>
                <a:pPr marL="892175" fontAlgn="auto">
                  <a:spcBef>
                    <a:spcPts val="0"/>
                  </a:spcBef>
                  <a:spcAft>
                    <a:spcPts val="600"/>
                  </a:spcAft>
                  <a:buClr>
                    <a:srgbClr val="000000"/>
                  </a:buClr>
                </a:pPr>
                <a:endParaRPr lang="en-US" sz="2400" kern="0" dirty="0">
                  <a:latin typeface="Verdana" panose="020B0604030504040204" pitchFamily="34" charset="0"/>
                  <a:ea typeface="Verdana" panose="020B0604030504040204" pitchFamily="34" charset="0"/>
                  <a:cs typeface="Verdana" panose="020B0604030504040204" pitchFamily="34" charset="0"/>
                  <a:sym typeface="Arial"/>
                </a:endParaRPr>
              </a:p>
              <a:p>
                <a:pPr marL="892175" fontAlgn="auto">
                  <a:spcBef>
                    <a:spcPts val="0"/>
                  </a:spcBef>
                  <a:spcAft>
                    <a:spcPts val="600"/>
                  </a:spcAft>
                  <a:buClr>
                    <a:srgbClr val="000000"/>
                  </a:buClr>
                </a:pPr>
                <a:r>
                  <a:rPr lang="en-US" sz="2400" kern="0" dirty="0">
                    <a:latin typeface="Verdana" panose="020B0604030504040204" pitchFamily="34" charset="0"/>
                    <a:ea typeface="Verdana" panose="020B0604030504040204" pitchFamily="34" charset="0"/>
                    <a:cs typeface="Verdana" panose="020B0604030504040204" pitchFamily="34" charset="0"/>
                    <a:sym typeface="Arial"/>
                  </a:rPr>
                  <a:t>point lies                the line of best fit. </a:t>
                </a:r>
              </a:p>
              <a:p>
                <a:pPr marL="892175" fontAlgn="auto">
                  <a:spcBef>
                    <a:spcPts val="0"/>
                  </a:spcBef>
                  <a:spcAft>
                    <a:spcPts val="600"/>
                  </a:spcAft>
                  <a:buClr>
                    <a:srgbClr val="000000"/>
                  </a:buClr>
                </a:pPr>
                <a:endParaRPr lang="en-US" sz="2400" kern="0" dirty="0">
                  <a:latin typeface="Verdana" panose="020B0604030504040204" pitchFamily="34" charset="0"/>
                  <a:ea typeface="Verdana" panose="020B0604030504040204" pitchFamily="34" charset="0"/>
                  <a:cs typeface="Verdana" panose="020B0604030504040204" pitchFamily="34" charset="0"/>
                  <a:sym typeface="Arial"/>
                </a:endParaRPr>
              </a:p>
              <a:p>
                <a:pPr marL="892175" fontAlgn="auto">
                  <a:spcBef>
                    <a:spcPts val="0"/>
                  </a:spcBef>
                  <a:spcAft>
                    <a:spcPts val="600"/>
                  </a:spcAft>
                  <a:buClr>
                    <a:srgbClr val="000000"/>
                  </a:buClr>
                </a:pPr>
                <a:r>
                  <a:rPr lang="en-US" sz="2400" kern="0" dirty="0">
                    <a:latin typeface="Verdana" panose="020B0604030504040204" pitchFamily="34" charset="0"/>
                    <a:ea typeface="Verdana" panose="020B0604030504040204" pitchFamily="34" charset="0"/>
                    <a:cs typeface="Verdana" panose="020B0604030504040204" pitchFamily="34" charset="0"/>
                    <a:sym typeface="Arial"/>
                  </a:rPr>
                  <a:t>A residual value of </a:t>
                </a:r>
                <a14:m>
                  <m:oMath xmlns:m="http://schemas.openxmlformats.org/officeDocument/2006/math">
                    <m:r>
                      <a:rPr lang="en-US" sz="2400" i="1" kern="0" dirty="0">
                        <a:latin typeface="Cambria Math" panose="02040503050406030204" pitchFamily="18" charset="0"/>
                        <a:ea typeface="Verdana" panose="020B0604030504040204" pitchFamily="34" charset="0"/>
                        <a:cs typeface="Verdana" panose="020B0604030504040204" pitchFamily="34" charset="0"/>
                        <a:sym typeface="Arial"/>
                      </a:rPr>
                      <m:t>0</m:t>
                    </m:r>
                  </m:oMath>
                </a14:m>
                <a:r>
                  <a:rPr lang="en-US" sz="2400" kern="0" dirty="0">
                    <a:latin typeface="Verdana" panose="020B0604030504040204" pitchFamily="34" charset="0"/>
                    <a:ea typeface="Verdana" panose="020B0604030504040204" pitchFamily="34" charset="0"/>
                    <a:cs typeface="Verdana" panose="020B0604030504040204" pitchFamily="34" charset="0"/>
                    <a:sym typeface="Arial"/>
                  </a:rPr>
                  <a:t> means the actual point </a:t>
                </a:r>
              </a:p>
              <a:p>
                <a:pPr marL="892175" fontAlgn="auto">
                  <a:spcBef>
                    <a:spcPts val="0"/>
                  </a:spcBef>
                  <a:spcAft>
                    <a:spcPts val="600"/>
                  </a:spcAft>
                  <a:buClr>
                    <a:srgbClr val="000000"/>
                  </a:buClr>
                </a:pPr>
                <a:endParaRPr lang="en-US" sz="2400" kern="0" dirty="0">
                  <a:latin typeface="Verdana" panose="020B0604030504040204" pitchFamily="34" charset="0"/>
                  <a:ea typeface="Verdana" panose="020B0604030504040204" pitchFamily="34" charset="0"/>
                  <a:cs typeface="Verdana" panose="020B0604030504040204" pitchFamily="34" charset="0"/>
                  <a:sym typeface="Arial"/>
                </a:endParaRPr>
              </a:p>
              <a:p>
                <a:pPr marL="892175" fontAlgn="auto">
                  <a:spcBef>
                    <a:spcPts val="0"/>
                  </a:spcBef>
                  <a:spcAft>
                    <a:spcPts val="600"/>
                  </a:spcAft>
                  <a:buClr>
                    <a:srgbClr val="000000"/>
                  </a:buClr>
                </a:pPr>
                <a:r>
                  <a:rPr lang="en-US" sz="2400" kern="0" dirty="0">
                    <a:latin typeface="Verdana" panose="020B0604030504040204" pitchFamily="34" charset="0"/>
                    <a:ea typeface="Verdana" panose="020B0604030504040204" pitchFamily="34" charset="0"/>
                    <a:cs typeface="Verdana" panose="020B0604030504040204" pitchFamily="34" charset="0"/>
                    <a:sym typeface="Arial"/>
                  </a:rPr>
                  <a:t>lies               </a:t>
                </a:r>
                <a:r>
                  <a:rPr lang="en-US" sz="2400" kern="0" dirty="0" smtClean="0">
                    <a:latin typeface="Verdana" panose="020B0604030504040204" pitchFamily="34" charset="0"/>
                    <a:ea typeface="Verdana" panose="020B0604030504040204" pitchFamily="34" charset="0"/>
                    <a:cs typeface="Verdana" panose="020B0604030504040204" pitchFamily="34" charset="0"/>
                    <a:sym typeface="Arial"/>
                  </a:rPr>
                  <a:t> the </a:t>
                </a:r>
                <a:r>
                  <a:rPr lang="en-US" sz="2400" kern="0" dirty="0">
                    <a:latin typeface="Verdana" panose="020B0604030504040204" pitchFamily="34" charset="0"/>
                    <a:ea typeface="Verdana" panose="020B0604030504040204" pitchFamily="34" charset="0"/>
                    <a:cs typeface="Verdana" panose="020B0604030504040204" pitchFamily="34" charset="0"/>
                    <a:sym typeface="Arial"/>
                  </a:rPr>
                  <a:t>line of best fit.</a:t>
                </a:r>
              </a:p>
            </p:txBody>
          </p:sp>
        </mc:Choice>
        <mc:Fallback>
          <p:sp>
            <p:nvSpPr>
              <p:cNvPr id="12" name="TextBox 11">
                <a:extLst>
                  <a:ext uri="{FF2B5EF4-FFF2-40B4-BE49-F238E27FC236}">
                    <a16:creationId xmlns:a16="http://schemas.microsoft.com/office/drawing/2014/main" xmlns="" xmlns:a14="http://schemas.microsoft.com/office/drawing/2010/main" id="{C8F82859-BA98-3646-BF3B-9E17E52A2E35}"/>
                  </a:ext>
                </a:extLst>
              </p:cNvPr>
              <p:cNvSpPr txBox="1">
                <a:spLocks noRot="1" noChangeAspect="1" noMove="1" noResize="1" noEditPoints="1" noAdjustHandles="1" noChangeArrowheads="1" noChangeShapeType="1" noTextEdit="1"/>
              </p:cNvSpPr>
              <p:nvPr/>
            </p:nvSpPr>
            <p:spPr>
              <a:xfrm>
                <a:off x="511205" y="533066"/>
                <a:ext cx="10953207" cy="4924425"/>
              </a:xfrm>
              <a:prstGeom prst="rect">
                <a:avLst/>
              </a:prstGeom>
              <a:blipFill rotWithShape="1">
                <a:blip r:embed="rId3"/>
                <a:stretch>
                  <a:fillRect t="-990" b="-1856"/>
                </a:stretch>
              </a:blipFill>
            </p:spPr>
            <p:txBody>
              <a:bodyPr/>
              <a:lstStyle/>
              <a:p>
                <a:r>
                  <a:rPr lang="en-US">
                    <a:noFill/>
                  </a:rPr>
                  <a:t> </a:t>
                </a:r>
              </a:p>
            </p:txBody>
          </p:sp>
        </mc:Fallback>
      </mc:AlternateContent>
      <p:sp>
        <p:nvSpPr>
          <p:cNvPr id="278" name="Google Shape;278;g104476d1465_1_17"/>
          <p:cNvSpPr/>
          <p:nvPr/>
        </p:nvSpPr>
        <p:spPr>
          <a:xfrm>
            <a:off x="0" y="-7938"/>
            <a:ext cx="223838" cy="6865938"/>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lIns="91425" tIns="91425" rIns="91425" bIns="91425" anchor="ctr"/>
          <a:lstStyle/>
          <a:p>
            <a:pPr fontAlgn="auto">
              <a:spcBef>
                <a:spcPts val="0"/>
              </a:spcBef>
              <a:spcAft>
                <a:spcPts val="0"/>
              </a:spcAft>
              <a:buClr>
                <a:srgbClr val="000000"/>
              </a:buClr>
              <a:defRPr/>
            </a:pPr>
            <a:endParaRPr kern="0">
              <a:latin typeface="Arial"/>
              <a:ea typeface="Arial"/>
              <a:cs typeface="Arial"/>
              <a:sym typeface="Arial"/>
            </a:endParaRPr>
          </a:p>
        </p:txBody>
      </p:sp>
      <p:pic>
        <p:nvPicPr>
          <p:cNvPr id="28678" name="Picture 8" descr="Shape&#10;&#10;Description automatically generated"/>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32535" y="1024030"/>
            <a:ext cx="1470025" cy="126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9" name="Picture 9" descr="Shape&#10;&#10;Description automatically generated"/>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032534" y="2792412"/>
            <a:ext cx="1470025" cy="1265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0" name="Picture 10" descr="Shape&#10;&#10;Description automatically generated"/>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136866" y="4563411"/>
            <a:ext cx="1471613" cy="1265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smtClean="0">
                <a:latin typeface="Calibri"/>
                <a:ea typeface="Calibri"/>
                <a:cs typeface="Calibri"/>
                <a:sym typeface="Calibri"/>
              </a:rPr>
              <a:t>volume 1, pg. </a:t>
            </a:r>
            <a:r>
              <a:rPr lang="en-US" i="1" dirty="0" smtClean="0">
                <a:latin typeface="Calibri"/>
                <a:ea typeface="Calibri"/>
                <a:cs typeface="Calibri"/>
                <a:sym typeface="Calibri"/>
              </a:rPr>
              <a:t>153</a:t>
            </a:r>
            <a:endParaRPr i="1" dirty="0">
              <a:latin typeface="Calibri"/>
              <a:ea typeface="Calibri"/>
              <a:cs typeface="Calibri"/>
              <a:sym typeface="Calibri"/>
            </a:endParaRPr>
          </a:p>
        </p:txBody>
      </p:sp>
      <p:pic>
        <p:nvPicPr>
          <p:cNvPr id="11"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702" name="Picture 8" descr="Chart, scatter chart&#10;&#10;Description automatically generated"/>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6244712" y="533066"/>
            <a:ext cx="5219700" cy="521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smtClean="0">
                <a:latin typeface="Calibri"/>
                <a:ea typeface="Calibri"/>
                <a:cs typeface="Calibri"/>
                <a:sym typeface="Calibri"/>
              </a:rPr>
              <a:t>volume 1, pg. </a:t>
            </a:r>
            <a:r>
              <a:rPr lang="en-US" i="1" dirty="0" smtClean="0">
                <a:latin typeface="Calibri"/>
                <a:ea typeface="Calibri"/>
                <a:cs typeface="Calibri"/>
                <a:sym typeface="Calibri"/>
              </a:rPr>
              <a:t>153</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78;g104476d1465_1_17"/>
          <p:cNvSpPr/>
          <p:nvPr/>
        </p:nvSpPr>
        <p:spPr>
          <a:xfrm>
            <a:off x="0" y="-7938"/>
            <a:ext cx="223838" cy="6865938"/>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lIns="91425" tIns="91425" rIns="91425" bIns="91425" anchor="ctr"/>
          <a:lstStyle/>
          <a:p>
            <a:pPr fontAlgn="auto">
              <a:spcBef>
                <a:spcPts val="0"/>
              </a:spcBef>
              <a:spcAft>
                <a:spcPts val="0"/>
              </a:spcAft>
              <a:buClr>
                <a:srgbClr val="000000"/>
              </a:buClr>
              <a:defRPr/>
            </a:pPr>
            <a:endParaRPr kern="0">
              <a:latin typeface="Arial"/>
              <a:ea typeface="Arial"/>
              <a:cs typeface="Arial"/>
              <a:sym typeface="Arial"/>
            </a:endParaRPr>
          </a:p>
        </p:txBody>
      </p:sp>
      <p:sp>
        <p:nvSpPr>
          <p:cNvPr id="10" name="TextBox 9">
            <a:extLst>
              <a:ext uri="{FF2B5EF4-FFF2-40B4-BE49-F238E27FC236}">
                <a16:creationId xmlns:a16="http://schemas.microsoft.com/office/drawing/2014/main" xmlns="" xmlns:a14="http://schemas.microsoft.com/office/drawing/2010/main" xmlns:mc="http://schemas.openxmlformats.org/markup-compatibility/2006" id="{C8F82859-BA98-3646-BF3B-9E17E52A2E35}"/>
              </a:ext>
            </a:extLst>
          </p:cNvPr>
          <p:cNvSpPr txBox="1"/>
          <p:nvPr/>
        </p:nvSpPr>
        <p:spPr>
          <a:xfrm>
            <a:off x="511205" y="533066"/>
            <a:ext cx="5300315" cy="4524315"/>
          </a:xfrm>
          <a:prstGeom prst="rect">
            <a:avLst/>
          </a:prstGeom>
          <a:noFill/>
        </p:spPr>
        <p:txBody>
          <a:bodyPr wrap="square" rtlCol="0">
            <a:spAutoFit/>
          </a:bodyPr>
          <a:lstStyle/>
          <a:p>
            <a:pPr eaLnBrk="1" hangingPunct="1"/>
            <a:r>
              <a:rPr lang="en-US" sz="2400" dirty="0">
                <a:latin typeface="Verdana" pitchFamily="34" charset="0"/>
              </a:rPr>
              <a:t>Residuals are used to analyze the strength of a line’s fit to the data. They can be represented on a residual plot like the one shown below.</a:t>
            </a:r>
          </a:p>
          <a:p>
            <a:pPr eaLnBrk="1" hangingPunct="1"/>
            <a:r>
              <a:rPr lang="en-US" sz="2400" dirty="0">
                <a:latin typeface="Verdana" pitchFamily="34" charset="0"/>
              </a:rPr>
              <a:t> </a:t>
            </a:r>
          </a:p>
          <a:p>
            <a:pPr eaLnBrk="1" hangingPunct="1"/>
            <a:r>
              <a:rPr lang="en-US" sz="2400" dirty="0">
                <a:latin typeface="Verdana" pitchFamily="34" charset="0"/>
              </a:rPr>
              <a:t>Each point on the residual plot shown shows the residual value for a corresponding point on the scatter plot. The residual values explored in Problem 1 are shown in orange.</a:t>
            </a:r>
            <a:endParaRPr lang="en-US" sz="2400" dirty="0">
              <a:latin typeface="Verdana"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Google Shape;309;g104476d1465_1_39"/>
          <p:cNvSpPr/>
          <p:nvPr/>
        </p:nvSpPr>
        <p:spPr>
          <a:xfrm>
            <a:off x="0" y="-4763"/>
            <a:ext cx="2732088" cy="6867526"/>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lIns="91425" tIns="91425" rIns="91425" bIns="91425" anchor="ctr"/>
          <a:lstStyle/>
          <a:p>
            <a:pPr fontAlgn="auto">
              <a:spcBef>
                <a:spcPts val="0"/>
              </a:spcBef>
              <a:spcAft>
                <a:spcPts val="0"/>
              </a:spcAft>
              <a:buClr>
                <a:srgbClr val="000000"/>
              </a:buClr>
              <a:defRPr/>
            </a:pPr>
            <a:endParaRPr kern="0">
              <a:latin typeface="Arial"/>
              <a:ea typeface="Arial"/>
              <a:cs typeface="Arial"/>
              <a:sym typeface="Arial"/>
            </a:endParaRPr>
          </a:p>
        </p:txBody>
      </p:sp>
      <p:sp>
        <p:nvSpPr>
          <p:cNvPr id="313" name="Google Shape;313;g104476d1465_1_39"/>
          <p:cNvSpPr txBox="1">
            <a:spLocks noGrp="1"/>
          </p:cNvSpPr>
          <p:nvPr>
            <p:ph type="title" idx="4294967295"/>
          </p:nvPr>
        </p:nvSpPr>
        <p:spPr>
          <a:xfrm>
            <a:off x="5346701" y="2766219"/>
            <a:ext cx="4481513" cy="1325563"/>
          </a:xfrm>
        </p:spPr>
        <p:txBody>
          <a:bodyPr spcFirstLastPara="1">
            <a:normAutofit fontScale="90000"/>
          </a:bodyPr>
          <a:lstStyle/>
          <a:p>
            <a:pPr algn="ctr" eaLnBrk="1" fontAlgn="auto" hangingPunct="1">
              <a:lnSpc>
                <a:spcPct val="90000"/>
              </a:lnSpc>
              <a:spcBef>
                <a:spcPts val="0"/>
              </a:spcBef>
              <a:spcAft>
                <a:spcPts val="0"/>
              </a:spcAft>
              <a:buClr>
                <a:schemeClr val="lt1"/>
              </a:buClr>
              <a:buSzPts val="4800"/>
              <a:defRPr/>
            </a:pPr>
            <a:r>
              <a:rPr lang="en-US" sz="5500" b="1" dirty="0">
                <a:solidFill>
                  <a:srgbClr val="54B5D1"/>
                </a:solidFill>
                <a:latin typeface="Verdana"/>
                <a:ea typeface="Verdana"/>
                <a:cs typeface="Verdana"/>
                <a:sym typeface="Verdana"/>
              </a:rPr>
              <a:t>Bring It Together</a:t>
            </a:r>
            <a:endParaRPr sz="5100" b="1" dirty="0">
              <a:solidFill>
                <a:srgbClr val="54B5D1"/>
              </a:solidFill>
              <a:latin typeface="Verdana"/>
              <a:ea typeface="Verdana"/>
              <a:cs typeface="Verdana"/>
              <a:sym typeface="Verdana"/>
            </a:endParaRPr>
          </a:p>
        </p:txBody>
      </p:sp>
      <p:pic>
        <p:nvPicPr>
          <p:cNvPr id="7" name="image7.png" descr="Icon&#10;&#10;Description automatically generated"/>
          <p:cNvPicPr/>
          <p:nvPr/>
        </p:nvPicPr>
        <p:blipFill>
          <a:blip r:embed="rId3"/>
          <a:srcRect/>
          <a:stretch>
            <a:fillRect/>
          </a:stretch>
        </p:blipFill>
        <p:spPr>
          <a:xfrm>
            <a:off x="4592433" y="2849562"/>
            <a:ext cx="1157288" cy="1158875"/>
          </a:xfrm>
          <a:prstGeom prst="rect">
            <a:avLst/>
          </a:prstGeom>
          <a:ln/>
          <a:effectLst>
            <a:outerShdw blurRad="50800" dist="38100" dir="2700000" algn="tl" rotWithShape="0">
              <a:prstClr val="black">
                <a:alpha val="40000"/>
              </a:prstClr>
            </a:outerShdw>
          </a:effectLst>
        </p:spPr>
      </p:pic>
      <p:sp>
        <p:nvSpPr>
          <p:cNvPr id="8" name="Google Shape;282;g104476d1465_1_17"/>
          <p:cNvSpPr txBox="1"/>
          <p:nvPr/>
        </p:nvSpPr>
        <p:spPr>
          <a:xfrm>
            <a:off x="8897112" y="6461519"/>
            <a:ext cx="2634000" cy="400200"/>
          </a:xfrm>
          <a:prstGeom prst="rect">
            <a:avLst/>
          </a:prstGeom>
          <a:noFill/>
          <a:ln>
            <a:noFill/>
          </a:ln>
        </p:spPr>
        <p:txBody>
          <a:bodyPr spcFirstLastPara="1" wrap="square" lIns="91425" tIns="91425" rIns="91425" bIns="91425" anchor="t" anchorCtr="0">
            <a:spAutoFit/>
          </a:bodyPr>
          <a:lstStyle/>
          <a:p>
            <a:pPr algn="r"/>
            <a:r>
              <a:rPr lang="en-US" i="1" dirty="0" smtClean="0">
                <a:latin typeface="Calibri"/>
                <a:ea typeface="Calibri"/>
                <a:cs typeface="Calibri"/>
                <a:sym typeface="Calibri"/>
              </a:rPr>
              <a:t>volume 1, pg. </a:t>
            </a:r>
            <a:r>
              <a:rPr lang="en-US" i="1" dirty="0" smtClean="0">
                <a:latin typeface="Calibri"/>
                <a:ea typeface="Calibri"/>
                <a:cs typeface="Calibri"/>
                <a:sym typeface="Calibri"/>
              </a:rPr>
              <a:t>154</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5487"/>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Google Shape;278;g104476d1465_1_17"/>
          <p:cNvSpPr/>
          <p:nvPr/>
        </p:nvSpPr>
        <p:spPr>
          <a:xfrm>
            <a:off x="-7936" y="0"/>
            <a:ext cx="223838" cy="6865938"/>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lIns="91425" tIns="91425" rIns="91425" bIns="91425" anchor="ctr"/>
          <a:lstStyle/>
          <a:p>
            <a:pPr fontAlgn="auto">
              <a:spcBef>
                <a:spcPts val="0"/>
              </a:spcBef>
              <a:spcAft>
                <a:spcPts val="0"/>
              </a:spcAft>
              <a:buClr>
                <a:srgbClr val="000000"/>
              </a:buClr>
              <a:defRPr/>
            </a:pPr>
            <a:endParaRPr kern="0">
              <a:latin typeface="Arial"/>
              <a:ea typeface="Arial"/>
              <a:cs typeface="Arial"/>
              <a:sym typeface="Arial"/>
            </a:endParaRPr>
          </a:p>
        </p:txBody>
      </p:sp>
      <p:pic>
        <p:nvPicPr>
          <p:cNvPr id="31752" name="Picture 2" descr="Chart, line chart&#10;&#10;Description automatically generated"/>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178449" y="2198637"/>
            <a:ext cx="5730875" cy="400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Google Shape;282;g104476d1465_1_17"/>
          <p:cNvSpPr txBox="1"/>
          <p:nvPr/>
        </p:nvSpPr>
        <p:spPr>
          <a:xfrm>
            <a:off x="8897112" y="6461519"/>
            <a:ext cx="2634000" cy="400200"/>
          </a:xfrm>
          <a:prstGeom prst="rect">
            <a:avLst/>
          </a:prstGeom>
          <a:noFill/>
          <a:ln>
            <a:noFill/>
          </a:ln>
        </p:spPr>
        <p:txBody>
          <a:bodyPr spcFirstLastPara="1" wrap="square" lIns="91425" tIns="91425" rIns="91425" bIns="91425" anchor="t" anchorCtr="0">
            <a:spAutoFit/>
          </a:bodyPr>
          <a:lstStyle/>
          <a:p>
            <a:pPr algn="r"/>
            <a:r>
              <a:rPr lang="en-US" i="1" dirty="0" smtClean="0">
                <a:latin typeface="Calibri"/>
                <a:ea typeface="Calibri"/>
                <a:cs typeface="Calibri"/>
                <a:sym typeface="Calibri"/>
              </a:rPr>
              <a:t>volume 1, pg. </a:t>
            </a:r>
            <a:r>
              <a:rPr lang="en-US" i="1" dirty="0" smtClean="0">
                <a:latin typeface="Calibri"/>
                <a:ea typeface="Calibri"/>
                <a:cs typeface="Calibri"/>
                <a:sym typeface="Calibri"/>
              </a:rPr>
              <a:t>154</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5487"/>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343;g103996e1364_0_321">
            <a:extLst>
              <a:ext uri="{FF2B5EF4-FFF2-40B4-BE49-F238E27FC236}">
                <a16:creationId xmlns="" xmlns:a16="http://schemas.microsoft.com/office/drawing/2014/main" xmlns:a14="http://schemas.microsoft.com/office/drawing/2010/main" xmlns:mc="http://schemas.openxmlformats.org/markup-compatibility/2006" id="{21B1DF8E-16A0-FA4E-8CEB-434668DFA68D}"/>
              </a:ext>
            </a:extLst>
          </p:cNvPr>
          <p:cNvSpPr txBox="1">
            <a:spLocks/>
          </p:cNvSpPr>
          <p:nvPr/>
        </p:nvSpPr>
        <p:spPr>
          <a:xfrm>
            <a:off x="1052650" y="87528"/>
            <a:ext cx="10441876"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eaLnBrk="1" hangingPunct="1">
              <a:lnSpc>
                <a:spcPct val="90000"/>
              </a:lnSpc>
              <a:buSzPts val="5400"/>
            </a:pPr>
            <a:r>
              <a:rPr lang="en-US" sz="3200" b="1" dirty="0">
                <a:solidFill>
                  <a:srgbClr val="54B5D1"/>
                </a:solidFill>
                <a:latin typeface="Verdana" pitchFamily="34" charset="0"/>
                <a:sym typeface="Verdana" pitchFamily="34" charset="0"/>
              </a:rPr>
              <a:t>3.8.4 Bring It Together: Interpreting the Strength and Direction of a Line of Fit</a:t>
            </a:r>
            <a:endParaRPr lang="en-US" sz="3200" b="1" dirty="0">
              <a:solidFill>
                <a:srgbClr val="54B5D1"/>
              </a:solidFill>
              <a:latin typeface="Verdana" pitchFamily="34" charset="0"/>
              <a:sym typeface="Verdana" pitchFamily="34" charset="0"/>
            </a:endParaRPr>
          </a:p>
        </p:txBody>
      </p:sp>
      <p:sp>
        <p:nvSpPr>
          <p:cNvPr id="13" name="TextBox 12">
            <a:extLst>
              <a:ext uri="{FF2B5EF4-FFF2-40B4-BE49-F238E27FC236}">
                <a16:creationId xmlns="" xmlns:a16="http://schemas.microsoft.com/office/drawing/2014/main" xmlns:a14="http://schemas.microsoft.com/office/drawing/2010/main" xmlns:mc="http://schemas.openxmlformats.org/markup-compatibility/2006" id="{C01B13E8-EC8D-E443-A329-C5E3593DD13A}"/>
              </a:ext>
            </a:extLst>
          </p:cNvPr>
          <p:cNvSpPr txBox="1"/>
          <p:nvPr/>
        </p:nvSpPr>
        <p:spPr>
          <a:xfrm>
            <a:off x="593248" y="1386026"/>
            <a:ext cx="10901278" cy="461665"/>
          </a:xfrm>
          <a:prstGeom prst="rect">
            <a:avLst/>
          </a:prstGeom>
          <a:noFill/>
        </p:spPr>
        <p:txBody>
          <a:bodyPr wrap="square" rtlCol="0">
            <a:spAutoFit/>
          </a:bodyPr>
          <a:lstStyle/>
          <a:p>
            <a:pPr eaLnBrk="0" hangingPunct="0">
              <a:buFont typeface="Arial" charset="0"/>
              <a:buNone/>
            </a:pPr>
            <a:r>
              <a:rPr lang="en-US" altLang="en-US" sz="2400" dirty="0">
                <a:solidFill>
                  <a:schemeClr val="tx1"/>
                </a:solidFill>
                <a:latin typeface="Verdana" pitchFamily="34" charset="0"/>
                <a:cs typeface="Times New Roman" pitchFamily="18" charset="0"/>
              </a:rPr>
              <a:t>The two scatter plots explored in this lesson are shown.</a:t>
            </a:r>
            <a:endParaRPr lang="en-US" altLang="en-US" sz="2400" dirty="0">
              <a:solidFill>
                <a:schemeClr val="tx1"/>
              </a:solidFill>
              <a:latin typeface="Verdana" pitchFamily="34" charset="0"/>
              <a:cs typeface="Times New Roman" pitchFamily="18" charset="0"/>
            </a:endParaRPr>
          </a:p>
        </p:txBody>
      </p:sp>
      <p:pic>
        <p:nvPicPr>
          <p:cNvPr id="14" name="image7.png" descr="Icon&#10;&#10;Description automatically generated"/>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264477" y="203221"/>
            <a:ext cx="747713" cy="74612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Google Shape;278;g104476d1465_1_17"/>
          <p:cNvSpPr/>
          <p:nvPr/>
        </p:nvSpPr>
        <p:spPr>
          <a:xfrm>
            <a:off x="0" y="-7938"/>
            <a:ext cx="223838" cy="6865938"/>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lIns="91425" tIns="91425" rIns="91425" bIns="91425" anchor="ctr"/>
          <a:lstStyle/>
          <a:p>
            <a:pPr fontAlgn="auto">
              <a:spcBef>
                <a:spcPts val="0"/>
              </a:spcBef>
              <a:spcAft>
                <a:spcPts val="0"/>
              </a:spcAft>
              <a:buClr>
                <a:srgbClr val="000000"/>
              </a:buClr>
              <a:defRPr/>
            </a:pPr>
            <a:endParaRPr kern="0">
              <a:latin typeface="Arial"/>
              <a:ea typeface="Arial"/>
              <a:cs typeface="Arial"/>
              <a:sym typeface="Arial"/>
            </a:endParaRPr>
          </a:p>
        </p:txBody>
      </p:sp>
      <p:pic>
        <p:nvPicPr>
          <p:cNvPr id="32773" name="Picture 2" descr="Chart, scatter chart&#10;&#10;Description automatically generated"/>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158631" y="516890"/>
            <a:ext cx="5724525" cy="400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Google Shape;282;g104476d1465_1_17"/>
          <p:cNvSpPr txBox="1"/>
          <p:nvPr/>
        </p:nvSpPr>
        <p:spPr>
          <a:xfrm>
            <a:off x="8897112" y="6461519"/>
            <a:ext cx="2634000" cy="400200"/>
          </a:xfrm>
          <a:prstGeom prst="rect">
            <a:avLst/>
          </a:prstGeom>
          <a:noFill/>
          <a:ln>
            <a:noFill/>
          </a:ln>
        </p:spPr>
        <p:txBody>
          <a:bodyPr spcFirstLastPara="1" wrap="square" lIns="91425" tIns="91425" rIns="91425" bIns="91425" anchor="t" anchorCtr="0">
            <a:spAutoFit/>
          </a:bodyPr>
          <a:lstStyle/>
          <a:p>
            <a:pPr algn="r"/>
            <a:r>
              <a:rPr lang="en-US" i="1" dirty="0" smtClean="0">
                <a:latin typeface="Calibri"/>
                <a:ea typeface="Calibri"/>
                <a:cs typeface="Calibri"/>
                <a:sym typeface="Calibri"/>
              </a:rPr>
              <a:t>volume 1, pg. </a:t>
            </a:r>
            <a:r>
              <a:rPr lang="en-US" i="1" dirty="0" smtClean="0">
                <a:latin typeface="Calibri"/>
                <a:ea typeface="Calibri"/>
                <a:cs typeface="Calibri"/>
                <a:sym typeface="Calibri"/>
              </a:rPr>
              <a:t>154</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5487"/>
            <a:ext cx="563850" cy="657276"/>
          </a:xfrm>
          <a:prstGeom prst="rect">
            <a:avLst/>
          </a:prstGeom>
          <a:noFill/>
          <a:ln>
            <a:noFill/>
          </a:ln>
          <a:effectLst>
            <a:outerShdw blurRad="57150" dist="19050" dir="5400000" algn="bl" rotWithShape="0">
              <a:srgbClr val="000000">
                <a:alpha val="50000"/>
              </a:srgbClr>
            </a:outerShdw>
          </a:effectLst>
        </p:spPr>
      </p:pic>
      <p:sp>
        <p:nvSpPr>
          <p:cNvPr id="9" name="TextBox 8">
            <a:extLst>
              <a:ext uri="{FF2B5EF4-FFF2-40B4-BE49-F238E27FC236}">
                <a16:creationId xmlns:a16="http://schemas.microsoft.com/office/drawing/2014/main" xmlns="" xmlns:a14="http://schemas.microsoft.com/office/drawing/2010/main" xmlns:mc="http://schemas.openxmlformats.org/markup-compatibility/2006" id="{C8F82859-BA98-3646-BF3B-9E17E52A2E35}"/>
              </a:ext>
            </a:extLst>
          </p:cNvPr>
          <p:cNvSpPr txBox="1"/>
          <p:nvPr/>
        </p:nvSpPr>
        <p:spPr>
          <a:xfrm>
            <a:off x="511205" y="4790106"/>
            <a:ext cx="11019379" cy="830997"/>
          </a:xfrm>
          <a:prstGeom prst="rect">
            <a:avLst/>
          </a:prstGeom>
          <a:noFill/>
        </p:spPr>
        <p:txBody>
          <a:bodyPr wrap="square" rtlCol="0">
            <a:spAutoFit/>
          </a:bodyPr>
          <a:lstStyle/>
          <a:p>
            <a:pPr marL="457200" indent="-457200" eaLnBrk="0" hangingPunct="0">
              <a:buFont typeface="Arial" charset="0"/>
              <a:buAutoNum type="arabicPeriod"/>
            </a:pPr>
            <a:r>
              <a:rPr lang="en-US" altLang="en-US" sz="2400" dirty="0">
                <a:solidFill>
                  <a:schemeClr val="tx1"/>
                </a:solidFill>
                <a:latin typeface="Verdana" pitchFamily="34" charset="0"/>
                <a:cs typeface="Times New Roman" pitchFamily="18" charset="0"/>
              </a:rPr>
              <a:t>Explain which data appears to have a stronger linear association: the data represented on scatter plot A or scatter plot B?</a:t>
            </a:r>
            <a:endParaRPr lang="en-US" altLang="en-US" sz="2400" dirty="0">
              <a:solidFill>
                <a:schemeClr val="tx1"/>
              </a:solidFill>
              <a:latin typeface="Verdana" pitchFamily="34" charset="0"/>
              <a:cs typeface="Times New Roman"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xmlns="" xmlns:a14="http://schemas.microsoft.com/office/drawing/2010/main" xmlns:mc="http://schemas.openxmlformats.org/markup-compatibility/2006" id="{C8F82859-BA98-3646-BF3B-9E17E52A2E35}"/>
              </a:ext>
            </a:extLst>
          </p:cNvPr>
          <p:cNvSpPr txBox="1"/>
          <p:nvPr/>
        </p:nvSpPr>
        <p:spPr>
          <a:xfrm>
            <a:off x="511205" y="533066"/>
            <a:ext cx="11019379" cy="5324535"/>
          </a:xfrm>
          <a:prstGeom prst="rect">
            <a:avLst/>
          </a:prstGeom>
          <a:noFill/>
        </p:spPr>
        <p:txBody>
          <a:bodyPr wrap="square" rtlCol="0">
            <a:spAutoFit/>
          </a:bodyPr>
          <a:lstStyle/>
          <a:p>
            <a:pPr marL="457200" indent="-457200" eaLnBrk="0" hangingPunct="0">
              <a:buFont typeface="Arial" charset="0"/>
              <a:buAutoNum type="arabicPeriod" startAt="2"/>
            </a:pPr>
            <a:r>
              <a:rPr lang="en-US" altLang="en-US" sz="2000" dirty="0">
                <a:solidFill>
                  <a:schemeClr val="tx1"/>
                </a:solidFill>
                <a:latin typeface="Verdana" pitchFamily="34" charset="0"/>
                <a:cs typeface="Times New Roman" pitchFamily="18" charset="0"/>
              </a:rPr>
              <a:t>The residual plots for both scatter plots are shown</a:t>
            </a:r>
            <a:r>
              <a:rPr lang="en-US" altLang="en-US" sz="2000" dirty="0" smtClean="0">
                <a:solidFill>
                  <a:schemeClr val="tx1"/>
                </a:solidFill>
                <a:latin typeface="Verdana" pitchFamily="34" charset="0"/>
                <a:cs typeface="Times New Roman" pitchFamily="18" charset="0"/>
              </a:rPr>
              <a:t>.</a:t>
            </a:r>
          </a:p>
          <a:p>
            <a:pPr marL="457200" indent="-457200" eaLnBrk="0" hangingPunct="0">
              <a:buFont typeface="Arial" charset="0"/>
              <a:buAutoNum type="arabicPeriod" startAt="2"/>
            </a:pPr>
            <a:endParaRPr lang="en-PH" altLang="en-US" sz="2000" dirty="0">
              <a:solidFill>
                <a:schemeClr val="tx1"/>
              </a:solidFill>
              <a:latin typeface="Verdana" pitchFamily="34" charset="0"/>
              <a:cs typeface="Times New Roman" pitchFamily="18" charset="0"/>
            </a:endParaRPr>
          </a:p>
          <a:p>
            <a:pPr marL="457200" indent="-457200" eaLnBrk="0" hangingPunct="0">
              <a:buFont typeface="Arial" charset="0"/>
              <a:buAutoNum type="arabicPeriod" startAt="2"/>
            </a:pPr>
            <a:endParaRPr lang="en-PH" altLang="en-US" sz="2000" dirty="0" smtClean="0">
              <a:solidFill>
                <a:schemeClr val="tx1"/>
              </a:solidFill>
              <a:latin typeface="Verdana" pitchFamily="34" charset="0"/>
              <a:cs typeface="Times New Roman" pitchFamily="18" charset="0"/>
            </a:endParaRPr>
          </a:p>
          <a:p>
            <a:pPr marL="457200" indent="-457200" eaLnBrk="0" hangingPunct="0">
              <a:buFont typeface="Arial" charset="0"/>
              <a:buAutoNum type="arabicPeriod" startAt="2"/>
            </a:pPr>
            <a:endParaRPr lang="en-PH" altLang="en-US" sz="2000" dirty="0">
              <a:solidFill>
                <a:schemeClr val="tx1"/>
              </a:solidFill>
              <a:latin typeface="Verdana" pitchFamily="34" charset="0"/>
              <a:cs typeface="Times New Roman" pitchFamily="18" charset="0"/>
            </a:endParaRPr>
          </a:p>
          <a:p>
            <a:pPr marL="457200" indent="-457200" eaLnBrk="0" hangingPunct="0">
              <a:buFont typeface="Arial" charset="0"/>
              <a:buAutoNum type="arabicPeriod" startAt="2"/>
            </a:pPr>
            <a:endParaRPr lang="en-PH" altLang="en-US" sz="2000" dirty="0" smtClean="0">
              <a:solidFill>
                <a:schemeClr val="tx1"/>
              </a:solidFill>
              <a:latin typeface="Verdana" pitchFamily="34" charset="0"/>
              <a:cs typeface="Times New Roman" pitchFamily="18" charset="0"/>
            </a:endParaRPr>
          </a:p>
          <a:p>
            <a:pPr marL="457200" indent="-457200" eaLnBrk="0" hangingPunct="0">
              <a:buFont typeface="Arial" charset="0"/>
              <a:buAutoNum type="arabicPeriod" startAt="2"/>
            </a:pPr>
            <a:endParaRPr lang="en-PH" altLang="en-US" sz="2000" dirty="0" smtClean="0">
              <a:solidFill>
                <a:schemeClr val="tx1"/>
              </a:solidFill>
              <a:latin typeface="Verdana" pitchFamily="34" charset="0"/>
              <a:cs typeface="Times New Roman" pitchFamily="18" charset="0"/>
            </a:endParaRPr>
          </a:p>
          <a:p>
            <a:pPr marL="457200" indent="-457200" eaLnBrk="0" hangingPunct="0">
              <a:buFont typeface="Arial" charset="0"/>
              <a:buAutoNum type="arabicPeriod" startAt="2"/>
            </a:pPr>
            <a:endParaRPr lang="en-PH" altLang="en-US" sz="2000" dirty="0">
              <a:solidFill>
                <a:schemeClr val="tx1"/>
              </a:solidFill>
              <a:latin typeface="Verdana" pitchFamily="34" charset="0"/>
              <a:cs typeface="Times New Roman" pitchFamily="18" charset="0"/>
            </a:endParaRPr>
          </a:p>
          <a:p>
            <a:pPr marL="457200" indent="-457200" eaLnBrk="0" hangingPunct="0">
              <a:buFont typeface="Arial" charset="0"/>
              <a:buAutoNum type="arabicPeriod" startAt="2"/>
            </a:pPr>
            <a:endParaRPr lang="en-PH" altLang="en-US" sz="2000" dirty="0" smtClean="0">
              <a:solidFill>
                <a:schemeClr val="tx1"/>
              </a:solidFill>
              <a:latin typeface="Verdana" pitchFamily="34" charset="0"/>
              <a:cs typeface="Times New Roman" pitchFamily="18" charset="0"/>
            </a:endParaRPr>
          </a:p>
          <a:p>
            <a:pPr marL="457200" indent="-457200" eaLnBrk="0" hangingPunct="0">
              <a:buFont typeface="Arial" charset="0"/>
              <a:buAutoNum type="arabicPeriod" startAt="2"/>
            </a:pPr>
            <a:endParaRPr lang="en-PH" altLang="en-US" sz="2000" dirty="0">
              <a:solidFill>
                <a:schemeClr val="tx1"/>
              </a:solidFill>
              <a:latin typeface="Verdana" pitchFamily="34" charset="0"/>
              <a:cs typeface="Times New Roman" pitchFamily="18" charset="0"/>
            </a:endParaRPr>
          </a:p>
          <a:p>
            <a:pPr marL="457200" indent="-457200" eaLnBrk="0" hangingPunct="0">
              <a:buFont typeface="Arial" charset="0"/>
              <a:buAutoNum type="arabicPeriod" startAt="2"/>
            </a:pPr>
            <a:endParaRPr lang="en-PH" altLang="en-US" sz="2000" dirty="0" smtClean="0">
              <a:solidFill>
                <a:schemeClr val="tx1"/>
              </a:solidFill>
              <a:latin typeface="Verdana" pitchFamily="34" charset="0"/>
              <a:cs typeface="Times New Roman" pitchFamily="18" charset="0"/>
            </a:endParaRPr>
          </a:p>
          <a:p>
            <a:pPr marL="457200" indent="-457200" eaLnBrk="0" hangingPunct="0">
              <a:buFont typeface="Arial" charset="0"/>
              <a:buAutoNum type="arabicPeriod" startAt="2"/>
            </a:pPr>
            <a:endParaRPr lang="en-PH" altLang="en-US" sz="2000" dirty="0">
              <a:solidFill>
                <a:schemeClr val="tx1"/>
              </a:solidFill>
              <a:latin typeface="Verdana" pitchFamily="34" charset="0"/>
              <a:cs typeface="Times New Roman" pitchFamily="18" charset="0"/>
            </a:endParaRPr>
          </a:p>
          <a:p>
            <a:pPr marL="457200" indent="-457200" eaLnBrk="0" hangingPunct="0">
              <a:buFont typeface="Arial" charset="0"/>
              <a:buAutoNum type="arabicPeriod" startAt="2"/>
            </a:pPr>
            <a:endParaRPr lang="en-PH" altLang="en-US" sz="2000" dirty="0" smtClean="0">
              <a:solidFill>
                <a:schemeClr val="tx1"/>
              </a:solidFill>
              <a:latin typeface="Verdana" pitchFamily="34" charset="0"/>
              <a:cs typeface="Times New Roman" pitchFamily="18" charset="0"/>
            </a:endParaRPr>
          </a:p>
          <a:p>
            <a:pPr marL="457200" indent="-457200" eaLnBrk="0" hangingPunct="0">
              <a:buFont typeface="Arial" charset="0"/>
              <a:buAutoNum type="arabicPeriod" startAt="2"/>
            </a:pPr>
            <a:endParaRPr lang="en-PH" altLang="en-US" sz="2000" dirty="0">
              <a:solidFill>
                <a:schemeClr val="tx1"/>
              </a:solidFill>
              <a:latin typeface="Verdana" pitchFamily="34" charset="0"/>
              <a:cs typeface="Times New Roman" pitchFamily="18" charset="0"/>
            </a:endParaRPr>
          </a:p>
          <a:p>
            <a:pPr marL="457200" indent="-457200" eaLnBrk="0" hangingPunct="0">
              <a:buFont typeface="Arial" charset="0"/>
              <a:buAutoNum type="arabicPeriod" startAt="2"/>
            </a:pPr>
            <a:endParaRPr lang="en-PH" altLang="en-US" sz="2000" dirty="0" smtClean="0">
              <a:solidFill>
                <a:schemeClr val="tx1"/>
              </a:solidFill>
              <a:latin typeface="Verdana" pitchFamily="34" charset="0"/>
              <a:cs typeface="Times New Roman" pitchFamily="18" charset="0"/>
            </a:endParaRPr>
          </a:p>
          <a:p>
            <a:pPr marL="457200" indent="-457200" eaLnBrk="0" hangingPunct="0">
              <a:buFont typeface="Arial" charset="0"/>
              <a:buAutoNum type="arabicPeriod" startAt="2"/>
            </a:pPr>
            <a:endParaRPr lang="en-US" altLang="en-US" sz="2000" dirty="0" smtClean="0">
              <a:solidFill>
                <a:schemeClr val="tx1"/>
              </a:solidFill>
              <a:latin typeface="Verdana" pitchFamily="34" charset="0"/>
              <a:cs typeface="Times New Roman" pitchFamily="18" charset="0"/>
            </a:endParaRPr>
          </a:p>
          <a:p>
            <a:pPr marL="457200" eaLnBrk="0" hangingPunct="0"/>
            <a:r>
              <a:rPr lang="en-US" altLang="en-US" sz="2000" dirty="0">
                <a:solidFill>
                  <a:schemeClr val="tx1"/>
                </a:solidFill>
                <a:latin typeface="Verdana" pitchFamily="34" charset="0"/>
                <a:cs typeface="Times New Roman" pitchFamily="18" charset="0"/>
              </a:rPr>
              <a:t>Explain how the residual values shown on the residual plots above support your answer to Problem 1</a:t>
            </a:r>
            <a:r>
              <a:rPr lang="en-US" altLang="en-US" sz="2000" dirty="0" smtClean="0">
                <a:solidFill>
                  <a:schemeClr val="tx1"/>
                </a:solidFill>
                <a:latin typeface="Verdana" pitchFamily="34" charset="0"/>
                <a:cs typeface="Times New Roman" pitchFamily="18" charset="0"/>
              </a:rPr>
              <a:t>.</a:t>
            </a:r>
            <a:endParaRPr lang="en-US" altLang="en-US" sz="2000" dirty="0">
              <a:solidFill>
                <a:schemeClr val="tx1"/>
              </a:solidFill>
              <a:latin typeface="Verdana" pitchFamily="34" charset="0"/>
              <a:cs typeface="Times New Roman" pitchFamily="18" charset="0"/>
            </a:endParaRPr>
          </a:p>
        </p:txBody>
      </p:sp>
      <p:sp>
        <p:nvSpPr>
          <p:cNvPr id="278" name="Google Shape;278;g104476d1465_1_17"/>
          <p:cNvSpPr/>
          <p:nvPr/>
        </p:nvSpPr>
        <p:spPr>
          <a:xfrm>
            <a:off x="0" y="-7938"/>
            <a:ext cx="223838" cy="6865938"/>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lIns="91425" tIns="91425" rIns="91425" bIns="91425" anchor="ctr"/>
          <a:lstStyle/>
          <a:p>
            <a:pPr fontAlgn="auto">
              <a:spcBef>
                <a:spcPts val="0"/>
              </a:spcBef>
              <a:spcAft>
                <a:spcPts val="0"/>
              </a:spcAft>
              <a:buClr>
                <a:srgbClr val="000000"/>
              </a:buClr>
              <a:defRPr/>
            </a:pPr>
            <a:endParaRPr kern="0">
              <a:latin typeface="Arial"/>
              <a:ea typeface="Arial"/>
              <a:cs typeface="Arial"/>
              <a:sym typeface="Arial"/>
            </a:endParaRPr>
          </a:p>
        </p:txBody>
      </p:sp>
      <p:sp>
        <p:nvSpPr>
          <p:cNvPr id="8" name="Google Shape;282;g104476d1465_1_17"/>
          <p:cNvSpPr txBox="1"/>
          <p:nvPr/>
        </p:nvSpPr>
        <p:spPr>
          <a:xfrm>
            <a:off x="8897112" y="6461519"/>
            <a:ext cx="2634000" cy="400200"/>
          </a:xfrm>
          <a:prstGeom prst="rect">
            <a:avLst/>
          </a:prstGeom>
          <a:noFill/>
          <a:ln>
            <a:noFill/>
          </a:ln>
        </p:spPr>
        <p:txBody>
          <a:bodyPr spcFirstLastPara="1" wrap="square" lIns="91425" tIns="91425" rIns="91425" bIns="91425" anchor="t" anchorCtr="0">
            <a:spAutoFit/>
          </a:bodyPr>
          <a:lstStyle/>
          <a:p>
            <a:pPr algn="r"/>
            <a:r>
              <a:rPr lang="en-US" i="1" dirty="0" smtClean="0">
                <a:latin typeface="Calibri"/>
                <a:ea typeface="Calibri"/>
                <a:cs typeface="Calibri"/>
                <a:sym typeface="Calibri"/>
              </a:rPr>
              <a:t>volume 1, pg. </a:t>
            </a:r>
            <a:r>
              <a:rPr lang="en-US" i="1" dirty="0" smtClean="0">
                <a:latin typeface="Calibri"/>
                <a:ea typeface="Calibri"/>
                <a:cs typeface="Calibri"/>
                <a:sym typeface="Calibri"/>
              </a:rPr>
              <a:t>154</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5487"/>
            <a:ext cx="563850" cy="657276"/>
          </a:xfrm>
          <a:prstGeom prst="rect">
            <a:avLst/>
          </a:prstGeom>
          <a:noFill/>
          <a:ln>
            <a:noFill/>
          </a:ln>
          <a:effectLst>
            <a:outerShdw blurRad="57150" dist="19050" dir="5400000" algn="bl" rotWithShape="0">
              <a:srgbClr val="000000">
                <a:alpha val="50000"/>
              </a:srgbClr>
            </a:outerShdw>
          </a:effec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091883" y="1076008"/>
            <a:ext cx="7000875" cy="393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xmlns="" xmlns:a14="http://schemas.microsoft.com/office/drawing/2010/main" xmlns:mc="http://schemas.openxmlformats.org/markup-compatibility/2006" id="{C8F82859-BA98-3646-BF3B-9E17E52A2E35}"/>
              </a:ext>
            </a:extLst>
          </p:cNvPr>
          <p:cNvSpPr txBox="1"/>
          <p:nvPr/>
        </p:nvSpPr>
        <p:spPr>
          <a:xfrm>
            <a:off x="511205" y="533066"/>
            <a:ext cx="11019379" cy="5016758"/>
          </a:xfrm>
          <a:prstGeom prst="rect">
            <a:avLst/>
          </a:prstGeom>
          <a:noFill/>
        </p:spPr>
        <p:txBody>
          <a:bodyPr wrap="square" rtlCol="0">
            <a:spAutoFit/>
          </a:bodyPr>
          <a:lstStyle/>
          <a:p>
            <a:pPr marL="457200" indent="-457200" eaLnBrk="0" hangingPunct="0">
              <a:buFont typeface="Arial" charset="0"/>
              <a:buAutoNum type="arabicPeriod" startAt="3"/>
            </a:pPr>
            <a:r>
              <a:rPr lang="en-US" altLang="en-US" sz="2000" dirty="0">
                <a:solidFill>
                  <a:schemeClr val="tx1"/>
                </a:solidFill>
                <a:latin typeface="Verdana" pitchFamily="34" charset="0"/>
                <a:cs typeface="Times New Roman" pitchFamily="18" charset="0"/>
              </a:rPr>
              <a:t>The linear functions fit to each set of data are shown</a:t>
            </a:r>
            <a:r>
              <a:rPr lang="en-US" altLang="en-US" sz="2000" dirty="0" smtClean="0">
                <a:solidFill>
                  <a:schemeClr val="tx1"/>
                </a:solidFill>
                <a:latin typeface="Verdana" pitchFamily="34" charset="0"/>
                <a:cs typeface="Times New Roman" pitchFamily="18" charset="0"/>
              </a:rPr>
              <a:t>.</a:t>
            </a:r>
          </a:p>
          <a:p>
            <a:pPr marL="452438" eaLnBrk="0" hangingPunct="0"/>
            <a:endParaRPr lang="en-US" altLang="en-US" sz="2000" dirty="0" smtClean="0">
              <a:solidFill>
                <a:schemeClr val="tx1"/>
              </a:solidFill>
              <a:latin typeface="Verdana" pitchFamily="34" charset="0"/>
              <a:cs typeface="Times New Roman" pitchFamily="18" charset="0"/>
            </a:endParaRPr>
          </a:p>
          <a:p>
            <a:pPr marL="452438" eaLnBrk="0" hangingPunct="0"/>
            <a:endParaRPr lang="en-US" altLang="en-US" sz="2000" dirty="0">
              <a:solidFill>
                <a:schemeClr val="tx1"/>
              </a:solidFill>
              <a:latin typeface="Verdana" pitchFamily="34" charset="0"/>
              <a:cs typeface="Times New Roman" pitchFamily="18" charset="0"/>
            </a:endParaRPr>
          </a:p>
          <a:p>
            <a:pPr marL="452438" eaLnBrk="0" hangingPunct="0"/>
            <a:endParaRPr lang="en-US" altLang="en-US" sz="2000" dirty="0" smtClean="0">
              <a:solidFill>
                <a:schemeClr val="tx1"/>
              </a:solidFill>
              <a:latin typeface="Verdana" pitchFamily="34" charset="0"/>
              <a:cs typeface="Times New Roman" pitchFamily="18" charset="0"/>
            </a:endParaRPr>
          </a:p>
          <a:p>
            <a:pPr marL="452438" eaLnBrk="0" hangingPunct="0"/>
            <a:endParaRPr lang="en-US" altLang="en-US" sz="2000" dirty="0">
              <a:solidFill>
                <a:schemeClr val="tx1"/>
              </a:solidFill>
              <a:latin typeface="Verdana" pitchFamily="34" charset="0"/>
              <a:cs typeface="Times New Roman" pitchFamily="18" charset="0"/>
            </a:endParaRPr>
          </a:p>
          <a:p>
            <a:pPr marL="452438" eaLnBrk="0" hangingPunct="0"/>
            <a:endParaRPr lang="en-US" altLang="en-US" sz="2000" dirty="0" smtClean="0">
              <a:solidFill>
                <a:schemeClr val="tx1"/>
              </a:solidFill>
              <a:latin typeface="Verdana" pitchFamily="34" charset="0"/>
              <a:cs typeface="Times New Roman" pitchFamily="18" charset="0"/>
            </a:endParaRPr>
          </a:p>
          <a:p>
            <a:pPr marL="452438" eaLnBrk="0" hangingPunct="0"/>
            <a:endParaRPr lang="en-US" altLang="en-US" sz="2000" dirty="0">
              <a:solidFill>
                <a:schemeClr val="tx1"/>
              </a:solidFill>
              <a:latin typeface="Verdana" pitchFamily="34" charset="0"/>
              <a:cs typeface="Times New Roman" pitchFamily="18" charset="0"/>
            </a:endParaRPr>
          </a:p>
          <a:p>
            <a:pPr marL="452438" eaLnBrk="0" hangingPunct="0"/>
            <a:r>
              <a:rPr lang="en-US" altLang="en-US" sz="2000" dirty="0" smtClean="0">
                <a:solidFill>
                  <a:schemeClr val="tx1"/>
                </a:solidFill>
                <a:latin typeface="Verdana" pitchFamily="34" charset="0"/>
                <a:cs typeface="Times New Roman" pitchFamily="18" charset="0"/>
              </a:rPr>
              <a:t>Complete </a:t>
            </a:r>
            <a:r>
              <a:rPr lang="en-US" altLang="en-US" sz="2000" dirty="0">
                <a:solidFill>
                  <a:schemeClr val="tx1"/>
                </a:solidFill>
                <a:latin typeface="Verdana" pitchFamily="34" charset="0"/>
                <a:cs typeface="Times New Roman" pitchFamily="18" charset="0"/>
              </a:rPr>
              <a:t>the statements.</a:t>
            </a:r>
          </a:p>
          <a:p>
            <a:pPr marL="452438" eaLnBrk="0" hangingPunct="0"/>
            <a:endParaRPr lang="en-US" altLang="en-US" sz="2000" dirty="0">
              <a:solidFill>
                <a:schemeClr val="tx1"/>
              </a:solidFill>
              <a:latin typeface="Verdana" pitchFamily="34" charset="0"/>
              <a:cs typeface="Times New Roman" pitchFamily="18" charset="0"/>
            </a:endParaRPr>
          </a:p>
          <a:p>
            <a:pPr marL="452438" eaLnBrk="0" hangingPunct="0">
              <a:tabLst>
                <a:tab pos="8343900" algn="l"/>
              </a:tabLst>
            </a:pPr>
            <a:r>
              <a:rPr lang="en-US" altLang="en-US" sz="2000" dirty="0">
                <a:solidFill>
                  <a:schemeClr val="tx1"/>
                </a:solidFill>
                <a:latin typeface="Verdana" pitchFamily="34" charset="0"/>
                <a:cs typeface="Times New Roman" pitchFamily="18" charset="0"/>
              </a:rPr>
              <a:t>The slope of the function fit to scatter plot A </a:t>
            </a:r>
            <a:r>
              <a:rPr lang="en-US" altLang="en-US" sz="2000" dirty="0" smtClean="0">
                <a:solidFill>
                  <a:schemeClr val="tx1"/>
                </a:solidFill>
                <a:latin typeface="Verdana" pitchFamily="34" charset="0"/>
                <a:cs typeface="Times New Roman" pitchFamily="18" charset="0"/>
              </a:rPr>
              <a:t>is	which </a:t>
            </a:r>
            <a:r>
              <a:rPr lang="en-US" altLang="en-US" sz="2000" dirty="0">
                <a:solidFill>
                  <a:schemeClr val="tx1"/>
                </a:solidFill>
                <a:latin typeface="Verdana" pitchFamily="34" charset="0"/>
                <a:cs typeface="Times New Roman" pitchFamily="18" charset="0"/>
              </a:rPr>
              <a:t>means the </a:t>
            </a:r>
            <a:r>
              <a:rPr lang="en-US" altLang="en-US" sz="2000" dirty="0" smtClean="0">
                <a:solidFill>
                  <a:schemeClr val="tx1"/>
                </a:solidFill>
                <a:latin typeface="Verdana" pitchFamily="34" charset="0"/>
                <a:cs typeface="Times New Roman" pitchFamily="18" charset="0"/>
              </a:rPr>
              <a:t/>
            </a:r>
            <a:br>
              <a:rPr lang="en-US" altLang="en-US" sz="2000" dirty="0" smtClean="0">
                <a:solidFill>
                  <a:schemeClr val="tx1"/>
                </a:solidFill>
                <a:latin typeface="Verdana" pitchFamily="34" charset="0"/>
                <a:cs typeface="Times New Roman" pitchFamily="18" charset="0"/>
              </a:rPr>
            </a:br>
            <a:r>
              <a:rPr lang="en-US" altLang="en-US" sz="2000" dirty="0" smtClean="0">
                <a:solidFill>
                  <a:schemeClr val="tx1"/>
                </a:solidFill>
                <a:latin typeface="Verdana" pitchFamily="34" charset="0"/>
                <a:cs typeface="Times New Roman" pitchFamily="18" charset="0"/>
              </a:rPr>
              <a:t/>
            </a:r>
            <a:br>
              <a:rPr lang="en-US" altLang="en-US" sz="2000" dirty="0" smtClean="0">
                <a:solidFill>
                  <a:schemeClr val="tx1"/>
                </a:solidFill>
                <a:latin typeface="Verdana" pitchFamily="34" charset="0"/>
                <a:cs typeface="Times New Roman" pitchFamily="18" charset="0"/>
              </a:rPr>
            </a:br>
            <a:r>
              <a:rPr lang="en-US" altLang="en-US" sz="2000" dirty="0" smtClean="0">
                <a:solidFill>
                  <a:schemeClr val="tx1"/>
                </a:solidFill>
                <a:latin typeface="Verdana" pitchFamily="34" charset="0"/>
                <a:cs typeface="Times New Roman" pitchFamily="18" charset="0"/>
              </a:rPr>
              <a:t/>
            </a:r>
            <a:br>
              <a:rPr lang="en-US" altLang="en-US" sz="2000" dirty="0" smtClean="0">
                <a:solidFill>
                  <a:schemeClr val="tx1"/>
                </a:solidFill>
                <a:latin typeface="Verdana" pitchFamily="34" charset="0"/>
                <a:cs typeface="Times New Roman" pitchFamily="18" charset="0"/>
              </a:rPr>
            </a:br>
            <a:r>
              <a:rPr lang="en-US" altLang="en-US" sz="2000" dirty="0" smtClean="0">
                <a:solidFill>
                  <a:schemeClr val="tx1"/>
                </a:solidFill>
                <a:latin typeface="Verdana" pitchFamily="34" charset="0"/>
                <a:cs typeface="Times New Roman" pitchFamily="18" charset="0"/>
              </a:rPr>
              <a:t>finishing </a:t>
            </a:r>
            <a:r>
              <a:rPr lang="en-US" altLang="en-US" sz="2000" dirty="0">
                <a:solidFill>
                  <a:schemeClr val="tx1"/>
                </a:solidFill>
                <a:latin typeface="Verdana" pitchFamily="34" charset="0"/>
                <a:cs typeface="Times New Roman" pitchFamily="18" charset="0"/>
              </a:rPr>
              <a:t>time for Olympic gold medalists in the men’s 100-m dash generally  </a:t>
            </a:r>
            <a:endParaRPr lang="en-US" altLang="en-US" sz="2000" dirty="0" smtClean="0">
              <a:solidFill>
                <a:schemeClr val="tx1"/>
              </a:solidFill>
              <a:latin typeface="Verdana" pitchFamily="34" charset="0"/>
              <a:cs typeface="Times New Roman" pitchFamily="18" charset="0"/>
            </a:endParaRPr>
          </a:p>
          <a:p>
            <a:pPr marL="452438" eaLnBrk="0" hangingPunct="0">
              <a:tabLst>
                <a:tab pos="8343900" algn="l"/>
              </a:tabLst>
            </a:pPr>
            <a:endParaRPr lang="en-US" altLang="en-US" sz="2000" dirty="0" smtClean="0">
              <a:solidFill>
                <a:schemeClr val="tx1"/>
              </a:solidFill>
              <a:latin typeface="Verdana" pitchFamily="34" charset="0"/>
              <a:cs typeface="Times New Roman" pitchFamily="18" charset="0"/>
            </a:endParaRPr>
          </a:p>
          <a:p>
            <a:pPr marL="452438" eaLnBrk="0" hangingPunct="0">
              <a:tabLst>
                <a:tab pos="8343900" algn="l"/>
              </a:tabLst>
            </a:pPr>
            <a:endParaRPr lang="en-US" altLang="en-US" sz="2000" dirty="0">
              <a:solidFill>
                <a:schemeClr val="tx1"/>
              </a:solidFill>
              <a:latin typeface="Verdana" pitchFamily="34" charset="0"/>
              <a:cs typeface="Times New Roman" pitchFamily="18" charset="0"/>
            </a:endParaRPr>
          </a:p>
          <a:p>
            <a:pPr marL="2338388" eaLnBrk="0" hangingPunct="0">
              <a:tabLst>
                <a:tab pos="8343900" algn="l"/>
              </a:tabLst>
            </a:pPr>
            <a:r>
              <a:rPr lang="en-US" altLang="en-US" sz="2000" dirty="0" smtClean="0">
                <a:solidFill>
                  <a:schemeClr val="tx1"/>
                </a:solidFill>
                <a:latin typeface="Verdana" pitchFamily="34" charset="0"/>
                <a:cs typeface="Times New Roman" pitchFamily="18" charset="0"/>
              </a:rPr>
              <a:t>as </a:t>
            </a:r>
            <a:r>
              <a:rPr lang="en-US" altLang="en-US" sz="2000" dirty="0">
                <a:solidFill>
                  <a:schemeClr val="tx1"/>
                </a:solidFill>
                <a:latin typeface="Verdana" pitchFamily="34" charset="0"/>
                <a:cs typeface="Times New Roman" pitchFamily="18" charset="0"/>
              </a:rPr>
              <a:t>the number of years since 1960 increases</a:t>
            </a:r>
            <a:r>
              <a:rPr lang="en-US" altLang="en-US" sz="2000" dirty="0" smtClean="0">
                <a:solidFill>
                  <a:schemeClr val="tx1"/>
                </a:solidFill>
                <a:latin typeface="Verdana" pitchFamily="34" charset="0"/>
                <a:cs typeface="Times New Roman" pitchFamily="18" charset="0"/>
              </a:rPr>
              <a:t>.</a:t>
            </a:r>
            <a:endParaRPr lang="en-US" altLang="en-US" sz="2000" dirty="0">
              <a:solidFill>
                <a:schemeClr val="tx1"/>
              </a:solidFill>
              <a:latin typeface="Verdana" pitchFamily="34" charset="0"/>
              <a:cs typeface="Times New Roman" pitchFamily="18" charset="0"/>
            </a:endParaRPr>
          </a:p>
        </p:txBody>
      </p:sp>
      <p:sp>
        <p:nvSpPr>
          <p:cNvPr id="278" name="Google Shape;278;g104476d1465_1_17"/>
          <p:cNvSpPr/>
          <p:nvPr/>
        </p:nvSpPr>
        <p:spPr>
          <a:xfrm>
            <a:off x="0" y="-7938"/>
            <a:ext cx="223838" cy="6865938"/>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lIns="91425" tIns="91425" rIns="91425" bIns="91425" anchor="ctr"/>
          <a:lstStyle/>
          <a:p>
            <a:pPr fontAlgn="auto">
              <a:spcBef>
                <a:spcPts val="0"/>
              </a:spcBef>
              <a:spcAft>
                <a:spcPts val="0"/>
              </a:spcAft>
              <a:buClr>
                <a:srgbClr val="000000"/>
              </a:buClr>
              <a:defRPr/>
            </a:pPr>
            <a:endParaRPr kern="0">
              <a:latin typeface="Arial"/>
              <a:ea typeface="Arial"/>
              <a:cs typeface="Arial"/>
              <a:sym typeface="Arial"/>
            </a:endParaRPr>
          </a:p>
        </p:txBody>
      </p:sp>
      <p:pic>
        <p:nvPicPr>
          <p:cNvPr id="34824" name="Picture 7" descr="Shape&#10;&#10;Description automatically generated with low confidence"/>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107682" y="3089214"/>
            <a:ext cx="175895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5" name="Picture 8" descr="Shape&#10;&#10;Description automatically generated"/>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054373" y="4927416"/>
            <a:ext cx="1763712"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3159581050"/>
                  </p:ext>
                </p:extLst>
              </p:nvPr>
            </p:nvGraphicFramePr>
            <p:xfrm>
              <a:off x="1083556" y="1146945"/>
              <a:ext cx="6480000" cy="1241040"/>
            </p:xfrm>
            <a:graphic>
              <a:graphicData uri="http://schemas.openxmlformats.org/drawingml/2006/table">
                <a:tbl>
                  <a:tblPr firstRow="1" bandRow="1">
                    <a:tableStyleId>{A91F0D33-8C57-4600-99A7-42BC86742BE1}</a:tableStyleId>
                  </a:tblPr>
                  <a:tblGrid>
                    <a:gridCol w="3240000">
                      <a:extLst>
                        <a:ext uri="{9D8B030D-6E8A-4147-A177-3AD203B41FA5}">
                          <a16:colId xmlns:a16="http://schemas.microsoft.com/office/drawing/2014/main" xmlns="" val="20000"/>
                        </a:ext>
                      </a:extLst>
                    </a:gridCol>
                    <a:gridCol w="3240000">
                      <a:extLst>
                        <a:ext uri="{9D8B030D-6E8A-4147-A177-3AD203B41FA5}">
                          <a16:colId xmlns:a16="http://schemas.microsoft.com/office/drawing/2014/main" xmlns="" val="20001"/>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0C0300"/>
                              </a:solidFill>
                              <a:effectLst/>
                              <a:uLnTx/>
                              <a:uFillTx/>
                              <a:latin typeface="Verdana" pitchFamily="34" charset="0"/>
                              <a:ea typeface="Verdana" pitchFamily="34" charset="0"/>
                              <a:cs typeface="Arial" panose="020B0604020202020204" pitchFamily="34" charset="0"/>
                              <a:sym typeface="Arial"/>
                            </a:rPr>
                            <a:t>Linear Function Fit </a:t>
                          </a:r>
                          <a:br>
                            <a:rPr kumimoji="0" lang="en-US" sz="2000" b="1" i="0" u="none" strike="noStrike" kern="0" cap="none" spc="0" normalizeH="0" baseline="0" noProof="0" dirty="0">
                              <a:ln>
                                <a:noFill/>
                              </a:ln>
                              <a:solidFill>
                                <a:srgbClr val="0C0300"/>
                              </a:solidFill>
                              <a:effectLst/>
                              <a:uLnTx/>
                              <a:uFillTx/>
                              <a:latin typeface="Verdana" pitchFamily="34" charset="0"/>
                              <a:ea typeface="Verdana" pitchFamily="34" charset="0"/>
                              <a:cs typeface="Arial" panose="020B0604020202020204" pitchFamily="34" charset="0"/>
                              <a:sym typeface="Arial"/>
                            </a:rPr>
                          </a:br>
                          <a:r>
                            <a:rPr kumimoji="0" lang="en-US" sz="2000" b="1" i="0" u="none" strike="noStrike" kern="0" cap="none" spc="0" normalizeH="0" baseline="0" noProof="0" dirty="0">
                              <a:ln>
                                <a:noFill/>
                              </a:ln>
                              <a:solidFill>
                                <a:srgbClr val="0C0300"/>
                              </a:solidFill>
                              <a:effectLst/>
                              <a:uLnTx/>
                              <a:uFillTx/>
                              <a:latin typeface="Verdana" pitchFamily="34" charset="0"/>
                              <a:ea typeface="Verdana" pitchFamily="34" charset="0"/>
                              <a:cs typeface="Arial" panose="020B0604020202020204" pitchFamily="34" charset="0"/>
                              <a:sym typeface="Arial"/>
                            </a:rPr>
                            <a:t>to Scatter Plot A</a:t>
                          </a:r>
                          <a:endParaRPr kumimoji="0" lang="x-none" sz="2000" b="0" i="0" u="none" strike="noStrike" kern="0" cap="none" spc="0" normalizeH="0" baseline="0" noProof="0">
                            <a:ln>
                              <a:noFill/>
                            </a:ln>
                            <a:solidFill>
                              <a:srgbClr val="000000"/>
                            </a:solidFill>
                            <a:effectLst/>
                            <a:uLnTx/>
                            <a:uFillTx/>
                            <a:latin typeface="Verdana" pitchFamily="34" charset="0"/>
                            <a:ea typeface="Verdana" pitchFamily="34" charset="0"/>
                            <a:cs typeface="Times New Roman" panose="02020603050405020304" pitchFamily="18" charset="0"/>
                            <a:sym typeface="Aria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0C0300"/>
                              </a:solidFill>
                              <a:effectLst/>
                              <a:uLnTx/>
                              <a:uFillTx/>
                              <a:latin typeface="Verdana" pitchFamily="34" charset="0"/>
                              <a:ea typeface="Verdana" pitchFamily="34" charset="0"/>
                              <a:cs typeface="Arial" panose="020B0604020202020204" pitchFamily="34" charset="0"/>
                              <a:sym typeface="Arial"/>
                            </a:rPr>
                            <a:t>Linear Function Fit </a:t>
                          </a:r>
                          <a:br>
                            <a:rPr kumimoji="0" lang="en-US" sz="2000" b="1" i="0" u="none" strike="noStrike" kern="0" cap="none" spc="0" normalizeH="0" baseline="0" noProof="0" dirty="0">
                              <a:ln>
                                <a:noFill/>
                              </a:ln>
                              <a:solidFill>
                                <a:srgbClr val="0C0300"/>
                              </a:solidFill>
                              <a:effectLst/>
                              <a:uLnTx/>
                              <a:uFillTx/>
                              <a:latin typeface="Verdana" pitchFamily="34" charset="0"/>
                              <a:ea typeface="Verdana" pitchFamily="34" charset="0"/>
                              <a:cs typeface="Arial" panose="020B0604020202020204" pitchFamily="34" charset="0"/>
                              <a:sym typeface="Arial"/>
                            </a:rPr>
                          </a:br>
                          <a:r>
                            <a:rPr kumimoji="0" lang="en-US" sz="2000" b="1" i="0" u="none" strike="noStrike" kern="0" cap="none" spc="0" normalizeH="0" baseline="0" noProof="0" dirty="0">
                              <a:ln>
                                <a:noFill/>
                              </a:ln>
                              <a:solidFill>
                                <a:srgbClr val="0C0300"/>
                              </a:solidFill>
                              <a:effectLst/>
                              <a:uLnTx/>
                              <a:uFillTx/>
                              <a:latin typeface="Verdana" pitchFamily="34" charset="0"/>
                              <a:ea typeface="Verdana" pitchFamily="34" charset="0"/>
                              <a:cs typeface="Arial" panose="020B0604020202020204" pitchFamily="34" charset="0"/>
                              <a:sym typeface="Arial"/>
                            </a:rPr>
                            <a:t>to Scatter Plot B</a:t>
                          </a:r>
                          <a:endParaRPr kumimoji="0" lang="x-none" sz="2000" b="0" i="0" u="none" strike="noStrike" kern="0" cap="none" spc="0" normalizeH="0" baseline="0" noProof="0">
                            <a:ln>
                              <a:noFill/>
                            </a:ln>
                            <a:solidFill>
                              <a:srgbClr val="000000"/>
                            </a:solidFill>
                            <a:effectLst/>
                            <a:uLnTx/>
                            <a:uFillTx/>
                            <a:latin typeface="Verdana" pitchFamily="34" charset="0"/>
                            <a:ea typeface="Verdana" pitchFamily="34" charset="0"/>
                            <a:cs typeface="Times New Roman" panose="02020603050405020304" pitchFamily="18" charset="0"/>
                            <a:sym typeface="Aria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540000">
                    <a:tc>
                      <a:txBody>
                        <a:bodyPr/>
                        <a:lstStyle/>
                        <a:p>
                          <a:pPr/>
                          <a14:m>
                            <m:oMathPara xmlns:m="http://schemas.openxmlformats.org/officeDocument/2006/math">
                              <m:oMathParaPr>
                                <m:jc m:val="centerGroup"/>
                              </m:oMathParaPr>
                              <m:oMath xmlns:m="http://schemas.openxmlformats.org/officeDocument/2006/math">
                                <m:r>
                                  <a:rPr lang="en-PH" sz="2000" b="0" i="1" smtClean="0">
                                    <a:latin typeface="Cambria Math"/>
                                    <a:ea typeface="Verdana" pitchFamily="34" charset="0"/>
                                  </a:rPr>
                                  <m:t>𝑓</m:t>
                                </m:r>
                                <m:d>
                                  <m:dPr>
                                    <m:ctrlPr>
                                      <a:rPr lang="en-PH" sz="2000" b="0" i="1" smtClean="0">
                                        <a:latin typeface="Cambria Math"/>
                                        <a:ea typeface="Verdana" pitchFamily="34" charset="0"/>
                                      </a:rPr>
                                    </m:ctrlPr>
                                  </m:dPr>
                                  <m:e>
                                    <m:r>
                                      <a:rPr lang="en-PH" sz="2000" b="0" i="1" smtClean="0">
                                        <a:latin typeface="Cambria Math"/>
                                        <a:ea typeface="Verdana" pitchFamily="34" charset="0"/>
                                      </a:rPr>
                                      <m:t>𝑥</m:t>
                                    </m:r>
                                  </m:e>
                                </m:d>
                                <m:r>
                                  <a:rPr lang="en-PH" sz="2000" b="0" i="1" smtClean="0">
                                    <a:latin typeface="Cambria Math"/>
                                    <a:ea typeface="Verdana" pitchFamily="34" charset="0"/>
                                  </a:rPr>
                                  <m:t>=10.2217−0.0098</m:t>
                                </m:r>
                                <m:r>
                                  <a:rPr lang="en-PH" sz="2000" b="0" i="1" smtClean="0">
                                    <a:latin typeface="Cambria Math"/>
                                    <a:ea typeface="Verdana" pitchFamily="34" charset="0"/>
                                  </a:rPr>
                                  <m:t>𝑥</m:t>
                                </m:r>
                              </m:oMath>
                            </m:oMathPara>
                          </a14:m>
                          <a:endParaRPr lang="en-PH"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r>
                                  <a:rPr lang="en-PH" sz="2000" b="0" i="1" smtClean="0">
                                    <a:latin typeface="Cambria Math"/>
                                    <a:ea typeface="Verdana" pitchFamily="34" charset="0"/>
                                  </a:rPr>
                                  <m:t>𝑔</m:t>
                                </m:r>
                                <m:d>
                                  <m:dPr>
                                    <m:ctrlPr>
                                      <a:rPr lang="en-PH" sz="2000" b="0" i="1" smtClean="0">
                                        <a:latin typeface="Cambria Math"/>
                                        <a:ea typeface="Verdana" pitchFamily="34" charset="0"/>
                                      </a:rPr>
                                    </m:ctrlPr>
                                  </m:dPr>
                                  <m:e>
                                    <m:r>
                                      <a:rPr lang="en-PH" sz="2000" b="0" i="1" smtClean="0">
                                        <a:latin typeface="Cambria Math"/>
                                        <a:ea typeface="Verdana" pitchFamily="34" charset="0"/>
                                      </a:rPr>
                                      <m:t>𝑥</m:t>
                                    </m:r>
                                  </m:e>
                                </m:d>
                                <m:r>
                                  <a:rPr lang="en-PH" sz="2000" b="0" i="1" smtClean="0">
                                    <a:latin typeface="Cambria Math"/>
                                    <a:ea typeface="Verdana" pitchFamily="34" charset="0"/>
                                  </a:rPr>
                                  <m:t>=0.032</m:t>
                                </m:r>
                                <m:r>
                                  <a:rPr lang="en-PH" sz="2000" b="0" i="1" smtClean="0">
                                    <a:latin typeface="Cambria Math"/>
                                    <a:ea typeface="Verdana" pitchFamily="34" charset="0"/>
                                  </a:rPr>
                                  <m:t>𝑥</m:t>
                                </m:r>
                                <m:r>
                                  <a:rPr lang="en-PH" sz="2000" b="0" i="1" smtClean="0">
                                    <a:latin typeface="Cambria Math"/>
                                    <a:ea typeface="Verdana" pitchFamily="34" charset="0"/>
                                  </a:rPr>
                                  <m:t>+7.6</m:t>
                                </m:r>
                              </m:oMath>
                            </m:oMathPara>
                          </a14:m>
                          <a:endParaRPr lang="en-PH"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3159581050"/>
                  </p:ext>
                </p:extLst>
              </p:nvPr>
            </p:nvGraphicFramePr>
            <p:xfrm>
              <a:off x="1083556" y="1146945"/>
              <a:ext cx="6480000" cy="1241040"/>
            </p:xfrm>
            <a:graphic>
              <a:graphicData uri="http://schemas.openxmlformats.org/drawingml/2006/table">
                <a:tbl>
                  <a:tblPr firstRow="1" bandRow="1">
                    <a:tableStyleId>{A91F0D33-8C57-4600-99A7-42BC86742BE1}</a:tableStyleId>
                  </a:tblPr>
                  <a:tblGrid>
                    <a:gridCol w="3240000">
                      <a:extLst>
                        <a:ext uri="{9D8B030D-6E8A-4147-A177-3AD203B41FA5}">
                          <a16:colId xmlns:a16="http://schemas.microsoft.com/office/drawing/2014/main" xmlns:a14="http://schemas.microsoft.com/office/drawing/2010/main" xmlns="" val="20000"/>
                        </a:ext>
                      </a:extLst>
                    </a:gridCol>
                    <a:gridCol w="3240000">
                      <a:extLst>
                        <a:ext uri="{9D8B030D-6E8A-4147-A177-3AD203B41FA5}">
                          <a16:colId xmlns:a16="http://schemas.microsoft.com/office/drawing/2014/main" xmlns:a14="http://schemas.microsoft.com/office/drawing/2010/main" xmlns="" val="20001"/>
                        </a:ext>
                      </a:extLst>
                    </a:gridCol>
                  </a:tblGrid>
                  <a:tr h="7010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0C0300"/>
                              </a:solidFill>
                              <a:effectLst/>
                              <a:uLnTx/>
                              <a:uFillTx/>
                              <a:latin typeface="Verdana" pitchFamily="34" charset="0"/>
                              <a:ea typeface="Verdana" pitchFamily="34" charset="0"/>
                              <a:cs typeface="Arial" panose="020B0604020202020204" pitchFamily="34" charset="0"/>
                              <a:sym typeface="Arial"/>
                            </a:rPr>
                            <a:t>Linear Function Fit </a:t>
                          </a:r>
                          <a:br>
                            <a:rPr kumimoji="0" lang="en-US" sz="2000" b="1" i="0" u="none" strike="noStrike" kern="0" cap="none" spc="0" normalizeH="0" baseline="0" noProof="0" dirty="0">
                              <a:ln>
                                <a:noFill/>
                              </a:ln>
                              <a:solidFill>
                                <a:srgbClr val="0C0300"/>
                              </a:solidFill>
                              <a:effectLst/>
                              <a:uLnTx/>
                              <a:uFillTx/>
                              <a:latin typeface="Verdana" pitchFamily="34" charset="0"/>
                              <a:ea typeface="Verdana" pitchFamily="34" charset="0"/>
                              <a:cs typeface="Arial" panose="020B0604020202020204" pitchFamily="34" charset="0"/>
                              <a:sym typeface="Arial"/>
                            </a:rPr>
                          </a:br>
                          <a:r>
                            <a:rPr kumimoji="0" lang="en-US" sz="2000" b="1" i="0" u="none" strike="noStrike" kern="0" cap="none" spc="0" normalizeH="0" baseline="0" noProof="0" dirty="0">
                              <a:ln>
                                <a:noFill/>
                              </a:ln>
                              <a:solidFill>
                                <a:srgbClr val="0C0300"/>
                              </a:solidFill>
                              <a:effectLst/>
                              <a:uLnTx/>
                              <a:uFillTx/>
                              <a:latin typeface="Verdana" pitchFamily="34" charset="0"/>
                              <a:ea typeface="Verdana" pitchFamily="34" charset="0"/>
                              <a:cs typeface="Arial" panose="020B0604020202020204" pitchFamily="34" charset="0"/>
                              <a:sym typeface="Arial"/>
                            </a:rPr>
                            <a:t>to Scatter Plot A</a:t>
                          </a:r>
                          <a:endParaRPr kumimoji="0" lang="x-none" sz="2000" b="0" i="0" u="none" strike="noStrike" kern="0" cap="none" spc="0" normalizeH="0" baseline="0" noProof="0">
                            <a:ln>
                              <a:noFill/>
                            </a:ln>
                            <a:solidFill>
                              <a:srgbClr val="000000"/>
                            </a:solidFill>
                            <a:effectLst/>
                            <a:uLnTx/>
                            <a:uFillTx/>
                            <a:latin typeface="Verdana" pitchFamily="34" charset="0"/>
                            <a:ea typeface="Verdana" pitchFamily="34" charset="0"/>
                            <a:cs typeface="Times New Roman" panose="02020603050405020304" pitchFamily="18" charset="0"/>
                            <a:sym typeface="Aria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0C0300"/>
                              </a:solidFill>
                              <a:effectLst/>
                              <a:uLnTx/>
                              <a:uFillTx/>
                              <a:latin typeface="Verdana" pitchFamily="34" charset="0"/>
                              <a:ea typeface="Verdana" pitchFamily="34" charset="0"/>
                              <a:cs typeface="Arial" panose="020B0604020202020204" pitchFamily="34" charset="0"/>
                              <a:sym typeface="Arial"/>
                            </a:rPr>
                            <a:t>Linear Function Fit </a:t>
                          </a:r>
                          <a:br>
                            <a:rPr kumimoji="0" lang="en-US" sz="2000" b="1" i="0" u="none" strike="noStrike" kern="0" cap="none" spc="0" normalizeH="0" baseline="0" noProof="0" dirty="0">
                              <a:ln>
                                <a:noFill/>
                              </a:ln>
                              <a:solidFill>
                                <a:srgbClr val="0C0300"/>
                              </a:solidFill>
                              <a:effectLst/>
                              <a:uLnTx/>
                              <a:uFillTx/>
                              <a:latin typeface="Verdana" pitchFamily="34" charset="0"/>
                              <a:ea typeface="Verdana" pitchFamily="34" charset="0"/>
                              <a:cs typeface="Arial" panose="020B0604020202020204" pitchFamily="34" charset="0"/>
                              <a:sym typeface="Arial"/>
                            </a:rPr>
                          </a:br>
                          <a:r>
                            <a:rPr kumimoji="0" lang="en-US" sz="2000" b="1" i="0" u="none" strike="noStrike" kern="0" cap="none" spc="0" normalizeH="0" baseline="0" noProof="0" dirty="0">
                              <a:ln>
                                <a:noFill/>
                              </a:ln>
                              <a:solidFill>
                                <a:srgbClr val="0C0300"/>
                              </a:solidFill>
                              <a:effectLst/>
                              <a:uLnTx/>
                              <a:uFillTx/>
                              <a:latin typeface="Verdana" pitchFamily="34" charset="0"/>
                              <a:ea typeface="Verdana" pitchFamily="34" charset="0"/>
                              <a:cs typeface="Arial" panose="020B0604020202020204" pitchFamily="34" charset="0"/>
                              <a:sym typeface="Arial"/>
                            </a:rPr>
                            <a:t>to Scatter Plot B</a:t>
                          </a:r>
                          <a:endParaRPr kumimoji="0" lang="x-none" sz="2000" b="0" i="0" u="none" strike="noStrike" kern="0" cap="none" spc="0" normalizeH="0" baseline="0" noProof="0">
                            <a:ln>
                              <a:noFill/>
                            </a:ln>
                            <a:solidFill>
                              <a:srgbClr val="000000"/>
                            </a:solidFill>
                            <a:effectLst/>
                            <a:uLnTx/>
                            <a:uFillTx/>
                            <a:latin typeface="Verdana" pitchFamily="34" charset="0"/>
                            <a:ea typeface="Verdana" pitchFamily="34" charset="0"/>
                            <a:cs typeface="Times New Roman" panose="02020603050405020304" pitchFamily="18" charset="0"/>
                            <a:sym typeface="Arial"/>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88" t="-134831" r="-99812"/>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00377" t="-134831"/>
                          </a:stretch>
                        </a:blipFill>
                      </a:tcPr>
                    </a:tc>
                    <a:extLst>
                      <a:ext uri="{0D108BD9-81ED-4DB2-BD59-A6C34878D82A}">
                        <a16:rowId xmlns:a16="http://schemas.microsoft.com/office/drawing/2014/main" xmlns:a14="http://schemas.microsoft.com/office/drawing/2010/main" xmlns="" val="10001"/>
                      </a:ext>
                    </a:extLst>
                  </a:tr>
                </a:tbl>
              </a:graphicData>
            </a:graphic>
          </p:graphicFrame>
        </mc:Fallback>
      </mc:AlternateContent>
      <p:sp>
        <p:nvSpPr>
          <p:cNvPr id="10" name="Google Shape;282;g104476d1465_1_17"/>
          <p:cNvSpPr txBox="1"/>
          <p:nvPr/>
        </p:nvSpPr>
        <p:spPr>
          <a:xfrm>
            <a:off x="8897112" y="6461519"/>
            <a:ext cx="2634000" cy="400200"/>
          </a:xfrm>
          <a:prstGeom prst="rect">
            <a:avLst/>
          </a:prstGeom>
          <a:noFill/>
          <a:ln>
            <a:noFill/>
          </a:ln>
        </p:spPr>
        <p:txBody>
          <a:bodyPr spcFirstLastPara="1" wrap="square" lIns="91425" tIns="91425" rIns="91425" bIns="91425" anchor="t" anchorCtr="0">
            <a:spAutoFit/>
          </a:bodyPr>
          <a:lstStyle/>
          <a:p>
            <a:pPr algn="r"/>
            <a:r>
              <a:rPr lang="en-US" i="1" dirty="0" smtClean="0">
                <a:latin typeface="Calibri"/>
                <a:ea typeface="Calibri"/>
                <a:cs typeface="Calibri"/>
                <a:sym typeface="Calibri"/>
              </a:rPr>
              <a:t>volume 1, pg. </a:t>
            </a:r>
            <a:r>
              <a:rPr lang="en-US" i="1" dirty="0" smtClean="0">
                <a:latin typeface="Calibri"/>
                <a:ea typeface="Calibri"/>
                <a:cs typeface="Calibri"/>
                <a:sym typeface="Calibri"/>
              </a:rPr>
              <a:t>155</a:t>
            </a:r>
            <a:endParaRPr i="1" dirty="0">
              <a:latin typeface="Calibri"/>
              <a:ea typeface="Calibri"/>
              <a:cs typeface="Calibri"/>
              <a:sym typeface="Calibri"/>
            </a:endParaRPr>
          </a:p>
        </p:txBody>
      </p:sp>
      <p:pic>
        <p:nvPicPr>
          <p:cNvPr id="11"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30584" y="6205487"/>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xmlns="" xmlns:a14="http://schemas.microsoft.com/office/drawing/2010/main" xmlns:mc="http://schemas.openxmlformats.org/markup-compatibility/2006" id="{C8F82859-BA98-3646-BF3B-9E17E52A2E35}"/>
              </a:ext>
            </a:extLst>
          </p:cNvPr>
          <p:cNvSpPr txBox="1"/>
          <p:nvPr/>
        </p:nvSpPr>
        <p:spPr>
          <a:xfrm>
            <a:off x="511205" y="461946"/>
            <a:ext cx="11019379" cy="5863144"/>
          </a:xfrm>
          <a:prstGeom prst="rect">
            <a:avLst/>
          </a:prstGeom>
          <a:noFill/>
        </p:spPr>
        <p:txBody>
          <a:bodyPr wrap="square" rtlCol="0">
            <a:spAutoFit/>
          </a:bodyPr>
          <a:lstStyle/>
          <a:p>
            <a:pPr marL="452438" eaLnBrk="0" hangingPunct="0">
              <a:spcAft>
                <a:spcPts val="600"/>
              </a:spcAft>
              <a:tabLst>
                <a:tab pos="7315200" algn="l"/>
              </a:tabLst>
            </a:pPr>
            <a:r>
              <a:rPr lang="en-US" altLang="en-US" sz="2000" dirty="0">
                <a:solidFill>
                  <a:schemeClr val="tx1"/>
                </a:solidFill>
                <a:latin typeface="Verdana" pitchFamily="34" charset="0"/>
                <a:cs typeface="Times New Roman" pitchFamily="18" charset="0"/>
              </a:rPr>
              <a:t>The strength of this linear relationship </a:t>
            </a:r>
            <a:r>
              <a:rPr lang="en-US" altLang="en-US" sz="2000" dirty="0" smtClean="0">
                <a:solidFill>
                  <a:schemeClr val="tx1"/>
                </a:solidFill>
                <a:latin typeface="Verdana" pitchFamily="34" charset="0"/>
                <a:cs typeface="Times New Roman" pitchFamily="18" charset="0"/>
              </a:rPr>
              <a:t>is 	because </a:t>
            </a:r>
            <a:r>
              <a:rPr lang="en-US" altLang="en-US" sz="2000" dirty="0">
                <a:solidFill>
                  <a:schemeClr val="tx1"/>
                </a:solidFill>
                <a:latin typeface="Verdana" pitchFamily="34" charset="0"/>
                <a:cs typeface="Times New Roman" pitchFamily="18" charset="0"/>
              </a:rPr>
              <a:t>the residual </a:t>
            </a:r>
            <a:endParaRPr lang="en-US" altLang="en-US" sz="2000" dirty="0" smtClean="0">
              <a:solidFill>
                <a:schemeClr val="tx1"/>
              </a:solidFill>
              <a:latin typeface="Verdana" pitchFamily="34" charset="0"/>
              <a:cs typeface="Times New Roman" pitchFamily="18" charset="0"/>
            </a:endParaRPr>
          </a:p>
          <a:p>
            <a:pPr marL="452438" eaLnBrk="0" hangingPunct="0">
              <a:spcAft>
                <a:spcPts val="600"/>
              </a:spcAft>
              <a:tabLst>
                <a:tab pos="7315200" algn="l"/>
              </a:tabLst>
            </a:pPr>
            <a:endParaRPr lang="en-US" altLang="en-US" sz="2000" dirty="0">
              <a:solidFill>
                <a:schemeClr val="tx1"/>
              </a:solidFill>
              <a:latin typeface="Verdana" pitchFamily="34" charset="0"/>
              <a:cs typeface="Times New Roman" pitchFamily="18" charset="0"/>
            </a:endParaRPr>
          </a:p>
          <a:p>
            <a:pPr marL="452438" eaLnBrk="0" hangingPunct="0">
              <a:spcAft>
                <a:spcPts val="600"/>
              </a:spcAft>
              <a:tabLst>
                <a:tab pos="4287838" algn="l"/>
                <a:tab pos="8005763" algn="l"/>
              </a:tabLst>
            </a:pPr>
            <a:r>
              <a:rPr lang="en-US" altLang="en-US" sz="2000" dirty="0" smtClean="0">
                <a:solidFill>
                  <a:schemeClr val="tx1"/>
                </a:solidFill>
                <a:latin typeface="Verdana" pitchFamily="34" charset="0"/>
                <a:cs typeface="Times New Roman" pitchFamily="18" charset="0"/>
              </a:rPr>
              <a:t>values are	and	The </a:t>
            </a:r>
            <a:r>
              <a:rPr lang="en-US" altLang="en-US" sz="2000" dirty="0">
                <a:solidFill>
                  <a:schemeClr val="tx1"/>
                </a:solidFill>
                <a:latin typeface="Verdana" pitchFamily="34" charset="0"/>
                <a:cs typeface="Times New Roman" pitchFamily="18" charset="0"/>
              </a:rPr>
              <a:t>slope of the </a:t>
            </a:r>
            <a:r>
              <a:rPr lang="en-US" altLang="en-US" sz="2000" dirty="0" smtClean="0">
                <a:solidFill>
                  <a:schemeClr val="tx1"/>
                </a:solidFill>
                <a:latin typeface="Verdana" pitchFamily="34" charset="0"/>
                <a:cs typeface="Times New Roman" pitchFamily="18" charset="0"/>
              </a:rPr>
              <a:t/>
            </a:r>
            <a:br>
              <a:rPr lang="en-US" altLang="en-US" sz="2000" dirty="0" smtClean="0">
                <a:solidFill>
                  <a:schemeClr val="tx1"/>
                </a:solidFill>
                <a:latin typeface="Verdana" pitchFamily="34" charset="0"/>
                <a:cs typeface="Times New Roman" pitchFamily="18" charset="0"/>
              </a:rPr>
            </a:br>
            <a:endParaRPr lang="en-US" altLang="en-US" sz="2000" dirty="0" smtClean="0">
              <a:solidFill>
                <a:schemeClr val="tx1"/>
              </a:solidFill>
              <a:latin typeface="Verdana" pitchFamily="34" charset="0"/>
              <a:cs typeface="Times New Roman" pitchFamily="18" charset="0"/>
            </a:endParaRPr>
          </a:p>
          <a:p>
            <a:pPr marL="452438" eaLnBrk="0" hangingPunct="0">
              <a:spcAft>
                <a:spcPts val="600"/>
              </a:spcAft>
              <a:tabLst>
                <a:tab pos="4287838" algn="l"/>
                <a:tab pos="8005763" algn="l"/>
              </a:tabLst>
            </a:pPr>
            <a:endParaRPr lang="en-US" altLang="en-US" sz="2000" dirty="0">
              <a:solidFill>
                <a:schemeClr val="tx1"/>
              </a:solidFill>
              <a:latin typeface="Verdana" pitchFamily="34" charset="0"/>
              <a:cs typeface="Times New Roman" pitchFamily="18" charset="0"/>
            </a:endParaRPr>
          </a:p>
          <a:p>
            <a:pPr marL="452438" eaLnBrk="0" hangingPunct="0">
              <a:spcAft>
                <a:spcPts val="600"/>
              </a:spcAft>
              <a:tabLst>
                <a:tab pos="4287838" algn="l"/>
                <a:tab pos="8005763" algn="l"/>
              </a:tabLst>
            </a:pPr>
            <a:endParaRPr lang="en-US" altLang="en-US" sz="2000" dirty="0" smtClean="0">
              <a:solidFill>
                <a:schemeClr val="tx1"/>
              </a:solidFill>
              <a:latin typeface="Verdana" pitchFamily="34" charset="0"/>
              <a:cs typeface="Times New Roman" pitchFamily="18" charset="0"/>
            </a:endParaRPr>
          </a:p>
          <a:p>
            <a:pPr marL="452438" eaLnBrk="0" hangingPunct="0">
              <a:spcAft>
                <a:spcPts val="600"/>
              </a:spcAft>
              <a:tabLst>
                <a:tab pos="6289675" algn="l"/>
              </a:tabLst>
            </a:pPr>
            <a:r>
              <a:rPr lang="en-US" altLang="en-US" sz="2000" dirty="0" smtClean="0">
                <a:solidFill>
                  <a:schemeClr val="tx1"/>
                </a:solidFill>
                <a:latin typeface="Verdana" pitchFamily="34" charset="0"/>
                <a:cs typeface="Times New Roman" pitchFamily="18" charset="0"/>
              </a:rPr>
              <a:t>function </a:t>
            </a:r>
            <a:r>
              <a:rPr lang="en-US" altLang="en-US" sz="2000" dirty="0">
                <a:solidFill>
                  <a:schemeClr val="tx1"/>
                </a:solidFill>
                <a:latin typeface="Verdana" pitchFamily="34" charset="0"/>
                <a:cs typeface="Times New Roman" pitchFamily="18" charset="0"/>
              </a:rPr>
              <a:t>fit to </a:t>
            </a:r>
            <a:r>
              <a:rPr lang="en-US" altLang="en-US" sz="2000" dirty="0" smtClean="0">
                <a:solidFill>
                  <a:schemeClr val="tx1"/>
                </a:solidFill>
                <a:latin typeface="Verdana" pitchFamily="34" charset="0"/>
                <a:cs typeface="Times New Roman" pitchFamily="18" charset="0"/>
              </a:rPr>
              <a:t>scatter </a:t>
            </a:r>
            <a:r>
              <a:rPr lang="en-US" altLang="en-US" sz="2000" dirty="0">
                <a:solidFill>
                  <a:schemeClr val="tx1"/>
                </a:solidFill>
                <a:latin typeface="Verdana" pitchFamily="34" charset="0"/>
                <a:cs typeface="Times New Roman" pitchFamily="18" charset="0"/>
              </a:rPr>
              <a:t>plot B </a:t>
            </a:r>
            <a:r>
              <a:rPr lang="en-US" altLang="en-US" sz="2000" dirty="0" smtClean="0">
                <a:solidFill>
                  <a:schemeClr val="tx1"/>
                </a:solidFill>
                <a:latin typeface="Verdana" pitchFamily="34" charset="0"/>
                <a:cs typeface="Times New Roman" pitchFamily="18" charset="0"/>
              </a:rPr>
              <a:t>is	which </a:t>
            </a:r>
            <a:r>
              <a:rPr lang="en-US" altLang="en-US" sz="2000" dirty="0">
                <a:solidFill>
                  <a:schemeClr val="tx1"/>
                </a:solidFill>
                <a:latin typeface="Verdana" pitchFamily="34" charset="0"/>
                <a:cs typeface="Times New Roman" pitchFamily="18" charset="0"/>
              </a:rPr>
              <a:t>means the </a:t>
            </a:r>
            <a:r>
              <a:rPr lang="en-US" altLang="en-US" sz="2000" dirty="0" smtClean="0">
                <a:solidFill>
                  <a:schemeClr val="tx1"/>
                </a:solidFill>
                <a:latin typeface="Verdana" pitchFamily="34" charset="0"/>
                <a:cs typeface="Times New Roman" pitchFamily="18" charset="0"/>
              </a:rPr>
              <a:t>longevity </a:t>
            </a:r>
            <a:r>
              <a:rPr lang="en-US" altLang="en-US" sz="2000" dirty="0">
                <a:solidFill>
                  <a:schemeClr val="tx1"/>
                </a:solidFill>
                <a:latin typeface="Verdana" pitchFamily="34" charset="0"/>
                <a:cs typeface="Times New Roman" pitchFamily="18" charset="0"/>
              </a:rPr>
              <a:t>of an </a:t>
            </a:r>
            <a:r>
              <a:rPr lang="en-US" altLang="en-US" sz="2000" dirty="0" smtClean="0">
                <a:solidFill>
                  <a:schemeClr val="tx1"/>
                </a:solidFill>
                <a:latin typeface="Verdana" pitchFamily="34" charset="0"/>
                <a:cs typeface="Times New Roman" pitchFamily="18" charset="0"/>
              </a:rPr>
              <a:t/>
            </a:r>
            <a:br>
              <a:rPr lang="en-US" altLang="en-US" sz="2000" dirty="0" smtClean="0">
                <a:solidFill>
                  <a:schemeClr val="tx1"/>
                </a:solidFill>
                <a:latin typeface="Verdana" pitchFamily="34" charset="0"/>
                <a:cs typeface="Times New Roman" pitchFamily="18" charset="0"/>
              </a:rPr>
            </a:br>
            <a:endParaRPr lang="en-US" altLang="en-US" sz="2000" dirty="0" smtClean="0">
              <a:solidFill>
                <a:schemeClr val="tx1"/>
              </a:solidFill>
              <a:latin typeface="Verdana" pitchFamily="34" charset="0"/>
              <a:cs typeface="Times New Roman" pitchFamily="18" charset="0"/>
            </a:endParaRPr>
          </a:p>
          <a:p>
            <a:pPr marL="452438" eaLnBrk="0" hangingPunct="0">
              <a:spcAft>
                <a:spcPts val="600"/>
              </a:spcAft>
              <a:tabLst>
                <a:tab pos="6176963" algn="l"/>
              </a:tabLst>
            </a:pPr>
            <a:endParaRPr lang="en-US" altLang="en-US" sz="2000" dirty="0">
              <a:solidFill>
                <a:schemeClr val="tx1"/>
              </a:solidFill>
              <a:latin typeface="Verdana" pitchFamily="34" charset="0"/>
              <a:cs typeface="Times New Roman" pitchFamily="18" charset="0"/>
            </a:endParaRPr>
          </a:p>
          <a:p>
            <a:pPr marL="452438" eaLnBrk="0" hangingPunct="0">
              <a:spcAft>
                <a:spcPts val="600"/>
              </a:spcAft>
              <a:tabLst>
                <a:tab pos="5262563" algn="l"/>
              </a:tabLst>
            </a:pPr>
            <a:r>
              <a:rPr lang="en-US" altLang="en-US" sz="2000" dirty="0" smtClean="0">
                <a:solidFill>
                  <a:schemeClr val="tx1"/>
                </a:solidFill>
                <a:latin typeface="Verdana" pitchFamily="34" charset="0"/>
                <a:cs typeface="Times New Roman" pitchFamily="18" charset="0"/>
              </a:rPr>
              <a:t>animal´s </a:t>
            </a:r>
            <a:r>
              <a:rPr lang="en-US" altLang="en-US" sz="2000" dirty="0">
                <a:solidFill>
                  <a:schemeClr val="tx1"/>
                </a:solidFill>
                <a:latin typeface="Verdana" pitchFamily="34" charset="0"/>
                <a:cs typeface="Times New Roman" pitchFamily="18" charset="0"/>
              </a:rPr>
              <a:t>life </a:t>
            </a:r>
            <a:r>
              <a:rPr lang="en-US" altLang="en-US" sz="2000" dirty="0" smtClean="0">
                <a:solidFill>
                  <a:schemeClr val="tx1"/>
                </a:solidFill>
                <a:latin typeface="Verdana" pitchFamily="34" charset="0"/>
                <a:cs typeface="Times New Roman" pitchFamily="18" charset="0"/>
              </a:rPr>
              <a:t>generally	as </a:t>
            </a:r>
            <a:r>
              <a:rPr lang="en-US" altLang="en-US" sz="2000" dirty="0">
                <a:solidFill>
                  <a:schemeClr val="tx1"/>
                </a:solidFill>
                <a:latin typeface="Verdana" pitchFamily="34" charset="0"/>
                <a:cs typeface="Times New Roman" pitchFamily="18" charset="0"/>
              </a:rPr>
              <a:t>the gestation period increases. </a:t>
            </a:r>
            <a:r>
              <a:rPr lang="en-US" altLang="en-US" sz="2000" dirty="0" smtClean="0">
                <a:solidFill>
                  <a:schemeClr val="tx1"/>
                </a:solidFill>
                <a:latin typeface="Verdana" pitchFamily="34" charset="0"/>
                <a:cs typeface="Times New Roman" pitchFamily="18" charset="0"/>
              </a:rPr>
              <a:t/>
            </a:r>
            <a:br>
              <a:rPr lang="en-US" altLang="en-US" sz="2000" dirty="0" smtClean="0">
                <a:solidFill>
                  <a:schemeClr val="tx1"/>
                </a:solidFill>
                <a:latin typeface="Verdana" pitchFamily="34" charset="0"/>
                <a:cs typeface="Times New Roman" pitchFamily="18" charset="0"/>
              </a:rPr>
            </a:br>
            <a:endParaRPr lang="en-US" altLang="en-US" sz="2000" dirty="0" smtClean="0">
              <a:solidFill>
                <a:schemeClr val="tx1"/>
              </a:solidFill>
              <a:latin typeface="Verdana" pitchFamily="34" charset="0"/>
              <a:cs typeface="Times New Roman" pitchFamily="18" charset="0"/>
            </a:endParaRPr>
          </a:p>
          <a:p>
            <a:pPr marL="452438" eaLnBrk="0" hangingPunct="0">
              <a:spcAft>
                <a:spcPts val="600"/>
              </a:spcAft>
              <a:tabLst>
                <a:tab pos="5262563" algn="l"/>
              </a:tabLst>
            </a:pPr>
            <a:endParaRPr lang="en-US" altLang="en-US" sz="2000" dirty="0">
              <a:solidFill>
                <a:schemeClr val="tx1"/>
              </a:solidFill>
              <a:latin typeface="Verdana" pitchFamily="34" charset="0"/>
              <a:cs typeface="Times New Roman" pitchFamily="18" charset="0"/>
            </a:endParaRPr>
          </a:p>
          <a:p>
            <a:pPr marL="452438" eaLnBrk="0" hangingPunct="0">
              <a:spcAft>
                <a:spcPts val="600"/>
              </a:spcAft>
              <a:tabLst>
                <a:tab pos="7315200" algn="l"/>
              </a:tabLst>
            </a:pPr>
            <a:r>
              <a:rPr lang="en-US" altLang="en-US" sz="2000" dirty="0" smtClean="0">
                <a:solidFill>
                  <a:schemeClr val="tx1"/>
                </a:solidFill>
                <a:latin typeface="Verdana" pitchFamily="34" charset="0"/>
                <a:cs typeface="Times New Roman" pitchFamily="18" charset="0"/>
              </a:rPr>
              <a:t>The </a:t>
            </a:r>
            <a:r>
              <a:rPr lang="en-US" altLang="en-US" sz="2000" dirty="0">
                <a:solidFill>
                  <a:schemeClr val="tx1"/>
                </a:solidFill>
                <a:latin typeface="Verdana" pitchFamily="34" charset="0"/>
                <a:cs typeface="Times New Roman" pitchFamily="18" charset="0"/>
              </a:rPr>
              <a:t>strength of </a:t>
            </a:r>
            <a:r>
              <a:rPr lang="en-US" altLang="en-US" sz="2000" dirty="0" smtClean="0">
                <a:solidFill>
                  <a:schemeClr val="tx1"/>
                </a:solidFill>
                <a:latin typeface="Verdana" pitchFamily="34" charset="0"/>
                <a:cs typeface="Times New Roman" pitchFamily="18" charset="0"/>
              </a:rPr>
              <a:t>this linear </a:t>
            </a:r>
            <a:r>
              <a:rPr lang="en-US" altLang="en-US" sz="2000" dirty="0">
                <a:solidFill>
                  <a:schemeClr val="tx1"/>
                </a:solidFill>
                <a:latin typeface="Verdana" pitchFamily="34" charset="0"/>
                <a:cs typeface="Times New Roman" pitchFamily="18" charset="0"/>
              </a:rPr>
              <a:t>relationship </a:t>
            </a:r>
            <a:r>
              <a:rPr lang="en-US" altLang="en-US" sz="2000" dirty="0" smtClean="0">
                <a:solidFill>
                  <a:schemeClr val="tx1"/>
                </a:solidFill>
                <a:latin typeface="Verdana" pitchFamily="34" charset="0"/>
                <a:cs typeface="Times New Roman" pitchFamily="18" charset="0"/>
              </a:rPr>
              <a:t>is	because </a:t>
            </a:r>
            <a:r>
              <a:rPr lang="en-US" altLang="en-US" sz="2000" dirty="0">
                <a:solidFill>
                  <a:schemeClr val="tx1"/>
                </a:solidFill>
                <a:latin typeface="Verdana" pitchFamily="34" charset="0"/>
                <a:cs typeface="Times New Roman" pitchFamily="18" charset="0"/>
              </a:rPr>
              <a:t>the residual </a:t>
            </a:r>
            <a:r>
              <a:rPr lang="en-US" altLang="en-US" sz="2000" dirty="0" smtClean="0">
                <a:solidFill>
                  <a:schemeClr val="tx1"/>
                </a:solidFill>
                <a:latin typeface="Verdana" pitchFamily="34" charset="0"/>
                <a:cs typeface="Times New Roman" pitchFamily="18" charset="0"/>
              </a:rPr>
              <a:t/>
            </a:r>
            <a:br>
              <a:rPr lang="en-US" altLang="en-US" sz="2000" dirty="0" smtClean="0">
                <a:solidFill>
                  <a:schemeClr val="tx1"/>
                </a:solidFill>
                <a:latin typeface="Verdana" pitchFamily="34" charset="0"/>
                <a:cs typeface="Times New Roman" pitchFamily="18" charset="0"/>
              </a:rPr>
            </a:br>
            <a:endParaRPr lang="en-US" altLang="en-US" sz="2000" dirty="0" smtClean="0">
              <a:solidFill>
                <a:schemeClr val="tx1"/>
              </a:solidFill>
              <a:latin typeface="Verdana" pitchFamily="34" charset="0"/>
              <a:cs typeface="Times New Roman" pitchFamily="18" charset="0"/>
            </a:endParaRPr>
          </a:p>
          <a:p>
            <a:pPr marL="452438" eaLnBrk="0" hangingPunct="0">
              <a:spcAft>
                <a:spcPts val="600"/>
              </a:spcAft>
              <a:tabLst>
                <a:tab pos="7315200" algn="l"/>
              </a:tabLst>
            </a:pPr>
            <a:endParaRPr lang="en-US" altLang="en-US" sz="2000" dirty="0">
              <a:solidFill>
                <a:schemeClr val="tx1"/>
              </a:solidFill>
              <a:latin typeface="Verdana" pitchFamily="34" charset="0"/>
              <a:cs typeface="Times New Roman" pitchFamily="18" charset="0"/>
            </a:endParaRPr>
          </a:p>
          <a:p>
            <a:pPr marL="452438" eaLnBrk="0" hangingPunct="0">
              <a:spcAft>
                <a:spcPts val="600"/>
              </a:spcAft>
              <a:tabLst>
                <a:tab pos="4348163" algn="l"/>
              </a:tabLst>
            </a:pPr>
            <a:r>
              <a:rPr lang="en-US" altLang="en-US" sz="2000" dirty="0" smtClean="0">
                <a:solidFill>
                  <a:schemeClr val="tx1"/>
                </a:solidFill>
                <a:latin typeface="Verdana" pitchFamily="34" charset="0"/>
                <a:cs typeface="Times New Roman" pitchFamily="18" charset="0"/>
              </a:rPr>
              <a:t>values are	and</a:t>
            </a:r>
            <a:endParaRPr lang="en-US" altLang="en-US" sz="2000" dirty="0">
              <a:solidFill>
                <a:schemeClr val="tx1"/>
              </a:solidFill>
              <a:latin typeface="Verdana" pitchFamily="34" charset="0"/>
              <a:cs typeface="Times New Roman" pitchFamily="18" charset="0"/>
            </a:endParaRPr>
          </a:p>
        </p:txBody>
      </p:sp>
      <p:sp>
        <p:nvSpPr>
          <p:cNvPr id="278" name="Google Shape;278;g104476d1465_1_17"/>
          <p:cNvSpPr/>
          <p:nvPr/>
        </p:nvSpPr>
        <p:spPr>
          <a:xfrm>
            <a:off x="0" y="-7938"/>
            <a:ext cx="223838" cy="6865938"/>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lIns="91425" tIns="91425" rIns="91425" bIns="91425" anchor="ctr"/>
          <a:lstStyle/>
          <a:p>
            <a:pPr fontAlgn="auto">
              <a:spcBef>
                <a:spcPts val="0"/>
              </a:spcBef>
              <a:spcAft>
                <a:spcPts val="0"/>
              </a:spcAft>
              <a:buClr>
                <a:srgbClr val="000000"/>
              </a:buClr>
              <a:defRPr/>
            </a:pPr>
            <a:endParaRPr kern="0">
              <a:latin typeface="Arial"/>
              <a:ea typeface="Arial"/>
              <a:cs typeface="Arial"/>
              <a:sym typeface="Arial"/>
            </a:endParaRPr>
          </a:p>
        </p:txBody>
      </p:sp>
      <p:pic>
        <p:nvPicPr>
          <p:cNvPr id="35846" name="Picture 9" descr="A picture containing shape&#10;&#10;Description automatically generated"/>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370319" y="270805"/>
            <a:ext cx="1360487"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7" name="Picture 12" descr="Text&#10;&#10;Description automatically generated with medium confidence"/>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489835" y="1049496"/>
            <a:ext cx="2295525"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8" name="Picture 14" descr="Text&#10;&#10;Description automatically generated"/>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5498622" y="1144906"/>
            <a:ext cx="2921000" cy="118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9" name="Picture 19" descr="Shape&#10;&#10;Description automatically generated with low confidence"/>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bwMode="auto">
          <a:xfrm>
            <a:off x="4982531" y="2474755"/>
            <a:ext cx="1760538"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50" name="Picture 20" descr="Shape&#10;&#10;Description automatically generated"/>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bwMode="auto">
          <a:xfrm>
            <a:off x="3979548" y="3544254"/>
            <a:ext cx="1762125"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51" name="Picture 21" descr="A picture containing shape&#10;&#10;Description automatically generated"/>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370319" y="4629628"/>
            <a:ext cx="1360487"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52" name="Picture 22" descr="Text&#10;&#10;Description automatically generated with medium confidence"/>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524445" y="5684311"/>
            <a:ext cx="2295525" cy="79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53" name="Picture 23" descr="Text&#10;&#10;Description automatically generated"/>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5558793" y="5489048"/>
            <a:ext cx="2921000"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Google Shape;282;g104476d1465_1_17"/>
          <p:cNvSpPr txBox="1"/>
          <p:nvPr/>
        </p:nvSpPr>
        <p:spPr>
          <a:xfrm>
            <a:off x="8897112" y="6461519"/>
            <a:ext cx="2634000" cy="400200"/>
          </a:xfrm>
          <a:prstGeom prst="rect">
            <a:avLst/>
          </a:prstGeom>
          <a:noFill/>
          <a:ln>
            <a:noFill/>
          </a:ln>
        </p:spPr>
        <p:txBody>
          <a:bodyPr spcFirstLastPara="1" wrap="square" lIns="91425" tIns="91425" rIns="91425" bIns="91425" anchor="t" anchorCtr="0">
            <a:spAutoFit/>
          </a:bodyPr>
          <a:lstStyle/>
          <a:p>
            <a:pPr algn="r"/>
            <a:r>
              <a:rPr lang="en-US" i="1" dirty="0" smtClean="0">
                <a:latin typeface="Calibri"/>
                <a:ea typeface="Calibri"/>
                <a:cs typeface="Calibri"/>
                <a:sym typeface="Calibri"/>
              </a:rPr>
              <a:t>volume 1, pg. </a:t>
            </a:r>
            <a:r>
              <a:rPr lang="en-US" i="1" dirty="0" smtClean="0">
                <a:latin typeface="Calibri"/>
                <a:ea typeface="Calibri"/>
                <a:cs typeface="Calibri"/>
                <a:sym typeface="Calibri"/>
              </a:rPr>
              <a:t>155</a:t>
            </a:r>
            <a:endParaRPr i="1" dirty="0">
              <a:latin typeface="Calibri"/>
              <a:ea typeface="Calibri"/>
              <a:cs typeface="Calibri"/>
              <a:sym typeface="Calibri"/>
            </a:endParaRPr>
          </a:p>
        </p:txBody>
      </p:sp>
      <p:pic>
        <p:nvPicPr>
          <p:cNvPr id="15" name="Google Shape;283;g104476d1465_1_17"/>
          <p:cNvPicPr preferRelativeResize="0"/>
          <p:nvPr/>
        </p:nvPicPr>
        <p:blipFill>
          <a:blip r:embed="rId8" cstate="screen">
            <a:alphaModFix/>
            <a:extLst>
              <a:ext uri="{28A0092B-C50C-407E-A947-70E740481C1C}">
                <a14:useLocalDpi xmlns:a14="http://schemas.microsoft.com/office/drawing/2010/main"/>
              </a:ext>
            </a:extLst>
          </a:blip>
          <a:stretch>
            <a:fillRect/>
          </a:stretch>
        </p:blipFill>
        <p:spPr>
          <a:xfrm>
            <a:off x="11530584" y="6205487"/>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Google Shape;309;g104476d1465_1_39"/>
          <p:cNvSpPr/>
          <p:nvPr/>
        </p:nvSpPr>
        <p:spPr>
          <a:xfrm>
            <a:off x="-79374" y="-4763"/>
            <a:ext cx="2732088" cy="6867526"/>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lIns="91425" tIns="91425" rIns="91425" bIns="91425" anchor="ctr"/>
          <a:lstStyle/>
          <a:p>
            <a:pPr fontAlgn="auto">
              <a:spcBef>
                <a:spcPts val="0"/>
              </a:spcBef>
              <a:spcAft>
                <a:spcPts val="0"/>
              </a:spcAft>
              <a:buClr>
                <a:srgbClr val="000000"/>
              </a:buClr>
              <a:defRPr/>
            </a:pPr>
            <a:endParaRPr kern="0">
              <a:latin typeface="Arial"/>
              <a:ea typeface="Arial"/>
              <a:cs typeface="Arial"/>
              <a:sym typeface="Arial"/>
            </a:endParaRPr>
          </a:p>
        </p:txBody>
      </p:sp>
      <p:sp>
        <p:nvSpPr>
          <p:cNvPr id="8" name="Google Shape;282;g104476d1465_1_17"/>
          <p:cNvSpPr txBox="1"/>
          <p:nvPr/>
        </p:nvSpPr>
        <p:spPr>
          <a:xfrm>
            <a:off x="8897112" y="6461519"/>
            <a:ext cx="2634000" cy="400200"/>
          </a:xfrm>
          <a:prstGeom prst="rect">
            <a:avLst/>
          </a:prstGeom>
          <a:noFill/>
          <a:ln>
            <a:noFill/>
          </a:ln>
        </p:spPr>
        <p:txBody>
          <a:bodyPr spcFirstLastPara="1" wrap="square" lIns="91425" tIns="91425" rIns="91425" bIns="91425" anchor="t" anchorCtr="0">
            <a:spAutoFit/>
          </a:bodyPr>
          <a:lstStyle/>
          <a:p>
            <a:pPr algn="r"/>
            <a:r>
              <a:rPr lang="en-US" i="1" dirty="0" smtClean="0">
                <a:latin typeface="Calibri"/>
                <a:ea typeface="Calibri"/>
                <a:cs typeface="Calibri"/>
                <a:sym typeface="Calibri"/>
              </a:rPr>
              <a:t>volume 1, pg. </a:t>
            </a:r>
            <a:r>
              <a:rPr lang="en-US" i="1" dirty="0" smtClean="0">
                <a:latin typeface="Calibri"/>
                <a:ea typeface="Calibri"/>
                <a:cs typeface="Calibri"/>
                <a:sym typeface="Calibri"/>
              </a:rPr>
              <a:t>155</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5487"/>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13;g104476d1465_1_39"/>
          <p:cNvSpPr txBox="1">
            <a:spLocks/>
          </p:cNvSpPr>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F2A67"/>
                </a:solidFill>
                <a:latin typeface="Verdana"/>
                <a:ea typeface="Verdana"/>
                <a:cs typeface="Verdana"/>
                <a:sym typeface="Verdana"/>
              </a:rPr>
              <a:t>Wrap-Up</a:t>
            </a:r>
            <a:endParaRPr lang="en-US" sz="5100" b="1" dirty="0">
              <a:solidFill>
                <a:srgbClr val="3F2A67"/>
              </a:solidFill>
              <a:latin typeface="Verdana"/>
              <a:ea typeface="Verdana"/>
              <a:cs typeface="Verdana"/>
              <a:sym typeface="Verdana"/>
            </a:endParaRPr>
          </a:p>
        </p:txBody>
      </p:sp>
      <p:pic>
        <p:nvPicPr>
          <p:cNvPr id="11" name="Google Shape;450;g103996e1364_0_457">
            <a:extLst>
              <a:ext uri="{FF2B5EF4-FFF2-40B4-BE49-F238E27FC236}">
                <a16:creationId xmlns=""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7"/>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6511437" y="1385906"/>
            <a:ext cx="5019675" cy="447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8" name="Google Shape;278;g104476d1465_1_17"/>
          <p:cNvSpPr/>
          <p:nvPr/>
        </p:nvSpPr>
        <p:spPr>
          <a:xfrm>
            <a:off x="-5556" y="-7938"/>
            <a:ext cx="223838" cy="6865938"/>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lIns="91425" tIns="91425" rIns="91425" bIns="91425" anchor="ctr"/>
          <a:lstStyle/>
          <a:p>
            <a:pPr fontAlgn="auto">
              <a:spcBef>
                <a:spcPts val="0"/>
              </a:spcBef>
              <a:spcAft>
                <a:spcPts val="0"/>
              </a:spcAft>
              <a:buClr>
                <a:srgbClr val="000000"/>
              </a:buClr>
              <a:defRPr/>
            </a:pPr>
            <a:endParaRPr kern="0">
              <a:latin typeface="Arial"/>
              <a:ea typeface="Arial"/>
              <a:cs typeface="Arial"/>
              <a:sym typeface="Arial"/>
            </a:endParaRPr>
          </a:p>
        </p:txBody>
      </p:sp>
      <p:sp>
        <p:nvSpPr>
          <p:cNvPr id="9" name="Google Shape;282;g104476d1465_1_17"/>
          <p:cNvSpPr txBox="1"/>
          <p:nvPr/>
        </p:nvSpPr>
        <p:spPr>
          <a:xfrm>
            <a:off x="8897112" y="6461519"/>
            <a:ext cx="2634000" cy="400200"/>
          </a:xfrm>
          <a:prstGeom prst="rect">
            <a:avLst/>
          </a:prstGeom>
          <a:noFill/>
          <a:ln>
            <a:noFill/>
          </a:ln>
        </p:spPr>
        <p:txBody>
          <a:bodyPr spcFirstLastPara="1" wrap="square" lIns="91425" tIns="91425" rIns="91425" bIns="91425" anchor="t" anchorCtr="0">
            <a:spAutoFit/>
          </a:bodyPr>
          <a:lstStyle/>
          <a:p>
            <a:pPr algn="r"/>
            <a:r>
              <a:rPr lang="en-US" i="1" dirty="0" smtClean="0">
                <a:latin typeface="Calibri"/>
                <a:ea typeface="Calibri"/>
                <a:cs typeface="Calibri"/>
                <a:sym typeface="Calibri"/>
              </a:rPr>
              <a:t>volume 1, pg. </a:t>
            </a:r>
            <a:r>
              <a:rPr lang="en-US" i="1" dirty="0" smtClean="0">
                <a:latin typeface="Calibri"/>
                <a:ea typeface="Calibri"/>
                <a:cs typeface="Calibri"/>
                <a:sym typeface="Calibri"/>
              </a:rPr>
              <a:t>155</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5487"/>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468;p34"/>
          <p:cNvSpPr txBox="1"/>
          <p:nvPr/>
        </p:nvSpPr>
        <p:spPr>
          <a:xfrm>
            <a:off x="1142999" y="284833"/>
            <a:ext cx="10669510" cy="590891"/>
          </a:xfrm>
          <a:prstGeom prst="rect">
            <a:avLst/>
          </a:prstGeom>
          <a:noFill/>
          <a:ln>
            <a:noFill/>
          </a:ln>
        </p:spPr>
        <p:txBody>
          <a:bodyPr spcFirstLastPara="1" wrap="square" lIns="91425" tIns="45700" rIns="91425" bIns="45700" anchor="ctr" anchorCtr="0">
            <a:spAutoFit/>
          </a:bodyPr>
          <a:lstStyle/>
          <a:p>
            <a:pPr eaLnBrk="1" hangingPunct="1">
              <a:lnSpc>
                <a:spcPct val="90000"/>
              </a:lnSpc>
              <a:buSzPts val="5400"/>
              <a:buFont typeface="Century Gothic" pitchFamily="34" charset="0"/>
              <a:buNone/>
            </a:pPr>
            <a:r>
              <a:rPr lang="en-US" sz="3600" b="1" dirty="0">
                <a:solidFill>
                  <a:srgbClr val="3F2A67"/>
                </a:solidFill>
                <a:latin typeface="Verdana" pitchFamily="34" charset="0"/>
                <a:sym typeface="Verdana" pitchFamily="34" charset="0"/>
              </a:rPr>
              <a:t>3.8.5 Wrap-Up: Reflection</a:t>
            </a:r>
            <a:endParaRPr lang="en-US" sz="3600" b="1" dirty="0">
              <a:solidFill>
                <a:srgbClr val="3F2A67"/>
              </a:solidFill>
              <a:latin typeface="Verdana" pitchFamily="34" charset="0"/>
              <a:sym typeface="Verdana" pitchFamily="34" charset="0"/>
            </a:endParaRPr>
          </a:p>
        </p:txBody>
      </p:sp>
      <p:pic>
        <p:nvPicPr>
          <p:cNvPr id="12" name="Google Shape;469;p34"/>
          <p:cNvPicPr preferRelativeResize="0"/>
          <p:nvPr/>
        </p:nvPicPr>
        <p:blipFill rotWithShape="1">
          <a:blip r:embed="rId5">
            <a:alphaModFix/>
          </a:blip>
          <a:srcRect/>
          <a:stretch/>
        </p:blipFill>
        <p:spPr>
          <a:xfrm>
            <a:off x="356616" y="201168"/>
            <a:ext cx="747300" cy="747300"/>
          </a:xfrm>
          <a:prstGeom prst="rect">
            <a:avLst/>
          </a:prstGeom>
          <a:noFill/>
          <a:ln>
            <a:noFill/>
          </a:ln>
          <a:effectLst>
            <a:outerShdw blurRad="50800" dist="38100" dir="2700000" algn="tl" rotWithShape="0">
              <a:srgbClr val="000000">
                <a:alpha val="40000"/>
              </a:srgbClr>
            </a:outerShdw>
          </a:effectLst>
        </p:spPr>
      </p:pic>
      <p:sp>
        <p:nvSpPr>
          <p:cNvPr id="13" name="TextBox 12">
            <a:extLst>
              <a:ext uri="{FF2B5EF4-FFF2-40B4-BE49-F238E27FC236}">
                <a16:creationId xmlns="" xmlns:a16="http://schemas.microsoft.com/office/drawing/2014/main" xmlns:a14="http://schemas.microsoft.com/office/drawing/2010/main" xmlns:mc="http://schemas.openxmlformats.org/markup-compatibility/2006" id="{0370EDB7-6994-3D43-ABF9-E04CBAFB9CD9}"/>
              </a:ext>
            </a:extLst>
          </p:cNvPr>
          <p:cNvSpPr txBox="1"/>
          <p:nvPr/>
        </p:nvSpPr>
        <p:spPr>
          <a:xfrm>
            <a:off x="593248" y="1385906"/>
            <a:ext cx="5884506" cy="3323987"/>
          </a:xfrm>
          <a:prstGeom prst="rect">
            <a:avLst/>
          </a:prstGeom>
          <a:noFill/>
        </p:spPr>
        <p:txBody>
          <a:bodyPr wrap="square" rtlCol="0">
            <a:spAutoFit/>
          </a:bodyPr>
          <a:lstStyle/>
          <a:p>
            <a:pPr marL="457200" indent="-457200" fontAlgn="auto">
              <a:spcBef>
                <a:spcPts val="0"/>
              </a:spcBef>
              <a:spcAft>
                <a:spcPts val="0"/>
              </a:spcAft>
              <a:buClr>
                <a:srgbClr val="000000"/>
              </a:buClr>
              <a:buFont typeface="+mj-lt"/>
              <a:buAutoNum type="arabicPeriod"/>
              <a:defRPr/>
            </a:pPr>
            <a:r>
              <a:rPr lang="en-US" sz="2000" kern="0" dirty="0">
                <a:latin typeface="Verdana" panose="020B0604030504040204" pitchFamily="34" charset="0"/>
                <a:ea typeface="Verdana" panose="020B0604030504040204" pitchFamily="34" charset="0"/>
                <a:cs typeface="Verdana" panose="020B0604030504040204" pitchFamily="34" charset="0"/>
                <a:sym typeface="Arial"/>
              </a:rPr>
              <a:t>Plot a point on the grid below to indicate how you feel about this lesson’s learning targets.</a:t>
            </a:r>
          </a:p>
          <a:p>
            <a:pPr marL="457200" indent="-457200" fontAlgn="auto">
              <a:spcBef>
                <a:spcPts val="0"/>
              </a:spcBef>
              <a:spcAft>
                <a:spcPts val="0"/>
              </a:spcAft>
              <a:buClr>
                <a:srgbClr val="000000"/>
              </a:buClr>
              <a:buFont typeface="+mj-lt"/>
              <a:buAutoNum type="arabicPeriod"/>
              <a:defRPr/>
            </a:pPr>
            <a:endParaRPr lang="en-US" sz="2000" kern="0" dirty="0">
              <a:latin typeface="Verdana" panose="020B0604030504040204" pitchFamily="34" charset="0"/>
              <a:ea typeface="Verdana" panose="020B0604030504040204" pitchFamily="34" charset="0"/>
              <a:cs typeface="Verdana" panose="020B0604030504040204" pitchFamily="34" charset="0"/>
              <a:sym typeface="Arial"/>
            </a:endParaRPr>
          </a:p>
          <a:p>
            <a:pPr marL="800100" indent="-342900" fontAlgn="auto">
              <a:spcBef>
                <a:spcPts val="0"/>
              </a:spcBef>
              <a:spcAft>
                <a:spcPts val="1200"/>
              </a:spcAft>
              <a:buClr>
                <a:srgbClr val="000000"/>
              </a:buClr>
              <a:buFont typeface="Wingdings" pitchFamily="2" charset="2"/>
              <a:buChar char="o"/>
              <a:defRPr/>
            </a:pPr>
            <a:r>
              <a:rPr lang="en-US" sz="2000" kern="0" dirty="0">
                <a:latin typeface="Verdana" panose="020B0604030504040204" pitchFamily="34" charset="0"/>
                <a:ea typeface="Verdana" panose="020B0604030504040204" pitchFamily="34" charset="0"/>
                <a:cs typeface="Verdana" panose="020B0604030504040204" pitchFamily="34" charset="0"/>
                <a:sym typeface="Arial"/>
              </a:rPr>
              <a:t>I can determine </a:t>
            </a:r>
            <a:r>
              <a:rPr lang="en-US" sz="2000" kern="0" dirty="0" smtClean="0">
                <a:latin typeface="Verdana" panose="020B0604030504040204" pitchFamily="34" charset="0"/>
                <a:ea typeface="Verdana" panose="020B0604030504040204" pitchFamily="34" charset="0"/>
                <a:cs typeface="Verdana" panose="020B0604030504040204" pitchFamily="34" charset="0"/>
                <a:sym typeface="Arial"/>
              </a:rPr>
              <a:t>whether </a:t>
            </a:r>
            <a:r>
              <a:rPr lang="en-US" sz="2000" kern="0" dirty="0">
                <a:latin typeface="Verdana" panose="020B0604030504040204" pitchFamily="34" charset="0"/>
                <a:ea typeface="Verdana" panose="020B0604030504040204" pitchFamily="34" charset="0"/>
                <a:cs typeface="Verdana" panose="020B0604030504040204" pitchFamily="34" charset="0"/>
                <a:sym typeface="Arial"/>
              </a:rPr>
              <a:t>a function </a:t>
            </a:r>
            <a:r>
              <a:rPr lang="en-US" sz="2000" kern="0" dirty="0" smtClean="0">
                <a:latin typeface="Verdana" panose="020B0604030504040204" pitchFamily="34" charset="0"/>
                <a:ea typeface="Verdana" panose="020B0604030504040204" pitchFamily="34" charset="0"/>
                <a:cs typeface="Verdana" panose="020B0604030504040204" pitchFamily="34" charset="0"/>
                <a:sym typeface="Arial"/>
              </a:rPr>
              <a:t>is </a:t>
            </a:r>
            <a:r>
              <a:rPr lang="en-US" sz="2000" kern="0" dirty="0">
                <a:latin typeface="Verdana" panose="020B0604030504040204" pitchFamily="34" charset="0"/>
                <a:ea typeface="Verdana" panose="020B0604030504040204" pitchFamily="34" charset="0"/>
                <a:cs typeface="Verdana" panose="020B0604030504040204" pitchFamily="34" charset="0"/>
                <a:sym typeface="Arial"/>
              </a:rPr>
              <a:t>an appropriate fit </a:t>
            </a:r>
            <a:r>
              <a:rPr lang="en-US" sz="2000" kern="0" dirty="0" smtClean="0">
                <a:latin typeface="Verdana" panose="020B0604030504040204" pitchFamily="34" charset="0"/>
                <a:ea typeface="Verdana" panose="020B0604030504040204" pitchFamily="34" charset="0"/>
                <a:cs typeface="Verdana" panose="020B0604030504040204" pitchFamily="34" charset="0"/>
                <a:sym typeface="Arial"/>
              </a:rPr>
              <a:t>for </a:t>
            </a:r>
            <a:r>
              <a:rPr lang="en-US" sz="2000" kern="0" dirty="0">
                <a:latin typeface="Verdana" panose="020B0604030504040204" pitchFamily="34" charset="0"/>
                <a:ea typeface="Verdana" panose="020B0604030504040204" pitchFamily="34" charset="0"/>
                <a:cs typeface="Verdana" panose="020B0604030504040204" pitchFamily="34" charset="0"/>
                <a:sym typeface="Arial"/>
              </a:rPr>
              <a:t>the data by </a:t>
            </a:r>
            <a:br>
              <a:rPr lang="en-US" sz="2000" kern="0" dirty="0">
                <a:latin typeface="Verdana" panose="020B0604030504040204" pitchFamily="34" charset="0"/>
                <a:ea typeface="Verdana" panose="020B0604030504040204" pitchFamily="34" charset="0"/>
                <a:cs typeface="Verdana" panose="020B0604030504040204" pitchFamily="34" charset="0"/>
                <a:sym typeface="Arial"/>
              </a:rPr>
            </a:br>
            <a:r>
              <a:rPr lang="en-US" sz="2000" kern="0" dirty="0">
                <a:latin typeface="Verdana" panose="020B0604030504040204" pitchFamily="34" charset="0"/>
                <a:ea typeface="Verdana" panose="020B0604030504040204" pitchFamily="34" charset="0"/>
                <a:cs typeface="Verdana" panose="020B0604030504040204" pitchFamily="34" charset="0"/>
                <a:sym typeface="Arial"/>
              </a:rPr>
              <a:t>analyzing residuals.</a:t>
            </a:r>
          </a:p>
          <a:p>
            <a:pPr marL="800100" indent="-342900" fontAlgn="auto">
              <a:spcBef>
                <a:spcPts val="0"/>
              </a:spcBef>
              <a:spcAft>
                <a:spcPts val="0"/>
              </a:spcAft>
              <a:buClr>
                <a:srgbClr val="000000"/>
              </a:buClr>
              <a:buFont typeface="Wingdings" pitchFamily="2" charset="2"/>
              <a:buChar char="o"/>
              <a:defRPr/>
            </a:pPr>
            <a:r>
              <a:rPr lang="en-US" sz="2000" kern="0" dirty="0">
                <a:latin typeface="Verdana" panose="020B0604030504040204" pitchFamily="34" charset="0"/>
                <a:ea typeface="Verdana" panose="020B0604030504040204" pitchFamily="34" charset="0"/>
                <a:cs typeface="Verdana" panose="020B0604030504040204" pitchFamily="34" charset="0"/>
                <a:sym typeface="Arial"/>
              </a:rPr>
              <a:t>I can interpret the </a:t>
            </a:r>
            <a:r>
              <a:rPr lang="en-US" sz="2000" kern="0" dirty="0" smtClean="0">
                <a:latin typeface="Verdana" panose="020B0604030504040204" pitchFamily="34" charset="0"/>
                <a:ea typeface="Verdana" panose="020B0604030504040204" pitchFamily="34" charset="0"/>
                <a:cs typeface="Verdana" panose="020B0604030504040204" pitchFamily="34" charset="0"/>
                <a:sym typeface="Arial"/>
              </a:rPr>
              <a:t>strength </a:t>
            </a:r>
            <a:r>
              <a:rPr lang="en-US" sz="2000" kern="0" dirty="0">
                <a:latin typeface="Verdana" panose="020B0604030504040204" pitchFamily="34" charset="0"/>
                <a:ea typeface="Verdana" panose="020B0604030504040204" pitchFamily="34" charset="0"/>
                <a:cs typeface="Verdana" panose="020B0604030504040204" pitchFamily="34" charset="0"/>
                <a:sym typeface="Arial"/>
              </a:rPr>
              <a:t>and </a:t>
            </a:r>
            <a:r>
              <a:rPr lang="en-US" sz="2000" kern="0" dirty="0" smtClean="0">
                <a:latin typeface="Verdana" panose="020B0604030504040204" pitchFamily="34" charset="0"/>
                <a:ea typeface="Verdana" panose="020B0604030504040204" pitchFamily="34" charset="0"/>
                <a:cs typeface="Verdana" panose="020B0604030504040204" pitchFamily="34" charset="0"/>
                <a:sym typeface="Arial"/>
              </a:rPr>
              <a:t>direction </a:t>
            </a:r>
            <a:r>
              <a:rPr lang="en-US" sz="2000" kern="0" dirty="0">
                <a:latin typeface="Verdana" panose="020B0604030504040204" pitchFamily="34" charset="0"/>
                <a:ea typeface="Verdana" panose="020B0604030504040204" pitchFamily="34" charset="0"/>
                <a:cs typeface="Verdana" panose="020B0604030504040204" pitchFamily="34" charset="0"/>
                <a:sym typeface="Arial"/>
              </a:rPr>
              <a:t>of the </a:t>
            </a:r>
            <a:r>
              <a:rPr lang="en-US" sz="2000" kern="0" dirty="0" smtClean="0">
                <a:latin typeface="Verdana" panose="020B0604030504040204" pitchFamily="34" charset="0"/>
                <a:ea typeface="Verdana" panose="020B0604030504040204" pitchFamily="34" charset="0"/>
                <a:cs typeface="Verdana" panose="020B0604030504040204" pitchFamily="34" charset="0"/>
                <a:sym typeface="Arial"/>
              </a:rPr>
              <a:t>correlation </a:t>
            </a:r>
            <a:r>
              <a:rPr lang="en-US" sz="2000" kern="0" dirty="0">
                <a:latin typeface="Verdana" panose="020B0604030504040204" pitchFamily="34" charset="0"/>
                <a:ea typeface="Verdana" panose="020B0604030504040204" pitchFamily="34" charset="0"/>
                <a:cs typeface="Verdana" panose="020B0604030504040204" pitchFamily="34" charset="0"/>
                <a:sym typeface="Arial"/>
              </a:rPr>
              <a:t>within </a:t>
            </a:r>
            <a:r>
              <a:rPr lang="en-US" sz="2000" kern="0" dirty="0" smtClean="0">
                <a:latin typeface="Verdana" panose="020B0604030504040204" pitchFamily="34" charset="0"/>
                <a:ea typeface="Verdana" panose="020B0604030504040204" pitchFamily="34" charset="0"/>
                <a:cs typeface="Verdana" panose="020B0604030504040204" pitchFamily="34" charset="0"/>
                <a:sym typeface="Arial"/>
              </a:rPr>
              <a:t>a </a:t>
            </a:r>
            <a:r>
              <a:rPr lang="en-US" sz="2000" kern="0" dirty="0">
                <a:latin typeface="Verdana" panose="020B0604030504040204" pitchFamily="34" charset="0"/>
                <a:ea typeface="Verdana" panose="020B0604030504040204" pitchFamily="34" charset="0"/>
                <a:cs typeface="Verdana" panose="020B0604030504040204" pitchFamily="34" charset="0"/>
                <a:sym typeface="Arial"/>
              </a:rPr>
              <a:t>real-world context.</a:t>
            </a:r>
            <a:endParaRPr lang="en-US" sz="2000" kern="0" dirty="0">
              <a:latin typeface="Verdana" panose="020B0604030504040204" pitchFamily="34" charset="0"/>
              <a:ea typeface="Verdana" panose="020B0604030504040204" pitchFamily="34" charset="0"/>
              <a:cs typeface="Verdana" panose="020B0604030504040204" pitchFamily="34" charset="0"/>
              <a:sym typeface="Arial"/>
            </a:endParaRPr>
          </a:p>
        </p:txBody>
      </p:sp>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3251</TotalTime>
  <Words>1045</Words>
  <Application>Microsoft Office PowerPoint</Application>
  <PresentationFormat>Custom</PresentationFormat>
  <Paragraphs>272</Paragraphs>
  <Slides>30</Slides>
  <Notes>29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30</vt:i4>
      </vt:variant>
    </vt:vector>
  </HeadingPairs>
  <TitlesOfParts>
    <vt:vector size="41" baseType="lpstr">
      <vt:lpstr>Arial</vt:lpstr>
      <vt:lpstr>Calibri</vt:lpstr>
      <vt:lpstr>Cutive</vt:lpstr>
      <vt:lpstr>Times New Roman</vt:lpstr>
      <vt:lpstr>Century Gothic</vt:lpstr>
      <vt:lpstr>Wingdings</vt:lpstr>
      <vt:lpstr>Cambria Math</vt:lpstr>
      <vt:lpstr>Cambria</vt:lpstr>
      <vt:lpstr>Arial Black</vt:lpstr>
      <vt:lpstr>Verdana</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Bring It Together</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47</cp:revision>
  <dcterms:created xsi:type="dcterms:W3CDTF">2015-03-17T18:51:18Z</dcterms:created>
  <dcterms:modified xsi:type="dcterms:W3CDTF">2022-07-27T12:09:41Z</dcterms:modified>
</cp:coreProperties>
</file>