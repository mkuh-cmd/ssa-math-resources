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62" r:id="rId11"/>
    <p:sldId id="363" r:id="rId12"/>
    <p:sldId id="365" r:id="rId13"/>
    <p:sldId id="364" r:id="rId14"/>
    <p:sldId id="356" r:id="rId15"/>
    <p:sldId id="314" r:id="rId16"/>
    <p:sldId id="315" r:id="rId17"/>
    <p:sldId id="352" r:id="rId18"/>
    <p:sldId id="366" r:id="rId19"/>
    <p:sldId id="367" r:id="rId20"/>
    <p:sldId id="302" r:id="rId21"/>
    <p:sldId id="303" r:id="rId22"/>
    <p:sldId id="360" r:id="rId23"/>
    <p:sldId id="368" r:id="rId24"/>
    <p:sldId id="369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94766"/>
  </p:normalViewPr>
  <p:slideViewPr>
    <p:cSldViewPr snapToGrid="0">
      <p:cViewPr varScale="1">
        <p:scale>
          <a:sx n="81" d="100"/>
          <a:sy n="81" d="100"/>
        </p:scale>
        <p:origin x="7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86495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9282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8214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217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365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668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956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4642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0576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7482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365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023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tif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tiff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tiff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tiff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Reflections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137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22300" y="1600200"/>
            <a:ext cx="109601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and apply the effect </a:t>
            </a:r>
            <a:b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single transformation on two-dimensional figures using coordinates and the coordinate plane.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91000" y="129667"/>
            <a:ext cx="93258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22300" y="1596390"/>
            <a:ext cx="10972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137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09600" y="1600200"/>
            <a:ext cx="10972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perform a reflection on the coordinate plane. </a:t>
            </a:r>
          </a:p>
          <a:p>
            <a:pPr marL="463550" indent="-46355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relationships between figures after a reflection.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137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432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5414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137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60325"/>
            <a:ext cx="10269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9.4.1 Warm-Up: Think Like a Mathematician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609600" y="1386026"/>
            <a:ext cx="10972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image shows the beginning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bathroom remodel. </a:t>
            </a:r>
          </a:p>
          <a:p>
            <a:pPr marL="457200"/>
            <a:br>
              <a:rPr lang="en-PH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some of the mathematics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that may be needed to complete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remodel such as this one.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Include at least three things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your list.</a:t>
            </a:r>
          </a:p>
        </p:txBody>
      </p:sp>
      <p:pic>
        <p:nvPicPr>
          <p:cNvPr id="9" name="Picture 8" descr="A picture containing wall, indoor, bathroom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386025"/>
            <a:ext cx="3120009" cy="3081938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4137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49632" y="2833161"/>
            <a:ext cx="70260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42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3148" y="-85979"/>
            <a:ext cx="9226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9.4.2 Guided Instruction: Reflections on the Coordinate Plane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81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609600" y="1386026"/>
                <a:ext cx="109855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plane shown,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𝑁𝐵𝐹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reflected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86026"/>
                <a:ext cx="10985500" cy="461665"/>
              </a:xfrm>
              <a:prstGeom prst="rect">
                <a:avLst/>
              </a:prstGeom>
              <a:blipFill>
                <a:blip r:embed="rId5"/>
                <a:stretch>
                  <a:fillRect l="-925" t="-7895" r="-80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185" y="2508221"/>
            <a:ext cx="3957662" cy="3235273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9600" y="520393"/>
            <a:ext cx="97253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line of reflection?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with the coordinates of each vertex.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9698623"/>
                  </p:ext>
                </p:extLst>
              </p:nvPr>
            </p:nvGraphicFramePr>
            <p:xfrm>
              <a:off x="2619425" y="2511518"/>
              <a:ext cx="695315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3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34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𝑵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𝑵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𝑩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𝑩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𝑭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𝑭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9698623"/>
                  </p:ext>
                </p:extLst>
              </p:nvPr>
            </p:nvGraphicFramePr>
            <p:xfrm>
              <a:off x="2619425" y="2511518"/>
              <a:ext cx="695315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3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34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6" t="-72222" r="-408333" b="-2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4630" t="-72222" r="-154630" b="-2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6" t="-169091" r="-408333" b="-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4630" t="-169091" r="-154630" b="-9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6" t="-274074" r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4630" t="-274074" r="-154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2300" y="520394"/>
                <a:ext cx="109728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coordinates of the corresponding vertices in the preimage and the image?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𝐹𝐾𝐿𝑀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on the coordinate grid.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520394"/>
                <a:ext cx="10972800" cy="2246769"/>
              </a:xfrm>
              <a:prstGeom prst="rect">
                <a:avLst/>
              </a:prstGeom>
              <a:blipFill>
                <a:blip r:embed="rId4"/>
                <a:stretch>
                  <a:fillRect l="-462" t="-1124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03127" y="2947641"/>
            <a:ext cx="4185745" cy="35815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217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3"/>
                <a:ext cx="97253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left side of the table for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3"/>
                <a:ext cx="9725301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009513"/>
                  </p:ext>
                </p:extLst>
              </p:nvPr>
            </p:nvGraphicFramePr>
            <p:xfrm>
              <a:off x="2953931" y="1494529"/>
              <a:ext cx="6284137" cy="438912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887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950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Distance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-axis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009513"/>
                  </p:ext>
                </p:extLst>
              </p:nvPr>
            </p:nvGraphicFramePr>
            <p:xfrm>
              <a:off x="2953931" y="1494529"/>
              <a:ext cx="6284137" cy="438912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887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950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37698" r="-59921" b="-7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102632" r="-428723" b="-7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197436" r="-428723" b="-5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305263" r="-428723" b="-5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394872" r="-428723" b="-3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507895" r="-428723" b="-3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592308" r="-42872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710526" r="-428723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1064" t="-789744" r="-428723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560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4"/>
                <a:ext cx="109728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Reflect quadrilateral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𝐹𝐾𝐿𝑀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across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 Label the image quadrilateral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right side of the table in Part A for vertices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what you notice about the coordinates of the corresponding vertices in the preimage and the image.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4"/>
                <a:ext cx="10972800" cy="4524315"/>
              </a:xfrm>
              <a:prstGeom prst="rect">
                <a:avLst/>
              </a:prstGeom>
              <a:blipFill>
                <a:blip r:embed="rId4"/>
                <a:stretch>
                  <a:fillRect t="-1211" r="-500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1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4"/>
                <a:ext cx="109728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Figures can be reflected across any line on the coordinate plane, not only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𝑆𝐵𝐾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 on the coordinate grid.</a:t>
                </a: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Reflect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𝑆𝐵𝐾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across the line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Label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4"/>
                <a:ext cx="10972800" cy="2862322"/>
              </a:xfrm>
              <a:prstGeom prst="rect">
                <a:avLst/>
              </a:prstGeom>
              <a:blipFill>
                <a:blip r:embed="rId4"/>
                <a:stretch>
                  <a:fillRect l="-578" t="-881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1257" y="2407235"/>
            <a:ext cx="4747444" cy="3586952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4715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4"/>
                <a:ext cx="1097280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with the coordinates of the vertices of the preimage and image.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relationship between the coordinates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4"/>
                <a:ext cx="10972800" cy="4093428"/>
              </a:xfrm>
              <a:prstGeom prst="rect">
                <a:avLst/>
              </a:prstGeom>
              <a:blipFill>
                <a:blip r:embed="rId4"/>
                <a:stretch>
                  <a:fillRect t="-617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806422"/>
                  </p:ext>
                </p:extLst>
              </p:nvPr>
            </p:nvGraphicFramePr>
            <p:xfrm>
              <a:off x="3044385" y="1408057"/>
              <a:ext cx="694944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097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𝑺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𝑺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𝑩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𝑩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𝑲</m:t>
                              </m:r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′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806422"/>
                  </p:ext>
                </p:extLst>
              </p:nvPr>
            </p:nvGraphicFramePr>
            <p:xfrm>
              <a:off x="3044385" y="1408057"/>
              <a:ext cx="694944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t="-74074" r="-409259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253704" t="-74074" r="-155556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t="-170909" r="-40925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253704" t="-170909" r="-15555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t="-275926" r="-409259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253704" t="-275926" r="-155556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1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39" y="60325"/>
            <a:ext cx="102590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9.4.3 Collaboration: Which Quadrant?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0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622300" y="1386025"/>
                <a:ext cx="109474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triangle is shown on the coordinate plane.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performing the transformation, discuss with your partner what the image of the triangle would look like after a reflection across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1386025"/>
                <a:ext cx="10947400" cy="4708981"/>
              </a:xfrm>
              <a:prstGeom prst="rect">
                <a:avLst/>
              </a:prstGeom>
              <a:blipFill>
                <a:blip r:embed="rId5"/>
                <a:stretch>
                  <a:fillRect l="-463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line chart, scatter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4630" y="2058048"/>
            <a:ext cx="3578773" cy="3076454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3"/>
                <a:ext cx="10972800" cy="207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preimage of the triangle is in quadrant	  The image of the triangle after a reflection across the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would lie in quadrant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3"/>
                <a:ext cx="10972800" cy="2072234"/>
              </a:xfrm>
              <a:prstGeom prst="rect">
                <a:avLst/>
              </a:prstGeom>
              <a:blipFill>
                <a:blip r:embed="rId4"/>
                <a:stretch>
                  <a:fillRect t="-1765" r="-722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7188774" y="705698"/>
                <a:ext cx="914400" cy="140023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774" y="705698"/>
                <a:ext cx="914400" cy="1400235"/>
              </a:xfrm>
              <a:prstGeom prst="roundRect">
                <a:avLst/>
              </a:prstGeom>
              <a:blipFill>
                <a:blip r:embed="rId5"/>
                <a:stretch>
                  <a:fillRect l="-658" b="-5628"/>
                </a:stretch>
              </a:blipFill>
              <a:ln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/>
              <p:cNvSpPr/>
              <p:nvPr/>
            </p:nvSpPr>
            <p:spPr>
              <a:xfrm>
                <a:off x="8928387" y="1749481"/>
                <a:ext cx="914400" cy="140023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387" y="1749481"/>
                <a:ext cx="914400" cy="1400235"/>
              </a:xfrm>
              <a:prstGeom prst="roundRect">
                <a:avLst/>
              </a:prstGeom>
              <a:blipFill>
                <a:blip r:embed="rId6"/>
                <a:stretch>
                  <a:fillRect l="-1316" b="-5172"/>
                </a:stretch>
              </a:blipFill>
              <a:ln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9600" y="520393"/>
            <a:ext cx="1096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quadrilateral is shown on the coordinate plane.</a:t>
            </a:r>
          </a:p>
        </p:txBody>
      </p:sp>
      <p:pic>
        <p:nvPicPr>
          <p:cNvPr id="7" name="Picture 6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333" y="1431878"/>
            <a:ext cx="4572000" cy="398589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473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4"/>
                <a:ext cx="10972800" cy="2206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performing the transformation, complete the statement.</a:t>
                </a:r>
              </a:p>
              <a:p>
                <a:pPr marL="457200">
                  <a:lnSpc>
                    <a:spcPct val="325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preimage of the quadrilateral is in quadrant	     The image of the quadrilateral after a reflection across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would lie in quadrant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4"/>
                <a:ext cx="10972800" cy="2206886"/>
              </a:xfrm>
              <a:prstGeom prst="rect">
                <a:avLst/>
              </a:prstGeom>
              <a:blipFill>
                <a:blip r:embed="rId4"/>
                <a:stretch>
                  <a:fillRect t="-1381" b="-3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7436301" y="923719"/>
                <a:ext cx="914400" cy="140023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301" y="923719"/>
                <a:ext cx="914400" cy="1400235"/>
              </a:xfrm>
              <a:prstGeom prst="roundRect">
                <a:avLst/>
              </a:prstGeom>
              <a:blipFill>
                <a:blip r:embed="rId5"/>
                <a:stretch>
                  <a:fillRect l="-658" b="-5628"/>
                </a:stretch>
              </a:blipFill>
              <a:ln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/>
              <p:cNvSpPr/>
              <p:nvPr/>
            </p:nvSpPr>
            <p:spPr>
              <a:xfrm>
                <a:off x="10068293" y="1878256"/>
                <a:ext cx="914400" cy="140023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342900" indent="-3429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MS Mincho"/>
                        <a:cs typeface="Times New Roman"/>
                      </a:rPr>
                      <m:t>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293" y="1878256"/>
                <a:ext cx="914400" cy="1400235"/>
              </a:xfrm>
              <a:prstGeom prst="roundRect">
                <a:avLst/>
              </a:prstGeom>
              <a:blipFill>
                <a:blip r:embed="rId6"/>
                <a:stretch>
                  <a:fillRect l="-1316" b="-5172"/>
                </a:stretch>
              </a:blipFill>
              <a:ln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025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26280" y="2766150"/>
            <a:ext cx="41953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148" y="173401"/>
            <a:ext cx="9226002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74625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22300" y="1275663"/>
                <a:ext cx="10972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vertices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𝐾𝑀𝑅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have their coordinates given in the table.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1275663"/>
                <a:ext cx="10972800" cy="400110"/>
              </a:xfrm>
              <a:prstGeom prst="rect">
                <a:avLst/>
              </a:prstGeom>
              <a:blipFill>
                <a:blip r:embed="rId5"/>
                <a:stretch>
                  <a:fillRect l="-46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5824955"/>
                  </p:ext>
                </p:extLst>
              </p:nvPr>
            </p:nvGraphicFramePr>
            <p:xfrm>
              <a:off x="2451429" y="2156460"/>
              <a:ext cx="694944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22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(−3, −5)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𝑴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(6, −2)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𝑴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(−5, −1)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5824955"/>
                  </p:ext>
                </p:extLst>
              </p:nvPr>
            </p:nvGraphicFramePr>
            <p:xfrm>
              <a:off x="2451429" y="2156460"/>
              <a:ext cx="6949440" cy="2545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926" t="-74074" r="-408333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65663" t="-74074" r="-165663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254630" t="-74074" r="-15463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926" t="-170909" r="-408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65663" t="-170909" r="-16566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254630" t="-170909" r="-15463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926" t="-275926" r="-4083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65663" t="-275926" r="-16566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6"/>
                          <a:stretch>
                            <a:fillRect l="-254630" t="-275926" r="-154630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2300" y="520394"/>
                <a:ext cx="109474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𝐾𝑀𝑅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coordinate grid.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Reflect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𝐾𝑀𝑅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across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 Label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above for the image.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relationship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between the corresponding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vertices of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image.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520394"/>
                <a:ext cx="10947400" cy="4401205"/>
              </a:xfrm>
              <a:prstGeom prst="rect">
                <a:avLst/>
              </a:prstGeom>
              <a:blipFill>
                <a:blip r:embed="rId4"/>
                <a:stretch>
                  <a:fillRect t="-575" b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67116" y="367993"/>
            <a:ext cx="3858260" cy="3434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2300" y="520393"/>
                <a:ext cx="97126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𝑅𝐷𝐿𝑁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line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 on the coordinate grid.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520393"/>
                <a:ext cx="9712601" cy="400110"/>
              </a:xfrm>
              <a:prstGeom prst="rect">
                <a:avLst/>
              </a:prstGeom>
              <a:blipFill>
                <a:blip r:embed="rId4"/>
                <a:stretch>
                  <a:fillRect l="-522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400" y="1503032"/>
            <a:ext cx="5029200" cy="456057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744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3"/>
                <a:ext cx="972530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Reflect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𝑅𝐷𝐿𝑁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over the line of reflection,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Label the 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each pair of corresponding vertices relate to each other compared to the line of reflection.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3"/>
                <a:ext cx="9725301" cy="1631216"/>
              </a:xfrm>
              <a:prstGeom prst="rect">
                <a:avLst/>
              </a:prstGeom>
              <a:blipFill>
                <a:blip r:embed="rId4"/>
                <a:stretch>
                  <a:fillRect t="-1538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4026325"/>
                  </p:ext>
                </p:extLst>
              </p:nvPr>
            </p:nvGraphicFramePr>
            <p:xfrm>
              <a:off x="3037322" y="2302685"/>
              <a:ext cx="7015655" cy="346627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69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68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570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Corresponding Vertices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Relationship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4026325"/>
                  </p:ext>
                </p:extLst>
              </p:nvPr>
            </p:nvGraphicFramePr>
            <p:xfrm>
              <a:off x="3037322" y="2302685"/>
              <a:ext cx="7015655" cy="346627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69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68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Corresponding Vertices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Relationship</a:t>
                          </a:r>
                        </a:p>
                      </a:txBody>
                      <a:tcPr marT="91440" marB="9144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541" t="-123077" r="-199459" b="-3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541" t="-218868" r="-199459" b="-2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541" t="-318868" r="-199459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68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blipFill>
                          <a:blip r:embed="rId5"/>
                          <a:stretch>
                            <a:fillRect l="-541" t="-418868" r="-199459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5512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2139" y="2766150"/>
            <a:ext cx="40430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4318" y="307887"/>
            <a:ext cx="9386982" cy="40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109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6900" y="1259898"/>
            <a:ext cx="100199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as you reflect on today’s learning.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someone asks me what I did in math today,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say …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thing that made the most sense to me today was … 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Something that I do not understand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…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</TotalTime>
  <Words>1072</Words>
  <Application>Microsoft Office PowerPoint</Application>
  <PresentationFormat>Widescreen</PresentationFormat>
  <Paragraphs>233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Verdana</vt:lpstr>
      <vt:lpstr>Wingdings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8th Grade Math: Pre-Algebra  Unit 9, Lesson 4  Reflections on the Coordinate Plane  Volume 2, pg. 76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41</cp:revision>
  <dcterms:created xsi:type="dcterms:W3CDTF">2015-03-17T18:51:18Z</dcterms:created>
  <dcterms:modified xsi:type="dcterms:W3CDTF">2022-06-17T16:15:20Z</dcterms:modified>
</cp:coreProperties>
</file>