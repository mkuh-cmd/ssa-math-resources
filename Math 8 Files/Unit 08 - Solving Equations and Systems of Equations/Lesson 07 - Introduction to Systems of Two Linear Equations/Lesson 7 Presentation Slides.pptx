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65" r:id="rId10"/>
    <p:sldId id="353" r:id="rId11"/>
    <p:sldId id="362" r:id="rId12"/>
    <p:sldId id="363" r:id="rId13"/>
    <p:sldId id="364" r:id="rId14"/>
    <p:sldId id="289" r:id="rId15"/>
    <p:sldId id="290" r:id="rId16"/>
    <p:sldId id="356" r:id="rId17"/>
    <p:sldId id="366" r:id="rId18"/>
    <p:sldId id="367" r:id="rId19"/>
    <p:sldId id="368" r:id="rId20"/>
    <p:sldId id="306" r:id="rId21"/>
    <p:sldId id="307" r:id="rId22"/>
  </p:sldIdLst>
  <p:sldSz cx="12192000" cy="6858000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 Math" panose="02040503050406030204" pitchFamily="18" charset="0"/>
      <p:regular r:id="rId29"/>
    </p:embeddedFont>
    <p:embeddedFont>
      <p:font typeface="Century Gothic" panose="020B0502020202020204" pitchFamily="34" charset="0"/>
      <p:regular r:id="rId30"/>
      <p:bold r:id="rId31"/>
      <p:italic r:id="rId32"/>
      <p:boldItalic r:id="rId33"/>
    </p:embeddedFont>
    <p:embeddedFont>
      <p:font typeface="Verdana" panose="020B060403050404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B0DD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8908" autoAdjust="0"/>
    <p:restoredTop sz="94707" autoAdjust="0"/>
  </p:normalViewPr>
  <p:slideViewPr>
    <p:cSldViewPr snapToGrid="0">
      <p:cViewPr varScale="1">
        <p:scale>
          <a:sx n="63" d="100"/>
          <a:sy n="63" d="100"/>
        </p:scale>
        <p:origin x="19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028936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2797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8224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7927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4011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32274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4526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0808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51739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6247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71383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2609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0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openxmlformats.org/officeDocument/2006/relationships/image" Target="../media/image25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6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61;g104476d1465_0_0"/>
          <p:cNvSpPr txBox="1">
            <a:spLocks/>
          </p:cNvSpPr>
          <p:nvPr/>
        </p:nvSpPr>
        <p:spPr>
          <a:xfrm>
            <a:off x="5657109" y="2054275"/>
            <a:ext cx="5096616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40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7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Introduction to Systems of Two Linear Equations</a:t>
            </a: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4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MA.8.AR.4.1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system of two linear equations and specified set of possible solutions, determine which ordered pairs satisfy the system of linear equations.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MA.8.AR.4.2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system of two linear equations represented graphically on the same coordinate plane, determine whether there is one solution, no solution, or infinitely many solutions.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3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4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1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relate equations with variables on both sides to two variable linear equations. </a:t>
            </a:r>
          </a:p>
          <a:p>
            <a:pPr marL="685800" indent="-685800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relate the solution to an equation with variables on both sides to the point of intersection on a graph.</a:t>
            </a:r>
          </a:p>
        </p:txBody>
      </p:sp>
      <p:sp>
        <p:nvSpPr>
          <p:cNvPr id="15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5229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3742" y="5369128"/>
            <a:ext cx="6946232" cy="635848"/>
          </a:xfrm>
          <a:prstGeom prst="rect">
            <a:avLst/>
          </a:prstGeom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91015" y="1386026"/>
                <a:ext cx="1134079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2004, the Harvard Smithsonian Center for Astrophysics discovered the biggest diamond in the galaxy. This diamond once known as star BPM 37093, is now known as “Lucy” from a song by the Beatles. Lucy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light years away from Earth and is approximately 2,500 miles across with a weight of approximately 10 billion-trillion-trillion carats.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“10 billion-trillion-trillion” in scientific notation.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Rate your confidence in your answer to the previous question.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15" y="1386026"/>
                <a:ext cx="11340790" cy="3785652"/>
              </a:xfrm>
              <a:prstGeom prst="rect">
                <a:avLst/>
              </a:prstGeom>
              <a:blipFill rotWithShape="1">
                <a:blip r:embed="rId5"/>
                <a:stretch>
                  <a:fillRect l="-591" t="-805" r="-968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8.7.1 Warm-Up: Diamond in the Sky</a:t>
            </a:r>
          </a:p>
        </p:txBody>
      </p:sp>
      <p:pic>
        <p:nvPicPr>
          <p:cNvPr id="17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4846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121000" y="1336336"/>
            <a:ext cx="4207370" cy="39503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71407"/>
            <a:ext cx="903304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8.7.2 Exploration: Systems of </a:t>
            </a:r>
            <a:b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Linear Equations</a:t>
            </a:r>
          </a:p>
        </p:txBody>
      </p:sp>
      <p:pic>
        <p:nvPicPr>
          <p:cNvPr id="15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18462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601762" y="1336336"/>
                <a:ext cx="6519238" cy="2373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shown on the coordinate grid.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graph?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62" y="1336336"/>
                <a:ext cx="6519238" cy="2373598"/>
              </a:xfrm>
              <a:prstGeom prst="rect">
                <a:avLst/>
              </a:prstGeom>
              <a:blipFill rotWithShape="1">
                <a:blip r:embed="rId6"/>
                <a:stretch>
                  <a:fillRect l="-1029" t="-1282" b="-3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definition to explain why the graph is a system of equations.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what the quote from the definition, “The solution is the values for the variables that make all equations in the system true” means. Summarize your answer.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956000" y="410666"/>
            <a:ext cx="8280000" cy="1464186"/>
          </a:xfrm>
          <a:prstGeom prst="roundRect">
            <a:avLst>
              <a:gd name="adj" fmla="val 16667"/>
            </a:avLst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/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sz="2000" b="1" i="1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system of equations</a:t>
            </a: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a set of two or more equations. Each equation contains two or more variables. The solution is the values for the variables that make all equations in the system true.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9443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9343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find the values for the variables that make both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</a:t>
                </a: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true, the equations can be set equal to each other.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equation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0" algn="ctr"/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+ 5 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934347"/>
              </a:xfrm>
              <a:prstGeom prst="rect">
                <a:avLst/>
              </a:prstGeom>
              <a:blipFill rotWithShape="1">
                <a:blip r:embed="rId4"/>
                <a:stretch>
                  <a:fillRect l="-885" t="-1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solution only gives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-value. </a:t>
                </a:r>
              </a:p>
              <a:p>
                <a:pPr marL="914400">
                  <a:tabLst>
                    <a:tab pos="9144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Decide who will be Partner A and who will be Partner B. Each partner uses the provided work to substitute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into one of the equations to find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  <a:tabLst>
                    <a:tab pos="223838" algn="l"/>
                  </a:tabLst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  <a:tabLst>
                    <a:tab pos="223838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Verify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 with your partner.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016758"/>
              </a:xfrm>
              <a:prstGeom prst="rect">
                <a:avLst/>
              </a:prstGeom>
              <a:blipFill rotWithShape="1">
                <a:blip r:embed="rId3"/>
                <a:stretch>
                  <a:fillRect t="-729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3283402"/>
                  </p:ext>
                </p:extLst>
              </p:nvPr>
            </p:nvGraphicFramePr>
            <p:xfrm>
              <a:off x="3220753" y="1945007"/>
              <a:ext cx="5657850" cy="283597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003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575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B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−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=−(      )+5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     + 5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∙      </m:t>
                                    </m:r>
                                  </m:e>
                                </m:d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spcAft>
                              <a:spcPts val="6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    +2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3283402"/>
                  </p:ext>
                </p:extLst>
              </p:nvPr>
            </p:nvGraphicFramePr>
            <p:xfrm>
              <a:off x="3220753" y="1945007"/>
              <a:ext cx="5657850" cy="2835979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28003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8575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Partner B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23679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9845" r="-102397" b="-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7868" t="-19845" r="-213" b="-2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8201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-values to create an ordered pair. </a:t>
                </a:r>
              </a:p>
              <a:p>
                <a:pPr marL="914400" indent="-457200" algn="ctr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)=(       ,       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7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8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your point on the graph.</a:t>
                </a:r>
              </a:p>
              <a:p>
                <a:pPr marL="914400" indent="-457200">
                  <a:buFont typeface="+mj-lt"/>
                  <a:buAutoNum type="alphaL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8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to use the graph to find the solution of the system.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785652"/>
              </a:xfrm>
              <a:prstGeom prst="rect">
                <a:avLst/>
              </a:prstGeom>
              <a:blipFill rotWithShape="1">
                <a:blip r:embed="rId4"/>
                <a:stretch>
                  <a:fillRect t="-966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959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3975" y="2677160"/>
            <a:ext cx="3806687" cy="138103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199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definition of systems of equations states, “The solution is the values for the variables that make all equations in the system true.”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 to explain how the graph of the system shows the values of the variables that make both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true.</a:t>
                </a:r>
              </a:p>
              <a:p>
                <a:pPr marL="465138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solution of a system of equations is the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199209"/>
              </a:xfrm>
              <a:prstGeom prst="rect">
                <a:avLst/>
              </a:prstGeom>
              <a:blipFill>
                <a:blip r:embed="rId5"/>
                <a:stretch>
                  <a:fillRect l="-885" t="-1524" b="-3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584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5130" y="1386025"/>
                <a:ext cx="10985454" cy="4513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system of equations is shown.</a:t>
                </a:r>
              </a:p>
              <a:p>
                <a:pPr marL="452438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=0.8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    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=0.8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−3.2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2438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243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system of equations is also shown on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coordinate grid.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8985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br>
                  <a:rPr lang="en-PH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0.8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=0.8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−3.2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98525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solution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0.8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=0.8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−3.2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graph of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system are related. Summarize your discussion.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30" y="1386025"/>
                <a:ext cx="10985454" cy="4513993"/>
              </a:xfrm>
              <a:prstGeom prst="rect">
                <a:avLst/>
              </a:prstGeom>
              <a:blipFill rotWithShape="1">
                <a:blip r:embed="rId3"/>
                <a:stretch>
                  <a:fillRect l="-555" t="-810" b="-1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536200" y="1386025"/>
            <a:ext cx="3994384" cy="37248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8.7.3 Guided Instruction: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Solving Linear Systems</a:t>
            </a:r>
          </a:p>
        </p:txBody>
      </p:sp>
      <p:pic>
        <p:nvPicPr>
          <p:cNvPr id="16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4595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following system of linear equations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=−0.5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+6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=6−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/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system.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you noticed while solving the system. Predict what the graph of the system of equations would look like. Make a sketch of your prediction.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4595425"/>
              </a:xfrm>
              <a:prstGeom prst="rect">
                <a:avLst/>
              </a:prstGeom>
              <a:blipFill rotWithShape="1">
                <a:blip r:embed="rId4"/>
                <a:stretch>
                  <a:fillRect l="-890" t="-1194" b="-1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120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393731"/>
              </p:ext>
            </p:extLst>
          </p:nvPr>
        </p:nvGraphicFramePr>
        <p:xfrm>
          <a:off x="2685525" y="2287846"/>
          <a:ext cx="6840000" cy="36000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Notice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of Their Reason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Predicted Graph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of Their Reason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a classmate what they noticed and their prediction. Record their observation and write your summary of their reason.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two columns of the table.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that your summary was correct.</a:t>
            </a:r>
          </a:p>
        </p:txBody>
      </p:sp>
    </p:spTree>
    <p:extLst>
      <p:ext uri="{BB962C8B-B14F-4D97-AF65-F5344CB8AC3E}">
        <p14:creationId xmlns:p14="http://schemas.microsoft.com/office/powerpoint/2010/main" val="1971882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5451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given.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=−0.5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same coordinate plane.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5451364"/>
              </a:xfrm>
              <a:prstGeom prst="rect">
                <a:avLst/>
              </a:prstGeom>
              <a:blipFill rotWithShape="1">
                <a:blip r:embed="rId3"/>
                <a:stretch>
                  <a:fillRect b="-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184214" y="1304237"/>
            <a:ext cx="5257044" cy="397695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646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 pairs are the same for these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two lines?</a:t>
                </a: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solutions does this system have?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3416320"/>
              </a:xfrm>
              <a:prstGeom prst="rect">
                <a:avLst/>
              </a:prstGeom>
              <a:blipFill rotWithShape="1">
                <a:blip r:embed="rId4"/>
                <a:stretch>
                  <a:fillRect t="-1604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258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02526" y="1386026"/>
            <a:ext cx="1124042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which sign best represents the road you are on.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the question and sign that best describes your understanding of today’s lesson by putting an asterisk (*) next to the sign that matches.</a:t>
            </a:r>
          </a:p>
          <a:p>
            <a:pPr marL="914400" lvl="1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Briefly explain why you feel this way.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26015" y="2898013"/>
            <a:ext cx="6873069" cy="2432697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8.7.4 Wrap-Up: Growth Mindset</a:t>
            </a:r>
          </a:p>
        </p:txBody>
      </p:sp>
      <p:pic>
        <p:nvPicPr>
          <p:cNvPr id="16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</TotalTime>
  <Words>1129</Words>
  <Application>Microsoft Office PowerPoint</Application>
  <PresentationFormat>Widescreen</PresentationFormat>
  <Paragraphs>208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Cambria Math</vt:lpstr>
      <vt:lpstr>Wingdings</vt:lpstr>
      <vt:lpstr>Calibri</vt:lpstr>
      <vt:lpstr>Arial Black</vt:lpstr>
      <vt:lpstr>Verdana</vt:lpstr>
      <vt:lpstr>Century Gothic</vt:lpstr>
      <vt:lpstr>1_Office Theme</vt:lpstr>
      <vt:lpstr>PowerPoint Presentation</vt:lpstr>
      <vt:lpstr>PowerPoint Presentation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39</cp:revision>
  <dcterms:created xsi:type="dcterms:W3CDTF">2015-03-17T18:51:18Z</dcterms:created>
  <dcterms:modified xsi:type="dcterms:W3CDTF">2022-07-18T02:02:35Z</dcterms:modified>
</cp:coreProperties>
</file>