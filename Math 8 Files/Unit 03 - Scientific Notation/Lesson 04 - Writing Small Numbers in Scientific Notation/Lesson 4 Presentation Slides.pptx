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45" r:id="rId4"/>
    <p:sldId id="286" r:id="rId5"/>
    <p:sldId id="261" r:id="rId6"/>
    <p:sldId id="287" r:id="rId7"/>
    <p:sldId id="346" r:id="rId8"/>
    <p:sldId id="347" r:id="rId9"/>
    <p:sldId id="349" r:id="rId10"/>
    <p:sldId id="385" r:id="rId11"/>
    <p:sldId id="376" r:id="rId12"/>
    <p:sldId id="377" r:id="rId13"/>
    <p:sldId id="395" r:id="rId14"/>
    <p:sldId id="396" r:id="rId15"/>
    <p:sldId id="397" r:id="rId16"/>
    <p:sldId id="405" r:id="rId17"/>
    <p:sldId id="406" r:id="rId18"/>
    <p:sldId id="407" r:id="rId19"/>
    <p:sldId id="306" r:id="rId20"/>
    <p:sldId id="307" r:id="rId21"/>
  </p:sldIdLst>
  <p:sldSz cx="12192000" cy="6858000"/>
  <p:notesSz cx="6858000" cy="9144000"/>
  <p:embeddedFontLst>
    <p:embeddedFont>
      <p:font typeface="Cambria" pitchFamily="18" charset="0"/>
      <p:regular r:id="rId23"/>
      <p:bold r:id="rId24"/>
      <p:italic r:id="rId25"/>
      <p:boldItalic r:id="rId26"/>
    </p:embeddedFont>
    <p:embeddedFont>
      <p:font typeface="Arial Black" pitchFamily="34" charset="0"/>
      <p:bold r:id="rId27"/>
    </p:embeddedFont>
    <p:embeddedFont>
      <p:font typeface="Verdana" pitchFamily="34" charset="0"/>
      <p:regular r:id="rId28"/>
      <p:bold r:id="rId29"/>
      <p:italic r:id="rId30"/>
      <p:boldItalic r:id="rId31"/>
    </p:embeddedFont>
    <p:embeddedFont>
      <p:font typeface="Calibri" pitchFamily="34" charset="0"/>
      <p:regular r:id="rId32"/>
      <p:bold r:id="rId33"/>
      <p:italic r:id="rId34"/>
      <p:boldItalic r:id="rId35"/>
    </p:embeddedFont>
    <p:embeddedFont>
      <p:font typeface="Century Gothic" pitchFamily="34" charset="0"/>
      <p:regular r:id="rId36"/>
      <p:bold r:id="rId37"/>
      <p:italic r:id="rId38"/>
      <p:boldItalic r:id="rId39"/>
    </p:embeddedFont>
    <p:embeddedFont>
      <p:font typeface="Cambria Math" pitchFamily="18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301" autoAdjust="0"/>
    <p:restoredTop sz="94719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23941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414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1511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744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8717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4168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60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2230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Small Numbers in Scientific Notation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MA.8.NSO.1.4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 numbers in scientific notation to represent and approximate very large or very small quantities. Determine how many times larger or smaller one number is compared to a second number.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=""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=""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</a:t>
            </a:r>
            <a: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real-world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contexts.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express small numbers in scientific notation.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how many times larger or smaller a number is compared to another expressed in scientific notation.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77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5" y="1228396"/>
            <a:ext cx="108003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story of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Tortoise and the Hare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the hare had a fixed mindset while the tortoise had a growth mindset.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“Failure is an almost essential step to success.” Describe a time in which you experienced failure before reaching success.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can you do to overcome the thoughts of, “I’m not good at ______.” or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can’t ______.”?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=""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=""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=""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=""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3.4.1 Warm-Up: Math Mindset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image8.png" descr="Icon&#10;&#10;Description automatically generated">
            <a:extLst>
              <a:ext uri="{FF2B5EF4-FFF2-40B4-BE49-F238E27FC236}">
                <a16:creationId xmlns:a16="http://schemas.microsoft.com/office/drawing/2014/main" xmlns="" id="{C3077B63-B59F-3C47-BD0A-FB19C317B7E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5397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3AD1692-18A2-FB46-800A-11AFFA2A560C}"/>
              </a:ext>
            </a:extLst>
          </p:cNvPr>
          <p:cNvGrpSpPr/>
          <p:nvPr/>
        </p:nvGrpSpPr>
        <p:grpSpPr>
          <a:xfrm>
            <a:off x="2781300" y="4919169"/>
            <a:ext cx="6629400" cy="812522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3FE34AFB-D60D-F049-8029-A636FDE33D62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A3A097C6-D3D0-8649-84FD-1F5AA5344900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Google Shape;343;g103996e1364_0_32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7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3.4.2 Guided Instruction: Writing Small Numbers in Scientific Notation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30760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Powers of ten can also be used to express small numbers in scientific notation.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single red blood cell is about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0.000007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in diameter.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what place is the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the value,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0.000007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power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relates to this place value?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0.000007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scientific notation.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307600" cy="4093428"/>
              </a:xfrm>
              <a:prstGeom prst="rect">
                <a:avLst/>
              </a:prstGeom>
              <a:blipFill rotWithShape="1">
                <a:blip r:embed="rId5"/>
                <a:stretch>
                  <a:fillRect l="-539" t="-744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value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0.0000672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value between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could be multiplied by a power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result in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0.0000672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digit is in the ones place of your answer to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Part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which place value is that digit in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0.0000672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power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relates to this place value?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3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0.0000672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scientific notation.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blipFill rotWithShape="1">
                <a:blip r:embed="rId4"/>
                <a:stretch>
                  <a:fillRect l="-612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3.4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×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911225"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relates to the _______________ place. When rewriting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3.4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×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standard form, the ____ will be in the billionths place, followed by the ____. The places before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each hold the digit, ____.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Express this value in standard form.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12" t="-1051" r="-890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835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225194"/>
            <a:ext cx="1047127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3.4.3 Guided Practice: Writing Small Numbers in Scientific Notation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396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487625"/>
                <a:ext cx="1093067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density of oxygen is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1332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millionths of a gram per cubic centimeter.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 this value as a decimal in standard form.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 this value in scientific notation.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Mycoplasmas bacteria is about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2.5×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millimeter (mm) in size. 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54025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 this value in standard form.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487625"/>
                <a:ext cx="10930676" cy="4093428"/>
              </a:xfrm>
              <a:prstGeom prst="rect">
                <a:avLst/>
              </a:prstGeom>
              <a:blipFill rotWithShape="1">
                <a:blip r:embed="rId5"/>
                <a:stretch>
                  <a:fillRect l="-558" t="-89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51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615104" y="1386026"/>
                <a:ext cx="1057892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 to compare the factors being multiplied by powers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each number that is expressed in scientific notation.</a:t>
                </a:r>
              </a:p>
              <a:p>
                <a:pPr marL="9144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 times                  than ____.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04" y="1386026"/>
                <a:ext cx="10578922" cy="4401205"/>
              </a:xfrm>
              <a:prstGeom prst="rect">
                <a:avLst/>
              </a:prstGeom>
              <a:blipFill rotWithShape="1">
                <a:blip r:embed="rId3"/>
                <a:stretch>
                  <a:fillRect l="-634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CFEEC402-A07B-5C43-9D47-08A1C149D0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455456"/>
                  </p:ext>
                </p:extLst>
              </p:nvPr>
            </p:nvGraphicFramePr>
            <p:xfrm>
              <a:off x="3461385" y="2542155"/>
              <a:ext cx="5212080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34640">
                      <a:extLst>
                        <a:ext uri="{9D8B030D-6E8A-4147-A177-3AD203B41FA5}">
                          <a16:colId xmlns="" xmlns:a16="http://schemas.microsoft.com/office/drawing/2014/main" val="3461723668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="" xmlns:a16="http://schemas.microsoft.com/office/drawing/2014/main" val="285981150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7363861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7.2×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9875328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0.00000018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069063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FEEC402-A07B-5C43-9D47-08A1C149D0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455456"/>
                  </p:ext>
                </p:extLst>
              </p:nvPr>
            </p:nvGraphicFramePr>
            <p:xfrm>
              <a:off x="3461385" y="2542155"/>
              <a:ext cx="5212080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3464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461723668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859811505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73638611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5" t="-100000" r="-83871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987532897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9487" t="-200000" b="-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10690635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="" xmlns:a16="http://schemas.microsoft.com/office/drawing/2014/main" id="{5C486D68-8990-5D4D-B642-C22B157D310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7512" y="5178872"/>
            <a:ext cx="1423520" cy="769470"/>
          </a:xfrm>
          <a:prstGeom prst="rect">
            <a:avLst/>
          </a:prstGeom>
        </p:spPr>
      </p:pic>
      <p:sp>
        <p:nvSpPr>
          <p:cNvPr id="12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5"/>
            <a:ext cx="9510717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3.4.4 Collaboration: Comparing Small Numbers Written in Scientific Notation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839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 to compare the powers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each number that is expressed in scientific notation.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 times                  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.</a:t>
                </a:r>
              </a:p>
              <a:p>
                <a:pPr indent="454025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454025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7.2×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 times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0.00000018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blipFill rotWithShape="1">
                <a:blip r:embed="rId3"/>
                <a:stretch>
                  <a:fillRect t="-966" r="-835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="" xmlns:a16="http://schemas.microsoft.com/office/drawing/2014/main" id="{41A7D6A0-841D-0D41-B335-C3DDF243E3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0577" y="1588970"/>
            <a:ext cx="1423520" cy="7694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6D0BA78-E562-6C46-9C37-5DEE5830D8A7}"/>
              </a:ext>
            </a:extLst>
          </p:cNvPr>
          <p:cNvSpPr/>
          <p:nvPr/>
        </p:nvSpPr>
        <p:spPr>
          <a:xfrm>
            <a:off x="6440412" y="1588970"/>
            <a:ext cx="320040" cy="3200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="" xmlns:a16="http://schemas.microsoft.com/office/drawing/2014/main" id="{41A7D6A0-841D-0D41-B335-C3DDF243E3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3576" y="3099129"/>
            <a:ext cx="1423520" cy="76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46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B46B19A2-BBA2-0441-AC88-F1F62E75949B}"/>
                  </a:ext>
                </a:extLst>
              </p:cNvPr>
              <p:cNvSpPr txBox="1"/>
              <p:nvPr/>
            </p:nvSpPr>
            <p:spPr>
              <a:xfrm>
                <a:off x="731522" y="1238924"/>
                <a:ext cx="10698478" cy="363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Express each number in scientific notation.</a:t>
                </a:r>
              </a:p>
              <a:p>
                <a:pPr marL="914400" indent="-457200"/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diameter of a grain of sand is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0.0024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3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mass of a dust particle is about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753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trillionths of a </a:t>
                </a:r>
                <a:r>
                  <a:rPr lang="en-US" sz="23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3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3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kilogram </a:t>
                </a: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(kg).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46B19A2-BBA2-0441-AC88-F1F62E75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2" y="1238924"/>
                <a:ext cx="10698478" cy="3631763"/>
              </a:xfrm>
              <a:prstGeom prst="rect">
                <a:avLst/>
              </a:prstGeom>
              <a:blipFill rotWithShape="1">
                <a:blip r:embed="rId4"/>
                <a:stretch>
                  <a:fillRect l="-798" t="-1174" b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3.4.5 Your Turn!</a:t>
            </a:r>
            <a:endParaRPr lang="en-US" sz="44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9188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26615" y="473105"/>
                <a:ext cx="9964404" cy="3874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Express each number in standard form.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 × 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1.2379 ×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15" y="473105"/>
                <a:ext cx="9964404" cy="3874843"/>
              </a:xfrm>
              <a:prstGeom prst="rect">
                <a:avLst/>
              </a:prstGeom>
              <a:blipFill>
                <a:blip r:embed="rId4"/>
                <a:stretch>
                  <a:fillRect l="-891" t="-1307" b="-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20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157037"/>
                  </p:ext>
                </p:extLst>
              </p:nvPr>
            </p:nvGraphicFramePr>
            <p:xfrm>
              <a:off x="1066800" y="2289000"/>
              <a:ext cx="6583680" cy="40538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0292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Calibri"/>
                                </a:rPr>
                                <m:t>988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libri"/>
                            </a:rPr>
                            <a:t> ten thousandths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9.88 ∙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cs typeface="Calibri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0.988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9.88 ∙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cs typeface="Calibri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0.00988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9.88 ∙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cs typeface="Calibri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0.0000988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9.88 ∙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cs typeface="Calibri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Calibri"/>
                                </a:rPr>
                                <m:t>988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libri"/>
                            </a:rPr>
                            <a:t> millionths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Calibri"/>
                                  </a:rPr>
                                  <m:t>9.88 ∙ 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cs typeface="Calibri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  <a:cs typeface="Calibri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157037"/>
                  </p:ext>
                </p:extLst>
              </p:nvPr>
            </p:nvGraphicFramePr>
            <p:xfrm>
              <a:off x="1066800" y="2289000"/>
              <a:ext cx="6583680" cy="40538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0292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3333" r="-30909" b="-35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23529" t="-3333" b="-35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103333" r="-30909" b="-25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23529" t="-103333" b="-25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203333" r="-30909" b="-15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23529" t="-203333" b="-15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303333" r="-30909" b="-5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23529" t="-303333" b="-5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930769" r="-30909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23529" t="-930769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3.4.6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5906"/>
            <a:ext cx="11005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each value on the left with its expression in scientific notation on the right by drawing lines to connect the equivalent expressions.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3265</TotalTime>
  <Words>790</Words>
  <Application>Microsoft Office PowerPoint</Application>
  <PresentationFormat>Custom</PresentationFormat>
  <Paragraphs>182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Cambria</vt:lpstr>
      <vt:lpstr>Arial Black</vt:lpstr>
      <vt:lpstr>Verdana</vt:lpstr>
      <vt:lpstr>Calibri</vt:lpstr>
      <vt:lpstr>Times New Roman</vt:lpstr>
      <vt:lpstr>Century Gothic</vt:lpstr>
      <vt:lpstr>Wingdings</vt:lpstr>
      <vt:lpstr>Helvetica Neue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61</cp:revision>
  <dcterms:created xsi:type="dcterms:W3CDTF">2015-03-17T18:51:18Z</dcterms:created>
  <dcterms:modified xsi:type="dcterms:W3CDTF">2022-06-15T11:50:32Z</dcterms:modified>
</cp:coreProperties>
</file>