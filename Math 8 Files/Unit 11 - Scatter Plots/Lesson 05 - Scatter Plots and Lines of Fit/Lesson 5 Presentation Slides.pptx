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25" r:id="rId10"/>
    <p:sldId id="316" r:id="rId11"/>
    <p:sldId id="326" r:id="rId12"/>
    <p:sldId id="317" r:id="rId13"/>
    <p:sldId id="318" r:id="rId14"/>
    <p:sldId id="319" r:id="rId15"/>
    <p:sldId id="322" r:id="rId16"/>
    <p:sldId id="306" r:id="rId17"/>
    <p:sldId id="307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23" autoAdjust="0"/>
    <p:restoredTop sz="94707" autoAdjust="0"/>
  </p:normalViewPr>
  <p:slideViewPr>
    <p:cSldViewPr snapToGrid="0">
      <p:cViewPr varScale="1">
        <p:scale>
          <a:sx n="86" d="100"/>
          <a:sy n="86" d="100"/>
        </p:scale>
        <p:origin x="9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51254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4772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745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512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Scatter Plots and Lines of Fit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200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10186" y="-12055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43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20086" y="652555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9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9262" y="1582616"/>
            <a:ext cx="11160369" cy="391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8.DP.1.2 </a:t>
            </a:r>
          </a:p>
          <a:p>
            <a:pPr marL="23495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scatter plot within a real-world context, describe patterns of association.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MA.8.DP.1.3 </a:t>
            </a:r>
          </a:p>
          <a:p>
            <a:pPr marL="23495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scatter plot with a linear association, informally fit a straight line.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65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0629" y="-57571"/>
            <a:ext cx="10773802" cy="141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21323" y="1477109"/>
            <a:ext cx="11383107" cy="4384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-14518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440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5293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50985" y="1606062"/>
            <a:ext cx="11101753" cy="4208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patterns of associations in data on a scatter plot.</a:t>
            </a:r>
          </a:p>
          <a:p>
            <a:pPr marL="457200" indent="-450850">
              <a:buClr>
                <a:srgbClr val="434343"/>
              </a:buClr>
              <a:buSzPts val="3500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informally fit a straight line to data on a scatter plot. </a:t>
            </a:r>
          </a:p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8882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223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6899" y="275689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11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0927" y="65000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83012" y="1175818"/>
                <a:ext cx="9851890" cy="501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shows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height in inches,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a bamboo plant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months after it has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been planted.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slope of the line?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slope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this context.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meaning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in context.</a:t>
                </a:r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12" y="1175818"/>
                <a:ext cx="9851890" cy="5016757"/>
              </a:xfrm>
              <a:prstGeom prst="rect">
                <a:avLst/>
              </a:prstGeom>
              <a:blipFill>
                <a:blip r:embed="rId5"/>
                <a:stretch>
                  <a:fillRect l="-681" t="-851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76477" y="1175819"/>
            <a:ext cx="5218271" cy="4331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99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39" y="-37277"/>
            <a:ext cx="10588284" cy="102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11.5.2 Collaboration: Patterns of Association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908493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3224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57561" y="1261122"/>
            <a:ext cx="9702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scatter plots are shown.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CD558855-A4A0-9744-B616-8271908CA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861" y="1861377"/>
            <a:ext cx="5686277" cy="459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5374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57561" y="398583"/>
            <a:ext cx="10766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direction of the linear association between the two variables in each scatter plot.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17FEAC-7F42-E84F-A402-56230A1AD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77402"/>
              </p:ext>
            </p:extLst>
          </p:nvPr>
        </p:nvGraphicFramePr>
        <p:xfrm>
          <a:off x="2963716" y="1230957"/>
          <a:ext cx="6480000" cy="234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2431252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97651691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Scatter Plot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 of the Association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15132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886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00208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170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846425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57561" y="3821722"/>
            <a:ext cx="107669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of the scatter plots does not belong based on the strength of the linear association between the two variables.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any of the scatter plots appear to have any outliers.</a:t>
            </a:r>
          </a:p>
        </p:txBody>
      </p:sp>
    </p:spTree>
    <p:extLst>
      <p:ext uri="{BB962C8B-B14F-4D97-AF65-F5344CB8AC3E}">
        <p14:creationId xmlns:p14="http://schemas.microsoft.com/office/powerpoint/2010/main" val="91398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E1C52-1B9C-CE4D-B7B9-2A3B27B63205}"/>
              </a:ext>
            </a:extLst>
          </p:cNvPr>
          <p:cNvSpPr txBox="1"/>
          <p:nvPr/>
        </p:nvSpPr>
        <p:spPr>
          <a:xfrm>
            <a:off x="557561" y="781377"/>
            <a:ext cx="109310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straightedge to draw a line that models the linear relationship between the two variables on each scatter plot.</a:t>
            </a: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lines with your partner’s. Discuss any differences and make revisions to your lines, if necessary.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242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68713" y="997169"/>
                <a:ext cx="11047714" cy="38210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of the scatter plots does not belong based on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lines you drew to model the linear relationships.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of the scatter plots does not belong based on the slope of the lines you drew to model the linear relationships.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13" y="997169"/>
                <a:ext cx="11047714" cy="3821015"/>
              </a:xfrm>
              <a:prstGeom prst="rect">
                <a:avLst/>
              </a:prstGeom>
              <a:blipFill>
                <a:blip r:embed="rId4"/>
                <a:stretch>
                  <a:fillRect t="-1118" r="-1158" b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92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5374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5046" y="167626"/>
            <a:ext cx="9554308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11.5.3 Activity: Informally Fitting Lines to Data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9007014" y="65374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1574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57561" y="1431646"/>
            <a:ext cx="1108345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give you and your partner a scatter plot and information about the relationship it models.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8525" lvl="1" indent="-441325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 the letter of the provided scatter plot. </a:t>
            </a:r>
          </a:p>
          <a:p>
            <a:pPr lvl="1" algn="ctr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Scatter Plot _______</a:t>
            </a:r>
          </a:p>
          <a:p>
            <a:pPr marL="898525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8525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8525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8525" lvl="1" indent="-441325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any patterns of association. </a:t>
            </a: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815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335" y="621070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2335" y="653934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557561" y="1013255"/>
            <a:ext cx="106145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use a straightedge to draw a line that models the relationship between the two variables on the scatter plot.</a:t>
            </a: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the slope of your line of fit relates to the patterns of association described in part 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43C0A-85DE-8E40-A93B-BD38E7F10013}"/>
              </a:ext>
            </a:extLst>
          </p:cNvPr>
          <p:cNvSpPr txBox="1"/>
          <p:nvPr/>
        </p:nvSpPr>
        <p:spPr>
          <a:xfrm>
            <a:off x="3328087" y="101325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900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832337" y="398585"/>
            <a:ext cx="10539047" cy="1356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 group with the same lettered scatter plot as you. </a:t>
            </a:r>
          </a:p>
          <a:p>
            <a:pPr marL="8890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and contrast both groups’ work. Record your observations on the Venn diagram. </a:t>
            </a:r>
          </a:p>
        </p:txBody>
      </p:sp>
      <p:pic>
        <p:nvPicPr>
          <p:cNvPr id="6" name="Picture 5" descr="Diagram, venn diagram&#10;&#10;Description automatically generated">
            <a:extLst>
              <a:ext uri="{FF2B5EF4-FFF2-40B4-BE49-F238E27FC236}">
                <a16:creationId xmlns:a16="http://schemas.microsoft.com/office/drawing/2014/main" id="{665A27F7-008D-5449-8E4B-0E87D76C965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96" r="8547" b="19304"/>
          <a:stretch/>
        </p:blipFill>
        <p:spPr bwMode="auto">
          <a:xfrm>
            <a:off x="3338737" y="1755545"/>
            <a:ext cx="5514526" cy="27779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2338" y="4533477"/>
            <a:ext cx="10539046" cy="166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groups had the same scatter plot. How would you explain any differences in your work?</a:t>
            </a:r>
          </a:p>
          <a:p>
            <a:pPr marL="914400" lvl="1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group’s line fits the data better.  </a:t>
            </a:r>
          </a:p>
        </p:txBody>
      </p:sp>
    </p:spTree>
    <p:extLst>
      <p:ext uri="{BB962C8B-B14F-4D97-AF65-F5344CB8AC3E}">
        <p14:creationId xmlns:p14="http://schemas.microsoft.com/office/powerpoint/2010/main" val="3346853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74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7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2828" y="1301596"/>
            <a:ext cx="5234152" cy="3191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26000" y="100972"/>
            <a:ext cx="9904708" cy="79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950" y="100973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68712" y="1184032"/>
            <a:ext cx="9589324" cy="478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scatter plot shows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relationship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between a car’s weight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kilograms (kg) and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its fuel efficiency in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miles per gallon (mpg).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Informally fit a line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 data using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straightedge.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the slope of your line relates to the strength and direction of the association between the weight and fuel efficiency of a car.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753</Words>
  <Application>Microsoft Office PowerPoint</Application>
  <PresentationFormat>Widescreen</PresentationFormat>
  <Paragraphs>138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Arial Black</vt:lpstr>
      <vt:lpstr>Cambria Math</vt:lpstr>
      <vt:lpstr>Arial</vt:lpstr>
      <vt:lpstr>Verdana</vt:lpstr>
      <vt:lpstr>Century Gothic</vt:lpstr>
      <vt:lpstr>1_Office Theme</vt:lpstr>
      <vt:lpstr>8th Grade Math: Pre-Algebra  Unit 11, Lesson 5  Scatter Plots and Lines of Fit  Volume 2, pg. 200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23</cp:revision>
  <dcterms:created xsi:type="dcterms:W3CDTF">2015-03-17T18:51:18Z</dcterms:created>
  <dcterms:modified xsi:type="dcterms:W3CDTF">2022-06-19T17:37:11Z</dcterms:modified>
</cp:coreProperties>
</file>