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8" r:id="rId8"/>
    <p:sldId id="320" r:id="rId9"/>
    <p:sldId id="321" r:id="rId10"/>
    <p:sldId id="322" r:id="rId11"/>
    <p:sldId id="314" r:id="rId12"/>
    <p:sldId id="315" r:id="rId13"/>
    <p:sldId id="316" r:id="rId14"/>
    <p:sldId id="323" r:id="rId15"/>
    <p:sldId id="302" r:id="rId16"/>
    <p:sldId id="303" r:id="rId17"/>
    <p:sldId id="309" r:id="rId18"/>
    <p:sldId id="324" r:id="rId19"/>
    <p:sldId id="325" r:id="rId20"/>
    <p:sldId id="326" r:id="rId21"/>
    <p:sldId id="306" r:id="rId22"/>
    <p:sldId id="307" r:id="rId23"/>
    <p:sldId id="310"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41837-7678-4BB3-8DE8-073824188AF2}" v="172" dt="2022-02-11T22:17:41.047"/>
  </p1510:revLst>
</p1510:revInfo>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7" autoAdjust="0"/>
    <p:restoredTop sz="94695"/>
  </p:normalViewPr>
  <p:slideViewPr>
    <p:cSldViewPr snapToGrid="0">
      <p:cViewPr varScale="1">
        <p:scale>
          <a:sx n="59" d="100"/>
          <a:sy n="59" d="100"/>
        </p:scale>
        <p:origin x="18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a" userId="0ef52bcce421d85b" providerId="LiveId" clId="{60141837-7678-4BB3-8DE8-073824188AF2}"/>
    <pc:docChg chg="undo custSel addSld delSld modSld sldOrd">
      <pc:chgData name="Isabela" userId="0ef52bcce421d85b" providerId="LiveId" clId="{60141837-7678-4BB3-8DE8-073824188AF2}" dt="2022-02-11T22:18:28.942" v="845" actId="1076"/>
      <pc:docMkLst>
        <pc:docMk/>
      </pc:docMkLst>
      <pc:sldChg chg="modSp mod">
        <pc:chgData name="Isabela" userId="0ef52bcce421d85b" providerId="LiveId" clId="{60141837-7678-4BB3-8DE8-073824188AF2}" dt="2022-02-11T22:14:05.688" v="775" actId="20577"/>
        <pc:sldMkLst>
          <pc:docMk/>
          <pc:sldMk cId="0" sldId="256"/>
        </pc:sldMkLst>
        <pc:spChg chg="mod">
          <ac:chgData name="Isabela" userId="0ef52bcce421d85b" providerId="LiveId" clId="{60141837-7678-4BB3-8DE8-073824188AF2}" dt="2022-02-11T22:14:05.688" v="775" actId="20577"/>
          <ac:spMkLst>
            <pc:docMk/>
            <pc:sldMk cId="0" sldId="256"/>
            <ac:spMk id="261" creationId="{00000000-0000-0000-0000-000000000000}"/>
          </ac:spMkLst>
        </pc:spChg>
      </pc:sldChg>
      <pc:sldChg chg="modSp mod">
        <pc:chgData name="Isabela" userId="0ef52bcce421d85b" providerId="LiveId" clId="{60141837-7678-4BB3-8DE8-073824188AF2}" dt="2022-02-11T22:14:11.832" v="781" actId="20577"/>
        <pc:sldMkLst>
          <pc:docMk/>
          <pc:sldMk cId="0" sldId="257"/>
        </pc:sldMkLst>
        <pc:spChg chg="mod">
          <ac:chgData name="Isabela" userId="0ef52bcce421d85b" providerId="LiveId" clId="{60141837-7678-4BB3-8DE8-073824188AF2}" dt="2022-02-11T21:33:40.124" v="124" actId="2711"/>
          <ac:spMkLst>
            <pc:docMk/>
            <pc:sldMk cId="0" sldId="257"/>
            <ac:spMk id="8" creationId="{527A9F9F-07B8-ED47-B967-E5507C67DBC5}"/>
          </ac:spMkLst>
        </pc:spChg>
        <pc:spChg chg="mod">
          <ac:chgData name="Isabela" userId="0ef52bcce421d85b" providerId="LiveId" clId="{60141837-7678-4BB3-8DE8-073824188AF2}" dt="2022-02-11T21:33:04.306" v="77" actId="20577"/>
          <ac:spMkLst>
            <pc:docMk/>
            <pc:sldMk cId="0" sldId="257"/>
            <ac:spMk id="279" creationId="{00000000-0000-0000-0000-000000000000}"/>
          </ac:spMkLst>
        </pc:spChg>
        <pc:spChg chg="mod">
          <ac:chgData name="Isabela" userId="0ef52bcce421d85b" providerId="LiveId" clId="{60141837-7678-4BB3-8DE8-073824188AF2}" dt="2022-02-11T22:14:11.832" v="781" actId="20577"/>
          <ac:spMkLst>
            <pc:docMk/>
            <pc:sldMk cId="0" sldId="257"/>
            <ac:spMk id="282" creationId="{00000000-0000-0000-0000-000000000000}"/>
          </ac:spMkLst>
        </pc:spChg>
      </pc:sldChg>
      <pc:sldChg chg="modSp mod">
        <pc:chgData name="Isabela" userId="0ef52bcce421d85b" providerId="LiveId" clId="{60141837-7678-4BB3-8DE8-073824188AF2}" dt="2022-02-11T22:14:30.274" v="786" actId="20577"/>
        <pc:sldMkLst>
          <pc:docMk/>
          <pc:sldMk cId="0" sldId="261"/>
        </pc:sldMkLst>
        <pc:spChg chg="mod">
          <ac:chgData name="Isabela" userId="0ef52bcce421d85b" providerId="LiveId" clId="{60141837-7678-4BB3-8DE8-073824188AF2}" dt="2022-02-11T22:14:30.274" v="786" actId="20577"/>
          <ac:spMkLst>
            <pc:docMk/>
            <pc:sldMk cId="0" sldId="261"/>
            <ac:spMk id="7" creationId="{B595484E-1C62-AC4F-B448-37E60F77A8C0}"/>
          </ac:spMkLst>
        </pc:spChg>
      </pc:sldChg>
      <pc:sldChg chg="modSp mod modAnim">
        <pc:chgData name="Isabela" userId="0ef52bcce421d85b" providerId="LiveId" clId="{60141837-7678-4BB3-8DE8-073824188AF2}" dt="2022-02-11T22:17:41.047" v="836" actId="255"/>
        <pc:sldMkLst>
          <pc:docMk/>
          <pc:sldMk cId="2080842233" sldId="285"/>
        </pc:sldMkLst>
        <pc:spChg chg="mod">
          <ac:chgData name="Isabela" userId="0ef52bcce421d85b" providerId="LiveId" clId="{60141837-7678-4BB3-8DE8-073824188AF2}" dt="2022-02-11T22:14:18.670" v="782"/>
          <ac:spMkLst>
            <pc:docMk/>
            <pc:sldMk cId="2080842233" sldId="285"/>
            <ac:spMk id="10" creationId="{E701C7D4-7BD4-5F4C-ACEB-5781D00837A2}"/>
          </ac:spMkLst>
        </pc:spChg>
        <pc:spChg chg="mod">
          <ac:chgData name="Isabela" userId="0ef52bcce421d85b" providerId="LiveId" clId="{60141837-7678-4BB3-8DE8-073824188AF2}" dt="2022-02-11T22:17:41.047" v="836" actId="255"/>
          <ac:spMkLst>
            <pc:docMk/>
            <pc:sldMk cId="2080842233" sldId="285"/>
            <ac:spMk id="11" creationId="{A6E18E39-B007-D647-9935-55A748533A45}"/>
          </ac:spMkLst>
        </pc:spChg>
      </pc:sldChg>
      <pc:sldChg chg="modSp mod modAnim">
        <pc:chgData name="Isabela" userId="0ef52bcce421d85b" providerId="LiveId" clId="{60141837-7678-4BB3-8DE8-073824188AF2}" dt="2022-02-11T22:14:23.599" v="783"/>
        <pc:sldMkLst>
          <pc:docMk/>
          <pc:sldMk cId="2071420346" sldId="286"/>
        </pc:sldMkLst>
        <pc:spChg chg="mod">
          <ac:chgData name="Isabela" userId="0ef52bcce421d85b" providerId="LiveId" clId="{60141837-7678-4BB3-8DE8-073824188AF2}" dt="2022-02-11T21:33:45.866" v="127" actId="20577"/>
          <ac:spMkLst>
            <pc:docMk/>
            <pc:sldMk cId="2071420346" sldId="286"/>
            <ac:spMk id="10" creationId="{5771FBFA-7311-BB45-8AFF-04B380531EE6}"/>
          </ac:spMkLst>
        </pc:spChg>
        <pc:spChg chg="mod">
          <ac:chgData name="Isabela" userId="0ef52bcce421d85b" providerId="LiveId" clId="{60141837-7678-4BB3-8DE8-073824188AF2}" dt="2022-02-11T22:14:23.599" v="783"/>
          <ac:spMkLst>
            <pc:docMk/>
            <pc:sldMk cId="2071420346" sldId="286"/>
            <ac:spMk id="13" creationId="{3ECD2D46-55D5-C547-91DD-0801CE9D6AD7}"/>
          </ac:spMkLst>
        </pc:spChg>
        <pc:spChg chg="mod">
          <ac:chgData name="Isabela" userId="0ef52bcce421d85b" providerId="LiveId" clId="{60141837-7678-4BB3-8DE8-073824188AF2}" dt="2022-02-11T21:34:18.120" v="154" actId="2711"/>
          <ac:spMkLst>
            <pc:docMk/>
            <pc:sldMk cId="2071420346" sldId="286"/>
            <ac:spMk id="14" creationId="{9B7C98EC-F13C-9146-B728-D7044DB4247D}"/>
          </ac:spMkLst>
        </pc:spChg>
      </pc:sldChg>
      <pc:sldChg chg="addSp modSp mod">
        <pc:chgData name="Isabela" userId="0ef52bcce421d85b" providerId="LiveId" clId="{60141837-7678-4BB3-8DE8-073824188AF2}" dt="2022-02-11T22:14:36.712" v="787"/>
        <pc:sldMkLst>
          <pc:docMk/>
          <pc:sldMk cId="2949029910" sldId="287"/>
        </pc:sldMkLst>
        <pc:spChg chg="mod">
          <ac:chgData name="Isabela" userId="0ef52bcce421d85b" providerId="LiveId" clId="{60141837-7678-4BB3-8DE8-073824188AF2}" dt="2022-02-11T21:39:11.603" v="240" actId="6549"/>
          <ac:spMkLst>
            <pc:docMk/>
            <pc:sldMk cId="2949029910" sldId="287"/>
            <ac:spMk id="2" creationId="{E1D7562E-134F-D14B-AF1A-DF40E11EF758}"/>
          </ac:spMkLst>
        </pc:spChg>
        <pc:spChg chg="mod">
          <ac:chgData name="Isabela" userId="0ef52bcce421d85b" providerId="LiveId" clId="{60141837-7678-4BB3-8DE8-073824188AF2}" dt="2022-02-11T21:34:37.089" v="194" actId="20577"/>
          <ac:spMkLst>
            <pc:docMk/>
            <pc:sldMk cId="2949029910" sldId="287"/>
            <ac:spMk id="8" creationId="{DB5796CA-12EB-BB4C-8338-B127D750A026}"/>
          </ac:spMkLst>
        </pc:spChg>
        <pc:spChg chg="mod">
          <ac:chgData name="Isabela" userId="0ef52bcce421d85b" providerId="LiveId" clId="{60141837-7678-4BB3-8DE8-073824188AF2}" dt="2022-02-11T22:14:36.712" v="787"/>
          <ac:spMkLst>
            <pc:docMk/>
            <pc:sldMk cId="2949029910" sldId="287"/>
            <ac:spMk id="15" creationId="{5B627696-920F-B441-B5C1-01510F09761A}"/>
          </ac:spMkLst>
        </pc:spChg>
        <pc:graphicFrameChg chg="add mod modGraphic">
          <ac:chgData name="Isabela" userId="0ef52bcce421d85b" providerId="LiveId" clId="{60141837-7678-4BB3-8DE8-073824188AF2}" dt="2022-02-11T21:39:21.652" v="242"/>
          <ac:graphicFrameMkLst>
            <pc:docMk/>
            <pc:sldMk cId="2949029910" sldId="287"/>
            <ac:graphicFrameMk id="3" creationId="{E51CA5D5-74B6-4A29-81C2-06B52FCC4641}"/>
          </ac:graphicFrameMkLst>
        </pc:graphicFrameChg>
        <pc:picChg chg="add mod">
          <ac:chgData name="Isabela" userId="0ef52bcce421d85b" providerId="LiveId" clId="{60141837-7678-4BB3-8DE8-073824188AF2}" dt="2022-02-11T21:39:10.122" v="239" actId="14100"/>
          <ac:picMkLst>
            <pc:docMk/>
            <pc:sldMk cId="2949029910" sldId="287"/>
            <ac:picMk id="9" creationId="{871E9503-2A78-45E4-A775-DBF01A4FCC27}"/>
          </ac:picMkLst>
        </pc:picChg>
      </pc:sldChg>
      <pc:sldChg chg="addSp delSp modSp mod">
        <pc:chgData name="Isabela" userId="0ef52bcce421d85b" providerId="LiveId" clId="{60141837-7678-4BB3-8DE8-073824188AF2}" dt="2022-02-11T22:18:28.942" v="845" actId="1076"/>
        <pc:sldMkLst>
          <pc:docMk/>
          <pc:sldMk cId="2598233039" sldId="288"/>
        </pc:sldMkLst>
        <pc:spChg chg="add del mod">
          <ac:chgData name="Isabela" userId="0ef52bcce421d85b" providerId="LiveId" clId="{60141837-7678-4BB3-8DE8-073824188AF2}" dt="2022-02-11T21:40:41.788" v="252"/>
          <ac:spMkLst>
            <pc:docMk/>
            <pc:sldMk cId="2598233039" sldId="288"/>
            <ac:spMk id="5" creationId="{BE870363-27AE-4926-91B8-09DB5F0695BB}"/>
          </ac:spMkLst>
        </pc:spChg>
        <pc:spChg chg="add del mod">
          <ac:chgData name="Isabela" userId="0ef52bcce421d85b" providerId="LiveId" clId="{60141837-7678-4BB3-8DE8-073824188AF2}" dt="2022-02-11T21:40:41.788" v="252"/>
          <ac:spMkLst>
            <pc:docMk/>
            <pc:sldMk cId="2598233039" sldId="288"/>
            <ac:spMk id="9" creationId="{00234D23-AFB6-477F-9EA2-AA76559A698D}"/>
          </ac:spMkLst>
        </pc:spChg>
        <pc:spChg chg="add del mod">
          <ac:chgData name="Isabela" userId="0ef52bcce421d85b" providerId="LiveId" clId="{60141837-7678-4BB3-8DE8-073824188AF2}" dt="2022-02-11T21:40:41.788" v="252"/>
          <ac:spMkLst>
            <pc:docMk/>
            <pc:sldMk cId="2598233039" sldId="288"/>
            <ac:spMk id="10" creationId="{99A6FBAD-98D2-4B43-9EA3-4B25F9FDF471}"/>
          </ac:spMkLst>
        </pc:spChg>
        <pc:spChg chg="add mod">
          <ac:chgData name="Isabela" userId="0ef52bcce421d85b" providerId="LiveId" clId="{60141837-7678-4BB3-8DE8-073824188AF2}" dt="2022-02-11T22:18:28.942" v="845" actId="1076"/>
          <ac:spMkLst>
            <pc:docMk/>
            <pc:sldMk cId="2598233039" sldId="288"/>
            <ac:spMk id="11" creationId="{3F9E5F05-F2EB-4FC5-820A-ED187BE2C21D}"/>
          </ac:spMkLst>
        </pc:spChg>
        <pc:spChg chg="mod">
          <ac:chgData name="Isabela" userId="0ef52bcce421d85b" providerId="LiveId" clId="{60141837-7678-4BB3-8DE8-073824188AF2}" dt="2022-02-11T22:14:40.877" v="788"/>
          <ac:spMkLst>
            <pc:docMk/>
            <pc:sldMk cId="2598233039" sldId="288"/>
            <ac:spMk id="12" creationId="{647643F2-AA27-F54D-9B18-929351C91D74}"/>
          </ac:spMkLst>
        </pc:spChg>
        <pc:spChg chg="mod">
          <ac:chgData name="Isabela" userId="0ef52bcce421d85b" providerId="LiveId" clId="{60141837-7678-4BB3-8DE8-073824188AF2}" dt="2022-02-11T22:18:06.686" v="837" actId="1076"/>
          <ac:spMkLst>
            <pc:docMk/>
            <pc:sldMk cId="2598233039" sldId="288"/>
            <ac:spMk id="14" creationId="{2FA392D8-3ED3-7940-83A8-1451AA8A08D4}"/>
          </ac:spMkLst>
        </pc:spChg>
        <pc:graphicFrameChg chg="add del mod">
          <ac:chgData name="Isabela" userId="0ef52bcce421d85b" providerId="LiveId" clId="{60141837-7678-4BB3-8DE8-073824188AF2}" dt="2022-02-11T21:40:41.788" v="252"/>
          <ac:graphicFrameMkLst>
            <pc:docMk/>
            <pc:sldMk cId="2598233039" sldId="288"/>
            <ac:graphicFrameMk id="2" creationId="{6CFDFFC4-411F-40C8-AB6D-B5EF4A614DBF}"/>
          </ac:graphicFrameMkLst>
        </pc:graphicFrameChg>
        <pc:graphicFrameChg chg="add del mod">
          <ac:chgData name="Isabela" userId="0ef52bcce421d85b" providerId="LiveId" clId="{60141837-7678-4BB3-8DE8-073824188AF2}" dt="2022-02-11T21:40:41.788" v="252"/>
          <ac:graphicFrameMkLst>
            <pc:docMk/>
            <pc:sldMk cId="2598233039" sldId="288"/>
            <ac:graphicFrameMk id="3" creationId="{D64456F5-DCE6-4FFA-8039-3DB3E5AAA846}"/>
          </ac:graphicFrameMkLst>
        </pc:graphicFrameChg>
        <pc:graphicFrameChg chg="add del mod">
          <ac:chgData name="Isabela" userId="0ef52bcce421d85b" providerId="LiveId" clId="{60141837-7678-4BB3-8DE8-073824188AF2}" dt="2022-02-11T21:40:41.788" v="252"/>
          <ac:graphicFrameMkLst>
            <pc:docMk/>
            <pc:sldMk cId="2598233039" sldId="288"/>
            <ac:graphicFrameMk id="4" creationId="{E5DD89E8-24C3-44A4-B950-84A19D40DF07}"/>
          </ac:graphicFrameMkLst>
        </pc:graphicFrameChg>
        <pc:picChg chg="add mod">
          <ac:chgData name="Isabela" userId="0ef52bcce421d85b" providerId="LiveId" clId="{60141837-7678-4BB3-8DE8-073824188AF2}" dt="2022-02-11T22:18:09.958" v="839" actId="1076"/>
          <ac:picMkLst>
            <pc:docMk/>
            <pc:sldMk cId="2598233039" sldId="288"/>
            <ac:picMk id="6" creationId="{84293C72-9800-41C8-8A2E-2DF904346791}"/>
          </ac:picMkLst>
        </pc:picChg>
        <pc:picChg chg="add mod">
          <ac:chgData name="Isabela" userId="0ef52bcce421d85b" providerId="LiveId" clId="{60141837-7678-4BB3-8DE8-073824188AF2}" dt="2022-02-11T22:18:14.594" v="841" actId="1076"/>
          <ac:picMkLst>
            <pc:docMk/>
            <pc:sldMk cId="2598233039" sldId="288"/>
            <ac:picMk id="7" creationId="{D567ABF2-4EBA-459D-B938-661E0643DC69}"/>
          </ac:picMkLst>
        </pc:picChg>
        <pc:picChg chg="add mod">
          <ac:chgData name="Isabela" userId="0ef52bcce421d85b" providerId="LiveId" clId="{60141837-7678-4BB3-8DE8-073824188AF2}" dt="2022-02-11T22:18:26.256" v="844" actId="1076"/>
          <ac:picMkLst>
            <pc:docMk/>
            <pc:sldMk cId="2598233039" sldId="288"/>
            <ac:picMk id="8" creationId="{D636CF17-3008-46D3-A20B-8374729944DA}"/>
          </ac:picMkLst>
        </pc:picChg>
        <pc:picChg chg="add del mod">
          <ac:chgData name="Isabela" userId="0ef52bcce421d85b" providerId="LiveId" clId="{60141837-7678-4BB3-8DE8-073824188AF2}" dt="2022-02-11T21:40:41.788" v="252"/>
          <ac:picMkLst>
            <pc:docMk/>
            <pc:sldMk cId="2598233039" sldId="288"/>
            <ac:picMk id="2049" creationId="{7311B0EE-30BC-410B-8CDC-953DB69FFE28}"/>
          </ac:picMkLst>
        </pc:picChg>
        <pc:picChg chg="add del mod">
          <ac:chgData name="Isabela" userId="0ef52bcce421d85b" providerId="LiveId" clId="{60141837-7678-4BB3-8DE8-073824188AF2}" dt="2022-02-11T21:40:41.788" v="252"/>
          <ac:picMkLst>
            <pc:docMk/>
            <pc:sldMk cId="2598233039" sldId="288"/>
            <ac:picMk id="2050" creationId="{EA9E460D-C807-4C91-915C-B55948EA5190}"/>
          </ac:picMkLst>
        </pc:picChg>
      </pc:sldChg>
      <pc:sldChg chg="del">
        <pc:chgData name="Isabela" userId="0ef52bcce421d85b" providerId="LiveId" clId="{60141837-7678-4BB3-8DE8-073824188AF2}" dt="2022-02-11T21:43:27.933" v="406" actId="47"/>
        <pc:sldMkLst>
          <pc:docMk/>
          <pc:sldMk cId="3702612446" sldId="289"/>
        </pc:sldMkLst>
      </pc:sldChg>
      <pc:sldChg chg="del">
        <pc:chgData name="Isabela" userId="0ef52bcce421d85b" providerId="LiveId" clId="{60141837-7678-4BB3-8DE8-073824188AF2}" dt="2022-02-11T21:43:27.933" v="406" actId="47"/>
        <pc:sldMkLst>
          <pc:docMk/>
          <pc:sldMk cId="3902457897" sldId="290"/>
        </pc:sldMkLst>
      </pc:sldChg>
      <pc:sldChg chg="modSp mod">
        <pc:chgData name="Isabela" userId="0ef52bcce421d85b" providerId="LiveId" clId="{60141837-7678-4BB3-8DE8-073824188AF2}" dt="2022-02-11T22:15:35.752" v="808" actId="20577"/>
        <pc:sldMkLst>
          <pc:docMk/>
          <pc:sldMk cId="1790839656" sldId="302"/>
        </pc:sldMkLst>
        <pc:spChg chg="mod">
          <ac:chgData name="Isabela" userId="0ef52bcce421d85b" providerId="LiveId" clId="{60141837-7678-4BB3-8DE8-073824188AF2}" dt="2022-02-11T22:15:35.752" v="808" actId="20577"/>
          <ac:spMkLst>
            <pc:docMk/>
            <pc:sldMk cId="1790839656" sldId="302"/>
            <ac:spMk id="9" creationId="{EE3C8BB3-D8AE-154C-9B2D-B1D7451436FE}"/>
          </ac:spMkLst>
        </pc:spChg>
      </pc:sldChg>
      <pc:sldChg chg="addSp modSp mod">
        <pc:chgData name="Isabela" userId="0ef52bcce421d85b" providerId="LiveId" clId="{60141837-7678-4BB3-8DE8-073824188AF2}" dt="2022-02-11T22:15:42.644" v="809"/>
        <pc:sldMkLst>
          <pc:docMk/>
          <pc:sldMk cId="3101299872" sldId="303"/>
        </pc:sldMkLst>
        <pc:spChg chg="mod">
          <ac:chgData name="Isabela" userId="0ef52bcce421d85b" providerId="LiveId" clId="{60141837-7678-4BB3-8DE8-073824188AF2}" dt="2022-02-11T21:50:39.405" v="591" actId="20577"/>
          <ac:spMkLst>
            <pc:docMk/>
            <pc:sldMk cId="3101299872" sldId="303"/>
            <ac:spMk id="6" creationId="{07112538-C7A8-8B4A-B739-C3032B04086A}"/>
          </ac:spMkLst>
        </pc:spChg>
        <pc:spChg chg="mod">
          <ac:chgData name="Isabela" userId="0ef52bcce421d85b" providerId="LiveId" clId="{60141837-7678-4BB3-8DE8-073824188AF2}" dt="2022-02-11T22:15:42.644" v="809"/>
          <ac:spMkLst>
            <pc:docMk/>
            <pc:sldMk cId="3101299872" sldId="303"/>
            <ac:spMk id="11" creationId="{F9486181-07A1-C74B-A129-E8949F43C159}"/>
          </ac:spMkLst>
        </pc:spChg>
        <pc:spChg chg="mod">
          <ac:chgData name="Isabela" userId="0ef52bcce421d85b" providerId="LiveId" clId="{60141837-7678-4BB3-8DE8-073824188AF2}" dt="2022-02-11T21:51:07.468" v="596" actId="12"/>
          <ac:spMkLst>
            <pc:docMk/>
            <pc:sldMk cId="3101299872" sldId="303"/>
            <ac:spMk id="12" creationId="{759C3E41-93EC-B84D-963F-86A3B15AC1C6}"/>
          </ac:spMkLst>
        </pc:spChg>
        <pc:graphicFrameChg chg="add mod modGraphic">
          <ac:chgData name="Isabela" userId="0ef52bcce421d85b" providerId="LiveId" clId="{60141837-7678-4BB3-8DE8-073824188AF2}" dt="2022-02-11T21:52:08.548" v="610" actId="1076"/>
          <ac:graphicFrameMkLst>
            <pc:docMk/>
            <pc:sldMk cId="3101299872" sldId="303"/>
            <ac:graphicFrameMk id="2" creationId="{E4D55A6D-30BC-4727-98FE-5606895823F8}"/>
          </ac:graphicFrameMkLst>
        </pc:graphicFrameChg>
      </pc:sldChg>
      <pc:sldChg chg="modSp mod">
        <pc:chgData name="Isabela" userId="0ef52bcce421d85b" providerId="LiveId" clId="{60141837-7678-4BB3-8DE8-073824188AF2}" dt="2022-02-11T22:16:15.712" v="824"/>
        <pc:sldMkLst>
          <pc:docMk/>
          <pc:sldMk cId="676908715" sldId="306"/>
        </pc:sldMkLst>
        <pc:spChg chg="mod">
          <ac:chgData name="Isabela" userId="0ef52bcce421d85b" providerId="LiveId" clId="{60141837-7678-4BB3-8DE8-073824188AF2}" dt="2022-02-11T22:16:15.712" v="824"/>
          <ac:spMkLst>
            <pc:docMk/>
            <pc:sldMk cId="676908715" sldId="306"/>
            <ac:spMk id="310" creationId="{00000000-0000-0000-0000-000000000000}"/>
          </ac:spMkLst>
        </pc:spChg>
      </pc:sldChg>
      <pc:sldChg chg="modSp mod">
        <pc:chgData name="Isabela" userId="0ef52bcce421d85b" providerId="LiveId" clId="{60141837-7678-4BB3-8DE8-073824188AF2}" dt="2022-02-11T22:16:18.516" v="825"/>
        <pc:sldMkLst>
          <pc:docMk/>
          <pc:sldMk cId="553995615" sldId="307"/>
        </pc:sldMkLst>
        <pc:spChg chg="mod">
          <ac:chgData name="Isabela" userId="0ef52bcce421d85b" providerId="LiveId" clId="{60141837-7678-4BB3-8DE8-073824188AF2}" dt="2022-02-11T21:58:19.750" v="760" actId="20577"/>
          <ac:spMkLst>
            <pc:docMk/>
            <pc:sldMk cId="553995615" sldId="307"/>
            <ac:spMk id="7" creationId="{68C03D65-F0BF-3F41-B52A-024F47388982}"/>
          </ac:spMkLst>
        </pc:spChg>
        <pc:spChg chg="mod">
          <ac:chgData name="Isabela" userId="0ef52bcce421d85b" providerId="LiveId" clId="{60141837-7678-4BB3-8DE8-073824188AF2}" dt="2022-02-11T21:58:41.927" v="765" actId="179"/>
          <ac:spMkLst>
            <pc:docMk/>
            <pc:sldMk cId="553995615" sldId="307"/>
            <ac:spMk id="12" creationId="{0370EDB7-6994-3D43-ABF9-E04CBAFB9CD9}"/>
          </ac:spMkLst>
        </pc:spChg>
        <pc:spChg chg="mod">
          <ac:chgData name="Isabela" userId="0ef52bcce421d85b" providerId="LiveId" clId="{60141837-7678-4BB3-8DE8-073824188AF2}" dt="2022-02-11T22:16:18.516" v="825"/>
          <ac:spMkLst>
            <pc:docMk/>
            <pc:sldMk cId="553995615" sldId="307"/>
            <ac:spMk id="282" creationId="{00000000-0000-0000-0000-000000000000}"/>
          </ac:spMkLst>
        </pc:spChg>
      </pc:sldChg>
      <pc:sldChg chg="del">
        <pc:chgData name="Isabela" userId="0ef52bcce421d85b" providerId="LiveId" clId="{60141837-7678-4BB3-8DE8-073824188AF2}" dt="2022-02-11T21:43:27.933" v="406" actId="47"/>
        <pc:sldMkLst>
          <pc:docMk/>
          <pc:sldMk cId="3393813356" sldId="308"/>
        </pc:sldMkLst>
      </pc:sldChg>
      <pc:sldChg chg="addSp modSp mod">
        <pc:chgData name="Isabela" userId="0ef52bcce421d85b" providerId="LiveId" clId="{60141837-7678-4BB3-8DE8-073824188AF2}" dt="2022-02-11T22:15:45.247" v="810"/>
        <pc:sldMkLst>
          <pc:docMk/>
          <pc:sldMk cId="843614623" sldId="309"/>
        </pc:sldMkLst>
        <pc:spChg chg="mod">
          <ac:chgData name="Isabela" userId="0ef52bcce421d85b" providerId="LiveId" clId="{60141837-7678-4BB3-8DE8-073824188AF2}" dt="2022-02-11T21:53:38.711" v="645" actId="20577"/>
          <ac:spMkLst>
            <pc:docMk/>
            <pc:sldMk cId="843614623" sldId="309"/>
            <ac:spMk id="5" creationId="{08C67FCF-92C3-654A-BF40-5BDF7A4F9271}"/>
          </ac:spMkLst>
        </pc:spChg>
        <pc:spChg chg="mod">
          <ac:chgData name="Isabela" userId="0ef52bcce421d85b" providerId="LiveId" clId="{60141837-7678-4BB3-8DE8-073824188AF2}" dt="2022-02-11T22:15:45.247" v="810"/>
          <ac:spMkLst>
            <pc:docMk/>
            <pc:sldMk cId="843614623" sldId="309"/>
            <ac:spMk id="12" creationId="{647643F2-AA27-F54D-9B18-929351C91D74}"/>
          </ac:spMkLst>
        </pc:spChg>
        <pc:graphicFrameChg chg="add mod modGraphic">
          <ac:chgData name="Isabela" userId="0ef52bcce421d85b" providerId="LiveId" clId="{60141837-7678-4BB3-8DE8-073824188AF2}" dt="2022-02-11T21:53:44.019" v="647" actId="14100"/>
          <ac:graphicFrameMkLst>
            <pc:docMk/>
            <pc:sldMk cId="843614623" sldId="309"/>
            <ac:graphicFrameMk id="7" creationId="{AB11FC09-4BD8-4D0B-A502-D437EE87B4DF}"/>
          </ac:graphicFrameMkLst>
        </pc:graphicFrameChg>
        <pc:picChg chg="add mod">
          <ac:chgData name="Isabela" userId="0ef52bcce421d85b" providerId="LiveId" clId="{60141837-7678-4BB3-8DE8-073824188AF2}" dt="2022-02-11T21:53:37.298" v="644" actId="1076"/>
          <ac:picMkLst>
            <pc:docMk/>
            <pc:sldMk cId="843614623" sldId="309"/>
            <ac:picMk id="6" creationId="{959DAFAD-A298-44B8-AD22-BE0D4504EBC5}"/>
          </ac:picMkLst>
        </pc:picChg>
      </pc:sldChg>
      <pc:sldChg chg="modSp mod">
        <pc:chgData name="Isabela" userId="0ef52bcce421d85b" providerId="LiveId" clId="{60141837-7678-4BB3-8DE8-073824188AF2}" dt="2022-02-11T22:16:21.796" v="826"/>
        <pc:sldMkLst>
          <pc:docMk/>
          <pc:sldMk cId="1123396402" sldId="310"/>
        </pc:sldMkLst>
        <pc:spChg chg="mod">
          <ac:chgData name="Isabela" userId="0ef52bcce421d85b" providerId="LiveId" clId="{60141837-7678-4BB3-8DE8-073824188AF2}" dt="2022-02-11T21:59:05.361" v="771" actId="12"/>
          <ac:spMkLst>
            <pc:docMk/>
            <pc:sldMk cId="1123396402" sldId="310"/>
            <ac:spMk id="5" creationId="{4CE9D117-FAE6-F74F-940B-9CD1479755BE}"/>
          </ac:spMkLst>
        </pc:spChg>
        <pc:spChg chg="mod">
          <ac:chgData name="Isabela" userId="0ef52bcce421d85b" providerId="LiveId" clId="{60141837-7678-4BB3-8DE8-073824188AF2}" dt="2022-02-11T22:16:21.796" v="826"/>
          <ac:spMkLst>
            <pc:docMk/>
            <pc:sldMk cId="1123396402" sldId="310"/>
            <ac:spMk id="12" creationId="{647643F2-AA27-F54D-9B18-929351C91D74}"/>
          </ac:spMkLst>
        </pc:spChg>
      </pc:sldChg>
      <pc:sldChg chg="del">
        <pc:chgData name="Isabela" userId="0ef52bcce421d85b" providerId="LiveId" clId="{60141837-7678-4BB3-8DE8-073824188AF2}" dt="2022-02-11T21:43:27.933" v="406" actId="47"/>
        <pc:sldMkLst>
          <pc:docMk/>
          <pc:sldMk cId="4196971537" sldId="311"/>
        </pc:sldMkLst>
      </pc:sldChg>
      <pc:sldChg chg="del">
        <pc:chgData name="Isabela" userId="0ef52bcce421d85b" providerId="LiveId" clId="{60141837-7678-4BB3-8DE8-073824188AF2}" dt="2022-02-11T21:43:27.933" v="406" actId="47"/>
        <pc:sldMkLst>
          <pc:docMk/>
          <pc:sldMk cId="2235248087" sldId="312"/>
        </pc:sldMkLst>
      </pc:sldChg>
      <pc:sldChg chg="del">
        <pc:chgData name="Isabela" userId="0ef52bcce421d85b" providerId="LiveId" clId="{60141837-7678-4BB3-8DE8-073824188AF2}" dt="2022-02-11T21:43:27.933" v="406" actId="47"/>
        <pc:sldMkLst>
          <pc:docMk/>
          <pc:sldMk cId="687834829" sldId="313"/>
        </pc:sldMkLst>
      </pc:sldChg>
      <pc:sldChg chg="modSp mod">
        <pc:chgData name="Isabela" userId="0ef52bcce421d85b" providerId="LiveId" clId="{60141837-7678-4BB3-8DE8-073824188AF2}" dt="2022-02-11T22:15:08.871" v="796" actId="20577"/>
        <pc:sldMkLst>
          <pc:docMk/>
          <pc:sldMk cId="3560788707" sldId="314"/>
        </pc:sldMkLst>
        <pc:spChg chg="mod">
          <ac:chgData name="Isabela" userId="0ef52bcce421d85b" providerId="LiveId" clId="{60141837-7678-4BB3-8DE8-073824188AF2}" dt="2022-02-11T22:15:08.871" v="796" actId="20577"/>
          <ac:spMkLst>
            <pc:docMk/>
            <pc:sldMk cId="3560788707" sldId="314"/>
            <ac:spMk id="7" creationId="{B595484E-1C62-AC4F-B448-37E60F77A8C0}"/>
          </ac:spMkLst>
        </pc:spChg>
      </pc:sldChg>
      <pc:sldChg chg="addSp delSp modSp mod">
        <pc:chgData name="Isabela" userId="0ef52bcce421d85b" providerId="LiveId" clId="{60141837-7678-4BB3-8DE8-073824188AF2}" dt="2022-02-11T22:15:15.331" v="799" actId="20577"/>
        <pc:sldMkLst>
          <pc:docMk/>
          <pc:sldMk cId="1674437042" sldId="315"/>
        </pc:sldMkLst>
        <pc:spChg chg="mod">
          <ac:chgData name="Isabela" userId="0ef52bcce421d85b" providerId="LiveId" clId="{60141837-7678-4BB3-8DE8-073824188AF2}" dt="2022-02-11T21:47:04.153" v="510" actId="20577"/>
          <ac:spMkLst>
            <pc:docMk/>
            <pc:sldMk cId="1674437042" sldId="315"/>
            <ac:spMk id="8" creationId="{DB5796CA-12EB-BB4C-8338-B127D750A026}"/>
          </ac:spMkLst>
        </pc:spChg>
        <pc:spChg chg="mod">
          <ac:chgData name="Isabela" userId="0ef52bcce421d85b" providerId="LiveId" clId="{60141837-7678-4BB3-8DE8-073824188AF2}" dt="2022-02-11T21:48:14.009" v="520" actId="14100"/>
          <ac:spMkLst>
            <pc:docMk/>
            <pc:sldMk cId="1674437042" sldId="315"/>
            <ac:spMk id="10" creationId="{E44DF7DE-9172-3E4E-B74A-7A51585FB6EA}"/>
          </ac:spMkLst>
        </pc:spChg>
        <pc:spChg chg="mod">
          <ac:chgData name="Isabela" userId="0ef52bcce421d85b" providerId="LiveId" clId="{60141837-7678-4BB3-8DE8-073824188AF2}" dt="2022-02-11T22:15:15.331" v="799" actId="20577"/>
          <ac:spMkLst>
            <pc:docMk/>
            <pc:sldMk cId="1674437042" sldId="315"/>
            <ac:spMk id="15" creationId="{5B627696-920F-B441-B5C1-01510F09761A}"/>
          </ac:spMkLst>
        </pc:spChg>
        <pc:picChg chg="add mod modCrop">
          <ac:chgData name="Isabela" userId="0ef52bcce421d85b" providerId="LiveId" clId="{60141837-7678-4BB3-8DE8-073824188AF2}" dt="2022-02-11T21:48:27.892" v="524" actId="1076"/>
          <ac:picMkLst>
            <pc:docMk/>
            <pc:sldMk cId="1674437042" sldId="315"/>
            <ac:picMk id="3" creationId="{C2F8417F-9F34-45B2-B48F-B5123273501F}"/>
          </ac:picMkLst>
        </pc:picChg>
        <pc:picChg chg="add del mod">
          <ac:chgData name="Isabela" userId="0ef52bcce421d85b" providerId="LiveId" clId="{60141837-7678-4BB3-8DE8-073824188AF2}" dt="2022-02-11T21:48:00.249" v="516" actId="478"/>
          <ac:picMkLst>
            <pc:docMk/>
            <pc:sldMk cId="1674437042" sldId="315"/>
            <ac:picMk id="11" creationId="{C11FDFAA-F42E-4371-AC5A-E11284192BCE}"/>
          </ac:picMkLst>
        </pc:picChg>
      </pc:sldChg>
      <pc:sldChg chg="addSp modSp mod">
        <pc:chgData name="Isabela" userId="0ef52bcce421d85b" providerId="LiveId" clId="{60141837-7678-4BB3-8DE8-073824188AF2}" dt="2022-02-11T22:15:23.437" v="802" actId="20577"/>
        <pc:sldMkLst>
          <pc:docMk/>
          <pc:sldMk cId="1251846843" sldId="316"/>
        </pc:sldMkLst>
        <pc:spChg chg="mod">
          <ac:chgData name="Isabela" userId="0ef52bcce421d85b" providerId="LiveId" clId="{60141837-7678-4BB3-8DE8-073824188AF2}" dt="2022-02-11T21:49:07.801" v="553" actId="20577"/>
          <ac:spMkLst>
            <pc:docMk/>
            <pc:sldMk cId="1251846843" sldId="316"/>
            <ac:spMk id="5" creationId="{2AA35BC6-D428-FC41-BDE5-6438AB8840FC}"/>
          </ac:spMkLst>
        </pc:spChg>
        <pc:spChg chg="mod">
          <ac:chgData name="Isabela" userId="0ef52bcce421d85b" providerId="LiveId" clId="{60141837-7678-4BB3-8DE8-073824188AF2}" dt="2022-02-11T22:15:23.437" v="802" actId="20577"/>
          <ac:spMkLst>
            <pc:docMk/>
            <pc:sldMk cId="1251846843" sldId="316"/>
            <ac:spMk id="12" creationId="{647643F2-AA27-F54D-9B18-929351C91D74}"/>
          </ac:spMkLst>
        </pc:spChg>
        <pc:picChg chg="add mod">
          <ac:chgData name="Isabela" userId="0ef52bcce421d85b" providerId="LiveId" clId="{60141837-7678-4BB3-8DE8-073824188AF2}" dt="2022-02-11T21:48:41.593" v="544" actId="1076"/>
          <ac:picMkLst>
            <pc:docMk/>
            <pc:sldMk cId="1251846843" sldId="316"/>
            <ac:picMk id="6" creationId="{27BF167B-22CE-45E4-B944-D06C9E798BAF}"/>
          </ac:picMkLst>
        </pc:picChg>
      </pc:sldChg>
      <pc:sldChg chg="del">
        <pc:chgData name="Isabela" userId="0ef52bcce421d85b" providerId="LiveId" clId="{60141837-7678-4BB3-8DE8-073824188AF2}" dt="2022-02-11T21:43:27.933" v="406" actId="47"/>
        <pc:sldMkLst>
          <pc:docMk/>
          <pc:sldMk cId="2816111526" sldId="317"/>
        </pc:sldMkLst>
      </pc:sldChg>
      <pc:sldChg chg="del">
        <pc:chgData name="Isabela" userId="0ef52bcce421d85b" providerId="LiveId" clId="{60141837-7678-4BB3-8DE8-073824188AF2}" dt="2022-02-11T21:43:27.933" v="406" actId="47"/>
        <pc:sldMkLst>
          <pc:docMk/>
          <pc:sldMk cId="4069935244" sldId="318"/>
        </pc:sldMkLst>
      </pc:sldChg>
      <pc:sldChg chg="del">
        <pc:chgData name="Isabela" userId="0ef52bcce421d85b" providerId="LiveId" clId="{60141837-7678-4BB3-8DE8-073824188AF2}" dt="2022-02-11T21:43:27.933" v="406" actId="47"/>
        <pc:sldMkLst>
          <pc:docMk/>
          <pc:sldMk cId="2771154756" sldId="319"/>
        </pc:sldMkLst>
      </pc:sldChg>
      <pc:sldChg chg="modSp mod ord">
        <pc:chgData name="Isabela" userId="0ef52bcce421d85b" providerId="LiveId" clId="{60141837-7678-4BB3-8DE8-073824188AF2}" dt="2022-02-11T22:14:48.200" v="791" actId="20577"/>
        <pc:sldMkLst>
          <pc:docMk/>
          <pc:sldMk cId="1006858074" sldId="320"/>
        </pc:sldMkLst>
        <pc:spChg chg="mod">
          <ac:chgData name="Isabela" userId="0ef52bcce421d85b" providerId="LiveId" clId="{60141837-7678-4BB3-8DE8-073824188AF2}" dt="2022-02-11T22:14:48.200" v="791" actId="20577"/>
          <ac:spMkLst>
            <pc:docMk/>
            <pc:sldMk cId="1006858074" sldId="320"/>
            <ac:spMk id="7" creationId="{B595484E-1C62-AC4F-B448-37E60F77A8C0}"/>
          </ac:spMkLst>
        </pc:spChg>
      </pc:sldChg>
      <pc:sldChg chg="addSp modSp mod ord">
        <pc:chgData name="Isabela" userId="0ef52bcce421d85b" providerId="LiveId" clId="{60141837-7678-4BB3-8DE8-073824188AF2}" dt="2022-02-11T22:14:54.061" v="792"/>
        <pc:sldMkLst>
          <pc:docMk/>
          <pc:sldMk cId="3840359469" sldId="321"/>
        </pc:sldMkLst>
        <pc:spChg chg="mod">
          <ac:chgData name="Isabela" userId="0ef52bcce421d85b" providerId="LiveId" clId="{60141837-7678-4BB3-8DE8-073824188AF2}" dt="2022-02-11T21:43:47.634" v="437" actId="20577"/>
          <ac:spMkLst>
            <pc:docMk/>
            <pc:sldMk cId="3840359469" sldId="321"/>
            <ac:spMk id="8" creationId="{DB5796CA-12EB-BB4C-8338-B127D750A026}"/>
          </ac:spMkLst>
        </pc:spChg>
        <pc:spChg chg="mod">
          <ac:chgData name="Isabela" userId="0ef52bcce421d85b" providerId="LiveId" clId="{60141837-7678-4BB3-8DE8-073824188AF2}" dt="2022-02-11T21:43:58.556" v="440" actId="2711"/>
          <ac:spMkLst>
            <pc:docMk/>
            <pc:sldMk cId="3840359469" sldId="321"/>
            <ac:spMk id="10" creationId="{0AB6A3A1-5A0D-C84F-AC89-57E6782F43E5}"/>
          </ac:spMkLst>
        </pc:spChg>
        <pc:spChg chg="mod">
          <ac:chgData name="Isabela" userId="0ef52bcce421d85b" providerId="LiveId" clId="{60141837-7678-4BB3-8DE8-073824188AF2}" dt="2022-02-11T22:14:54.061" v="792"/>
          <ac:spMkLst>
            <pc:docMk/>
            <pc:sldMk cId="3840359469" sldId="321"/>
            <ac:spMk id="15" creationId="{5B627696-920F-B441-B5C1-01510F09761A}"/>
          </ac:spMkLst>
        </pc:spChg>
        <pc:picChg chg="add mod">
          <ac:chgData name="Isabela" userId="0ef52bcce421d85b" providerId="LiveId" clId="{60141837-7678-4BB3-8DE8-073824188AF2}" dt="2022-02-11T21:44:07.499" v="443" actId="1076"/>
          <ac:picMkLst>
            <pc:docMk/>
            <pc:sldMk cId="3840359469" sldId="321"/>
            <ac:picMk id="11" creationId="{8D2B0966-F36C-4C36-B583-91B3F33780EF}"/>
          </ac:picMkLst>
        </pc:picChg>
      </pc:sldChg>
      <pc:sldChg chg="addSp modSp mod ord">
        <pc:chgData name="Isabela" userId="0ef52bcce421d85b" providerId="LiveId" clId="{60141837-7678-4BB3-8DE8-073824188AF2}" dt="2022-02-11T22:14:59.298" v="793"/>
        <pc:sldMkLst>
          <pc:docMk/>
          <pc:sldMk cId="2161466645" sldId="322"/>
        </pc:sldMkLst>
        <pc:spChg chg="mod">
          <ac:chgData name="Isabela" userId="0ef52bcce421d85b" providerId="LiveId" clId="{60141837-7678-4BB3-8DE8-073824188AF2}" dt="2022-02-11T21:46:38.480" v="493" actId="2711"/>
          <ac:spMkLst>
            <pc:docMk/>
            <pc:sldMk cId="2161466645" sldId="322"/>
            <ac:spMk id="5" creationId="{22347CCE-34A7-8044-BA67-B5895157AE55}"/>
          </ac:spMkLst>
        </pc:spChg>
        <pc:spChg chg="mod">
          <ac:chgData name="Isabela" userId="0ef52bcce421d85b" providerId="LiveId" clId="{60141837-7678-4BB3-8DE8-073824188AF2}" dt="2022-02-11T22:14:59.298" v="793"/>
          <ac:spMkLst>
            <pc:docMk/>
            <pc:sldMk cId="2161466645" sldId="322"/>
            <ac:spMk id="12" creationId="{647643F2-AA27-F54D-9B18-929351C91D74}"/>
          </ac:spMkLst>
        </pc:spChg>
        <pc:graphicFrameChg chg="add mod modGraphic">
          <ac:chgData name="Isabela" userId="0ef52bcce421d85b" providerId="LiveId" clId="{60141837-7678-4BB3-8DE8-073824188AF2}" dt="2022-02-11T21:46:47.290" v="495" actId="1076"/>
          <ac:graphicFrameMkLst>
            <pc:docMk/>
            <pc:sldMk cId="2161466645" sldId="322"/>
            <ac:graphicFrameMk id="2" creationId="{F1BAF173-5D79-4C46-A356-4DB91F1B93CB}"/>
          </ac:graphicFrameMkLst>
        </pc:graphicFrameChg>
        <pc:picChg chg="add mod">
          <ac:chgData name="Isabela" userId="0ef52bcce421d85b" providerId="LiveId" clId="{60141837-7678-4BB3-8DE8-073824188AF2}" dt="2022-02-11T21:46:04.796" v="471" actId="1076"/>
          <ac:picMkLst>
            <pc:docMk/>
            <pc:sldMk cId="2161466645" sldId="322"/>
            <ac:picMk id="6" creationId="{4C2D8E89-B851-4D40-8AC4-DF6DBCAE84DF}"/>
          </ac:picMkLst>
        </pc:picChg>
      </pc:sldChg>
      <pc:sldChg chg="addSp delSp modSp add mod">
        <pc:chgData name="Isabela" userId="0ef52bcce421d85b" providerId="LiveId" clId="{60141837-7678-4BB3-8DE8-073824188AF2}" dt="2022-02-11T22:15:28.350" v="805" actId="20577"/>
        <pc:sldMkLst>
          <pc:docMk/>
          <pc:sldMk cId="134259388" sldId="323"/>
        </pc:sldMkLst>
        <pc:spChg chg="mod">
          <ac:chgData name="Isabela" userId="0ef52bcce421d85b" providerId="LiveId" clId="{60141837-7678-4BB3-8DE8-073824188AF2}" dt="2022-02-11T21:49:42.948" v="561" actId="11"/>
          <ac:spMkLst>
            <pc:docMk/>
            <pc:sldMk cId="134259388" sldId="323"/>
            <ac:spMk id="5" creationId="{2AA35BC6-D428-FC41-BDE5-6438AB8840FC}"/>
          </ac:spMkLst>
        </pc:spChg>
        <pc:spChg chg="mod">
          <ac:chgData name="Isabela" userId="0ef52bcce421d85b" providerId="LiveId" clId="{60141837-7678-4BB3-8DE8-073824188AF2}" dt="2022-02-11T22:15:28.350" v="805" actId="20577"/>
          <ac:spMkLst>
            <pc:docMk/>
            <pc:sldMk cId="134259388" sldId="323"/>
            <ac:spMk id="12" creationId="{647643F2-AA27-F54D-9B18-929351C91D74}"/>
          </ac:spMkLst>
        </pc:spChg>
        <pc:graphicFrameChg chg="add mod modGraphic">
          <ac:chgData name="Isabela" userId="0ef52bcce421d85b" providerId="LiveId" clId="{60141837-7678-4BB3-8DE8-073824188AF2}" dt="2022-02-11T21:50:23.655" v="573" actId="1076"/>
          <ac:graphicFrameMkLst>
            <pc:docMk/>
            <pc:sldMk cId="134259388" sldId="323"/>
            <ac:graphicFrameMk id="2" creationId="{7AE2FDD7-4BBA-44ED-BEBD-18F641FA76AD}"/>
          </ac:graphicFrameMkLst>
        </pc:graphicFrameChg>
        <pc:picChg chg="del">
          <ac:chgData name="Isabela" userId="0ef52bcce421d85b" providerId="LiveId" clId="{60141837-7678-4BB3-8DE8-073824188AF2}" dt="2022-02-11T21:49:18.626" v="555" actId="478"/>
          <ac:picMkLst>
            <pc:docMk/>
            <pc:sldMk cId="134259388" sldId="323"/>
            <ac:picMk id="6" creationId="{27BF167B-22CE-45E4-B944-D06C9E798BAF}"/>
          </ac:picMkLst>
        </pc:picChg>
      </pc:sldChg>
      <pc:sldChg chg="del">
        <pc:chgData name="Isabela" userId="0ef52bcce421d85b" providerId="LiveId" clId="{60141837-7678-4BB3-8DE8-073824188AF2}" dt="2022-02-11T21:43:27.933" v="406" actId="47"/>
        <pc:sldMkLst>
          <pc:docMk/>
          <pc:sldMk cId="1693014611" sldId="323"/>
        </pc:sldMkLst>
      </pc:sldChg>
      <pc:sldChg chg="del">
        <pc:chgData name="Isabela" userId="0ef52bcce421d85b" providerId="LiveId" clId="{60141837-7678-4BB3-8DE8-073824188AF2}" dt="2022-02-11T21:43:27.933" v="406" actId="47"/>
        <pc:sldMkLst>
          <pc:docMk/>
          <pc:sldMk cId="745523323" sldId="324"/>
        </pc:sldMkLst>
      </pc:sldChg>
      <pc:sldChg chg="delSp modSp add mod">
        <pc:chgData name="Isabela" userId="0ef52bcce421d85b" providerId="LiveId" clId="{60141837-7678-4BB3-8DE8-073824188AF2}" dt="2022-02-11T22:15:56.890" v="817" actId="179"/>
        <pc:sldMkLst>
          <pc:docMk/>
          <pc:sldMk cId="2016406355" sldId="324"/>
        </pc:sldMkLst>
        <pc:spChg chg="mod">
          <ac:chgData name="Isabela" userId="0ef52bcce421d85b" providerId="LiveId" clId="{60141837-7678-4BB3-8DE8-073824188AF2}" dt="2022-02-11T22:15:56.890" v="817" actId="179"/>
          <ac:spMkLst>
            <pc:docMk/>
            <pc:sldMk cId="2016406355" sldId="324"/>
            <ac:spMk id="5" creationId="{08C67FCF-92C3-654A-BF40-5BDF7A4F9271}"/>
          </ac:spMkLst>
        </pc:spChg>
        <pc:spChg chg="mod">
          <ac:chgData name="Isabela" userId="0ef52bcce421d85b" providerId="LiveId" clId="{60141837-7678-4BB3-8DE8-073824188AF2}" dt="2022-02-11T22:15:51.949" v="815"/>
          <ac:spMkLst>
            <pc:docMk/>
            <pc:sldMk cId="2016406355" sldId="324"/>
            <ac:spMk id="12" creationId="{647643F2-AA27-F54D-9B18-929351C91D74}"/>
          </ac:spMkLst>
        </pc:spChg>
        <pc:graphicFrameChg chg="del">
          <ac:chgData name="Isabela" userId="0ef52bcce421d85b" providerId="LiveId" clId="{60141837-7678-4BB3-8DE8-073824188AF2}" dt="2022-02-11T21:53:56.297" v="649" actId="478"/>
          <ac:graphicFrameMkLst>
            <pc:docMk/>
            <pc:sldMk cId="2016406355" sldId="324"/>
            <ac:graphicFrameMk id="7" creationId="{AB11FC09-4BD8-4D0B-A502-D437EE87B4DF}"/>
          </ac:graphicFrameMkLst>
        </pc:graphicFrameChg>
        <pc:picChg chg="del">
          <ac:chgData name="Isabela" userId="0ef52bcce421d85b" providerId="LiveId" clId="{60141837-7678-4BB3-8DE8-073824188AF2}" dt="2022-02-11T21:53:56.692" v="650" actId="478"/>
          <ac:picMkLst>
            <pc:docMk/>
            <pc:sldMk cId="2016406355" sldId="324"/>
            <ac:picMk id="6" creationId="{959DAFAD-A298-44B8-AD22-BE0D4504EBC5}"/>
          </ac:picMkLst>
        </pc:picChg>
      </pc:sldChg>
      <pc:sldChg chg="del">
        <pc:chgData name="Isabela" userId="0ef52bcce421d85b" providerId="LiveId" clId="{60141837-7678-4BB3-8DE8-073824188AF2}" dt="2022-02-11T21:43:27.933" v="406" actId="47"/>
        <pc:sldMkLst>
          <pc:docMk/>
          <pc:sldMk cId="1918385415" sldId="325"/>
        </pc:sldMkLst>
      </pc:sldChg>
      <pc:sldChg chg="addSp modSp add mod">
        <pc:chgData name="Isabela" userId="0ef52bcce421d85b" providerId="LiveId" clId="{60141837-7678-4BB3-8DE8-073824188AF2}" dt="2022-02-11T22:16:04.737" v="822" actId="20577"/>
        <pc:sldMkLst>
          <pc:docMk/>
          <pc:sldMk cId="3853114198" sldId="325"/>
        </pc:sldMkLst>
        <pc:spChg chg="mod">
          <ac:chgData name="Isabela" userId="0ef52bcce421d85b" providerId="LiveId" clId="{60141837-7678-4BB3-8DE8-073824188AF2}" dt="2022-02-11T21:55:22.303" v="703" actId="2711"/>
          <ac:spMkLst>
            <pc:docMk/>
            <pc:sldMk cId="3853114198" sldId="325"/>
            <ac:spMk id="5" creationId="{08C67FCF-92C3-654A-BF40-5BDF7A4F9271}"/>
          </ac:spMkLst>
        </pc:spChg>
        <pc:spChg chg="mod">
          <ac:chgData name="Isabela" userId="0ef52bcce421d85b" providerId="LiveId" clId="{60141837-7678-4BB3-8DE8-073824188AF2}" dt="2022-02-11T22:16:04.737" v="822" actId="20577"/>
          <ac:spMkLst>
            <pc:docMk/>
            <pc:sldMk cId="3853114198" sldId="325"/>
            <ac:spMk id="12" creationId="{647643F2-AA27-F54D-9B18-929351C91D74}"/>
          </ac:spMkLst>
        </pc:spChg>
        <pc:graphicFrameChg chg="add mod modGraphic">
          <ac:chgData name="Isabela" userId="0ef52bcce421d85b" providerId="LiveId" clId="{60141837-7678-4BB3-8DE8-073824188AF2}" dt="2022-02-11T21:56:22.833" v="713" actId="1076"/>
          <ac:graphicFrameMkLst>
            <pc:docMk/>
            <pc:sldMk cId="3853114198" sldId="325"/>
            <ac:graphicFrameMk id="2" creationId="{68715257-BF13-455B-BD9A-0136FD483841}"/>
          </ac:graphicFrameMkLst>
        </pc:graphicFrameChg>
      </pc:sldChg>
      <pc:sldChg chg="addSp delSp modSp add mod">
        <pc:chgData name="Isabela" userId="0ef52bcce421d85b" providerId="LiveId" clId="{60141837-7678-4BB3-8DE8-073824188AF2}" dt="2022-02-11T22:16:11.039" v="823"/>
        <pc:sldMkLst>
          <pc:docMk/>
          <pc:sldMk cId="1059954329" sldId="326"/>
        </pc:sldMkLst>
        <pc:spChg chg="mod">
          <ac:chgData name="Isabela" userId="0ef52bcce421d85b" providerId="LiveId" clId="{60141837-7678-4BB3-8DE8-073824188AF2}" dt="2022-02-11T21:57:38.372" v="741" actId="20577"/>
          <ac:spMkLst>
            <pc:docMk/>
            <pc:sldMk cId="1059954329" sldId="326"/>
            <ac:spMk id="5" creationId="{08C67FCF-92C3-654A-BF40-5BDF7A4F9271}"/>
          </ac:spMkLst>
        </pc:spChg>
        <pc:spChg chg="mod">
          <ac:chgData name="Isabela" userId="0ef52bcce421d85b" providerId="LiveId" clId="{60141837-7678-4BB3-8DE8-073824188AF2}" dt="2022-02-11T22:16:11.039" v="823"/>
          <ac:spMkLst>
            <pc:docMk/>
            <pc:sldMk cId="1059954329" sldId="326"/>
            <ac:spMk id="12" creationId="{647643F2-AA27-F54D-9B18-929351C91D74}"/>
          </ac:spMkLst>
        </pc:spChg>
        <pc:graphicFrameChg chg="del">
          <ac:chgData name="Isabela" userId="0ef52bcce421d85b" providerId="LiveId" clId="{60141837-7678-4BB3-8DE8-073824188AF2}" dt="2022-02-11T21:56:48.332" v="716" actId="478"/>
          <ac:graphicFrameMkLst>
            <pc:docMk/>
            <pc:sldMk cId="1059954329" sldId="326"/>
            <ac:graphicFrameMk id="2" creationId="{68715257-BF13-455B-BD9A-0136FD483841}"/>
          </ac:graphicFrameMkLst>
        </pc:graphicFrameChg>
        <pc:graphicFrameChg chg="add mod modGraphic">
          <ac:chgData name="Isabela" userId="0ef52bcce421d85b" providerId="LiveId" clId="{60141837-7678-4BB3-8DE8-073824188AF2}" dt="2022-02-11T21:57:27.573" v="736" actId="1076"/>
          <ac:graphicFrameMkLst>
            <pc:docMk/>
            <pc:sldMk cId="1059954329" sldId="326"/>
            <ac:graphicFrameMk id="8" creationId="{82286746-74CD-4703-BD43-7E91955E5BC2}"/>
          </ac:graphicFrameMkLst>
        </pc:graphicFrameChg>
        <pc:picChg chg="add mod">
          <ac:chgData name="Isabela" userId="0ef52bcce421d85b" providerId="LiveId" clId="{60141837-7678-4BB3-8DE8-073824188AF2}" dt="2022-02-11T21:57:44.620" v="744" actId="1076"/>
          <ac:picMkLst>
            <pc:docMk/>
            <pc:sldMk cId="1059954329" sldId="326"/>
            <ac:picMk id="7" creationId="{4347078F-5F37-41B3-A63C-75F0C8870615}"/>
          </ac:picMkLst>
        </pc:picChg>
      </pc:sldChg>
      <pc:sldChg chg="del">
        <pc:chgData name="Isabela" userId="0ef52bcce421d85b" providerId="LiveId" clId="{60141837-7678-4BB3-8DE8-073824188AF2}" dt="2022-02-11T21:43:27.933" v="406" actId="47"/>
        <pc:sldMkLst>
          <pc:docMk/>
          <pc:sldMk cId="3062107073" sldId="326"/>
        </pc:sldMkLst>
      </pc:sldChg>
      <pc:sldChg chg="del">
        <pc:chgData name="Isabela" userId="0ef52bcce421d85b" providerId="LiveId" clId="{60141837-7678-4BB3-8DE8-073824188AF2}" dt="2022-02-11T21:43:27.933" v="406" actId="47"/>
        <pc:sldMkLst>
          <pc:docMk/>
          <pc:sldMk cId="1364029028" sldId="327"/>
        </pc:sldMkLst>
      </pc:sldChg>
      <pc:sldChg chg="del">
        <pc:chgData name="Isabela" userId="0ef52bcce421d85b" providerId="LiveId" clId="{60141837-7678-4BB3-8DE8-073824188AF2}" dt="2022-02-11T21:43:27.933" v="406" actId="47"/>
        <pc:sldMkLst>
          <pc:docMk/>
          <pc:sldMk cId="852717639" sldId="328"/>
        </pc:sldMkLst>
      </pc:sldChg>
      <pc:sldChg chg="del">
        <pc:chgData name="Isabela" userId="0ef52bcce421d85b" providerId="LiveId" clId="{60141837-7678-4BB3-8DE8-073824188AF2}" dt="2022-02-11T21:43:27.933" v="406" actId="47"/>
        <pc:sldMkLst>
          <pc:docMk/>
          <pc:sldMk cId="2456065892" sldId="329"/>
        </pc:sldMkLst>
      </pc:sldChg>
      <pc:sldChg chg="del">
        <pc:chgData name="Isabela" userId="0ef52bcce421d85b" providerId="LiveId" clId="{60141837-7678-4BB3-8DE8-073824188AF2}" dt="2022-02-11T21:43:27.933" v="406" actId="47"/>
        <pc:sldMkLst>
          <pc:docMk/>
          <pc:sldMk cId="3399856976" sldId="330"/>
        </pc:sldMkLst>
      </pc:sldChg>
      <pc:sldChg chg="del">
        <pc:chgData name="Isabela" userId="0ef52bcce421d85b" providerId="LiveId" clId="{60141837-7678-4BB3-8DE8-073824188AF2}" dt="2022-02-11T21:43:27.933" v="406" actId="47"/>
        <pc:sldMkLst>
          <pc:docMk/>
          <pc:sldMk cId="772273118" sldId="3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50601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54045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88954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17556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91176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hyperlink" Target="https://commons.wikimedia.org/wiki/File:Great_barrier_reef.JPG" TargetMode="External"/><Relationship Id="rId5" Type="http://schemas.openxmlformats.org/officeDocument/2006/relationships/image" Target="../media/image15.jpeg"/><Relationship Id="rId4" Type="http://schemas.openxmlformats.org/officeDocument/2006/relationships/image" Target="../media/image1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0.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90.png"/><Relationship Id="rId4" Type="http://schemas.openxmlformats.org/officeDocument/2006/relationships/image" Target="../media/image280.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Accelerated</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Points on the Coordinate Plane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145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47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87950" y="1111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64450" y="3469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11750" y="1600200"/>
                <a:ext cx="9168500" cy="42057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800" dirty="0">
                    <a:solidFill>
                      <a:schemeClr val="tx1"/>
                    </a:solidFill>
                    <a:latin typeface="Verdana" panose="020B0604030504040204" pitchFamily="34" charset="0"/>
                    <a:ea typeface="Verdana" panose="020B0604030504040204" pitchFamily="34" charset="0"/>
                    <a:cs typeface="Verdana"/>
                    <a:sym typeface="Verdana"/>
                  </a:rPr>
                  <a:t>MA.6.GR.1.1</a:t>
                </a:r>
              </a:p>
              <a:p>
                <a:pPr indent="0">
                  <a:buNone/>
                </a:pPr>
                <a:r>
                  <a:rPr lang="en-US" sz="3800" dirty="0">
                    <a:solidFill>
                      <a:srgbClr val="000000"/>
                    </a:solidFill>
                    <a:latin typeface="Verdana" panose="020B0604030504040204" pitchFamily="34" charset="0"/>
                    <a:ea typeface="Verdana" panose="020B0604030504040204" pitchFamily="34" charset="0"/>
                    <a:cs typeface="Verdana" panose="020B0604030504040204" pitchFamily="34" charset="0"/>
                  </a:rPr>
                  <a:t>Extend previous understanding of the coordinate plane to plot rational number ordered pairs in all four quadrants and on both axes. Identify the </a:t>
                </a:r>
                <a14:m>
                  <m:oMath xmlns:m="http://schemas.openxmlformats.org/officeDocument/2006/math">
                    <m:r>
                      <a:rPr lang="en-US" sz="3800" i="1">
                        <a:solidFill>
                          <a:srgbClr val="000000"/>
                        </a:solidFill>
                        <a:latin typeface="Cambria Math" panose="02040503050406030204" pitchFamily="18" charset="0"/>
                        <a:ea typeface="Yu Mincho" panose="020B0400000000000000" pitchFamily="18" charset="-128"/>
                        <a:cs typeface="Cambria Math" panose="02040503050406030204" pitchFamily="18" charset="0"/>
                      </a:rPr>
                      <m:t>𝑥</m:t>
                    </m:r>
                  </m:oMath>
                </a14:m>
                <a:r>
                  <a:rPr lang="en-US" sz="3800" dirty="0">
                    <a:solidFill>
                      <a:srgbClr val="000000"/>
                    </a:solidFill>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3800" i="1">
                        <a:solidFill>
                          <a:srgbClr val="000000"/>
                        </a:solidFill>
                        <a:latin typeface="Cambria Math" panose="02040503050406030204" pitchFamily="18" charset="0"/>
                        <a:ea typeface="Yu Mincho" panose="020B0400000000000000" pitchFamily="18" charset="-128"/>
                        <a:cs typeface="Cambria Math" panose="02040503050406030204" pitchFamily="18" charset="0"/>
                      </a:rPr>
                      <m:t>𝑦</m:t>
                    </m:r>
                  </m:oMath>
                </a14:m>
                <a:r>
                  <a:rPr lang="en-US" sz="3800" dirty="0">
                    <a:solidFill>
                      <a:srgbClr val="000000"/>
                    </a:solidFill>
                    <a:latin typeface="Verdana" panose="020B0604030504040204" pitchFamily="34" charset="0"/>
                    <a:ea typeface="Verdana" panose="020B0604030504040204" pitchFamily="34" charset="0"/>
                    <a:cs typeface="Verdana" panose="020B0604030504040204" pitchFamily="34" charset="0"/>
                  </a:rPr>
                  <a:t>-axis as the line of reflection when two ordered pairs have an opposite </a:t>
                </a:r>
                <a14:m>
                  <m:oMath xmlns:m="http://schemas.openxmlformats.org/officeDocument/2006/math">
                    <m:r>
                      <a:rPr lang="en-US" sz="3800" i="1">
                        <a:solidFill>
                          <a:srgbClr val="000000"/>
                        </a:solidFill>
                        <a:latin typeface="Cambria Math" panose="02040503050406030204" pitchFamily="18" charset="0"/>
                        <a:ea typeface="Yu Mincho" panose="020B0400000000000000" pitchFamily="18" charset="-128"/>
                        <a:cs typeface="Cambria Math" panose="02040503050406030204" pitchFamily="18" charset="0"/>
                      </a:rPr>
                      <m:t>𝑥</m:t>
                    </m:r>
                  </m:oMath>
                </a14:m>
                <a:r>
                  <a:rPr lang="en-US" sz="3800" dirty="0">
                    <a:solidFill>
                      <a:srgbClr val="000000"/>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3800" i="1">
                        <a:solidFill>
                          <a:srgbClr val="000000"/>
                        </a:solidFill>
                        <a:latin typeface="Cambria Math" panose="02040503050406030204" pitchFamily="18" charset="0"/>
                        <a:ea typeface="Yu Mincho" panose="020B0400000000000000" pitchFamily="18" charset="-128"/>
                        <a:cs typeface="Cambria Math" panose="02040503050406030204" pitchFamily="18" charset="0"/>
                      </a:rPr>
                      <m:t>𝑦</m:t>
                    </m:r>
                  </m:oMath>
                </a14:m>
                <a:r>
                  <a:rPr lang="en-US" sz="3800" dirty="0">
                    <a:solidFill>
                      <a:srgbClr val="000000"/>
                    </a:solidFill>
                    <a:latin typeface="Verdana" panose="020B0604030504040204" pitchFamily="34" charset="0"/>
                    <a:ea typeface="Verdana" panose="020B0604030504040204" pitchFamily="34" charset="0"/>
                    <a:cs typeface="Verdana" panose="020B0604030504040204" pitchFamily="34" charset="0"/>
                  </a:rPr>
                  <a:t>-coordinate.</a:t>
                </a: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dirty="0">
                  <a:solidFill>
                    <a:schemeClr val="tx1"/>
                  </a:solidFill>
                  <a:latin typeface="Century Gothic"/>
                  <a:ea typeface="Century Gothic"/>
                  <a:cs typeface="Century Gothic"/>
                  <a:sym typeface="Century Gothic"/>
                </a:endParaRPr>
              </a:p>
            </p:txBody>
          </p:sp>
        </mc:Choice>
        <mc:Fallback xmlns="">
          <p:sp>
            <p:nvSpPr>
              <p:cNvPr id="8" name="Google Shape;280;g104476d1465_1_17">
                <a:extLst>
                  <a:ext uri="{FF2B5EF4-FFF2-40B4-BE49-F238E27FC236}">
                    <a16:creationId xmlns:a16="http://schemas.microsoft.com/office/drawing/2014/main" xmlns:a14="http://schemas.microsoft.com/office/drawing/2010/main" xmlns="" id="{527A9F9F-07B8-ED47-B967-E5507C67DBC5}"/>
                  </a:ext>
                </a:extLst>
              </p:cNvPr>
              <p:cNvSpPr txBox="1">
                <a:spLocks noRot="1" noChangeAspect="1" noMove="1" noResize="1" noEditPoints="1" noAdjustHandles="1" noChangeArrowheads="1" noChangeShapeType="1" noTextEdit="1"/>
              </p:cNvSpPr>
              <p:nvPr/>
            </p:nvSpPr>
            <p:spPr>
              <a:xfrm>
                <a:off x="1511750" y="1600200"/>
                <a:ext cx="9168500" cy="4205700"/>
              </a:xfrm>
              <a:prstGeom prst="rect">
                <a:avLst/>
              </a:prstGeom>
              <a:blipFill rotWithShape="0">
                <a:blip r:embed="rId5"/>
                <a:stretch>
                  <a:fillRect l="-1995" t="-2467" r="-2327" b="-3628"/>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58400" y="24263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83050"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83050" y="1596390"/>
            <a:ext cx="87277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94819"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12657" y="28920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600200" y="1600200"/>
                <a:ext cx="8991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rPr>
                  <a:t>I can plot rational numbers using a scale of </a:t>
                </a:r>
                <a14:m>
                  <m:oMath xmlns:m="http://schemas.openxmlformats.org/officeDocument/2006/math">
                    <m:r>
                      <a:rPr lang="en-US" sz="3500" i="1">
                        <a:latin typeface="Cambria Math" panose="02040503050406030204" pitchFamily="18" charset="0"/>
                        <a:ea typeface="Cambria Math" panose="02040503050406030204" pitchFamily="18" charset="0"/>
                      </a:rPr>
                      <m:t>1</m:t>
                    </m:r>
                  </m:oMath>
                </a14:m>
                <a:r>
                  <a:rPr lang="en-US" sz="3500" dirty="0">
                    <a:latin typeface="Verdana" panose="020B0604030504040204" pitchFamily="34" charset="0"/>
                    <a:ea typeface="Verdana" panose="020B0604030504040204" pitchFamily="34" charset="0"/>
                  </a:rPr>
                  <a:t>.</a:t>
                </a:r>
                <a:endParaRPr lang="en-US" sz="3500" i="1" dirty="0">
                  <a:latin typeface="Verdana" panose="020B0604030504040204" pitchFamily="34" charset="0"/>
                  <a:ea typeface="Verdana" panose="020B0604030504040204" pitchFamily="34" charset="0"/>
                </a:endParaRPr>
              </a:p>
            </p:txBody>
          </p:sp>
        </mc:Choice>
        <mc:Fallback xmlns="">
          <p:sp>
            <p:nvSpPr>
              <p:cNvPr id="14" name="Google Shape;302;g103996e1364_0_16">
                <a:extLst>
                  <a:ext uri="{FF2B5EF4-FFF2-40B4-BE49-F238E27FC236}">
                    <a16:creationId xmlns:a16="http://schemas.microsoft.com/office/drawing/2014/main" xmlns:a14="http://schemas.microsoft.com/office/drawing/2010/main" xmlns="" id="{9B7C98EC-F13C-9146-B728-D7044DB4247D}"/>
                  </a:ext>
                </a:extLst>
              </p:cNvPr>
              <p:cNvSpPr txBox="1">
                <a:spLocks noRot="1" noChangeAspect="1" noMove="1" noResize="1" noEditPoints="1" noAdjustHandles="1" noChangeArrowheads="1" noChangeShapeType="1" noTextEdit="1"/>
              </p:cNvSpPr>
              <p:nvPr/>
            </p:nvSpPr>
            <p:spPr>
              <a:xfrm>
                <a:off x="1600200" y="1600200"/>
                <a:ext cx="8991600" cy="4205700"/>
              </a:xfrm>
              <a:prstGeom prst="rect">
                <a:avLst/>
              </a:prstGeom>
              <a:blipFill rotWithShape="0">
                <a:blip r:embed="rId4"/>
                <a:stretch>
                  <a:fillRect l="-1492" t="-2467"/>
                </a:stretch>
              </a:blipFill>
              <a:ln>
                <a:noFill/>
              </a:ln>
            </p:spPr>
            <p:txBody>
              <a:bodyPr/>
              <a:lstStyle/>
              <a:p>
                <a:r>
                  <a:rPr lang="en-US">
                    <a:noFill/>
                  </a:rPr>
                  <a:t> </a:t>
                </a:r>
              </a:p>
            </p:txBody>
          </p:sp>
        </mc:Fallback>
      </mc:AlternateContent>
      <p:sp>
        <p:nvSpPr>
          <p:cNvPr id="8" name="Google Shape;282;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112"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0382"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4.3.1 Warm-Up: Which One Is the Best?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93082"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440382" y="1386025"/>
                <a:ext cx="8825062"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Coral polyps get stressed </a:t>
                </a:r>
              </a:p>
              <a:p>
                <a:r>
                  <a:rPr lang="en-US" sz="2000" dirty="0">
                    <a:latin typeface="Verdana" panose="020B0604030504040204" pitchFamily="34" charset="0"/>
                    <a:ea typeface="Verdana" panose="020B0604030504040204" pitchFamily="34" charset="0"/>
                    <a:cs typeface="Verdana" panose="020B0604030504040204" pitchFamily="34" charset="0"/>
                  </a:rPr>
                  <a:t>out and could die if the </a:t>
                </a:r>
              </a:p>
              <a:p>
                <a:r>
                  <a:rPr lang="en-US" sz="2000" dirty="0">
                    <a:latin typeface="Verdana" panose="020B0604030504040204" pitchFamily="34" charset="0"/>
                    <a:ea typeface="Verdana" panose="020B0604030504040204" pitchFamily="34" charset="0"/>
                    <a:cs typeface="Verdana" panose="020B0604030504040204" pitchFamily="34" charset="0"/>
                  </a:rPr>
                  <a:t>surrounding water is above </a:t>
                </a:r>
              </a:p>
              <a:p>
                <a14:m>
                  <m:oMath xmlns:m="http://schemas.openxmlformats.org/officeDocument/2006/math">
                    <m:r>
                      <a:rPr lang="en-US" sz="2000">
                        <a:latin typeface="Cambria Math" panose="02040503050406030204" pitchFamily="18" charset="0"/>
                        <a:ea typeface="Yu Mincho" panose="02020400000000000000" pitchFamily="18" charset="-128"/>
                        <a:cs typeface="Cambria Math" panose="02040503050406030204" pitchFamily="18" charset="0"/>
                      </a:rPr>
                      <m:t>29℃</m:t>
                    </m:r>
                  </m:oMath>
                </a14:m>
                <a:r>
                  <a:rPr lang="en-US" sz="2000" dirty="0">
                    <a:latin typeface="Verdana" panose="020B0604030504040204" pitchFamily="34" charset="0"/>
                    <a:ea typeface="Verdana" panose="020B0604030504040204" pitchFamily="34" charset="0"/>
                    <a:cs typeface="Verdana" panose="020B0604030504040204" pitchFamily="34" charset="0"/>
                  </a:rPr>
                  <a:t>. The table represents </a:t>
                </a:r>
              </a:p>
              <a:p>
                <a:r>
                  <a:rPr lang="en-US" sz="2000" dirty="0">
                    <a:latin typeface="Verdana" panose="020B0604030504040204" pitchFamily="34" charset="0"/>
                    <a:ea typeface="Verdana" panose="020B0604030504040204" pitchFamily="34" charset="0"/>
                    <a:cs typeface="Verdana" panose="020B0604030504040204" pitchFamily="34" charset="0"/>
                  </a:rPr>
                  <a:t>the average temperature, </a:t>
                </a:r>
              </a:p>
              <a:p>
                <a:r>
                  <a:rPr lang="en-US" sz="2000" dirty="0">
                    <a:latin typeface="Verdana" panose="020B0604030504040204" pitchFamily="34" charset="0"/>
                    <a:ea typeface="Verdana" panose="020B0604030504040204" pitchFamily="34" charset="0"/>
                    <a:cs typeface="Verdana" panose="020B0604030504040204" pitchFamily="34" charset="0"/>
                  </a:rPr>
                  <a:t>to the nearest tenth, above </a:t>
                </a:r>
              </a:p>
              <a:p>
                <a14:m>
                  <m:oMath xmlns:m="http://schemas.openxmlformats.org/officeDocument/2006/math">
                    <m:r>
                      <a:rPr lang="en-US" sz="2000">
                        <a:latin typeface="Cambria Math" panose="02040503050406030204" pitchFamily="18" charset="0"/>
                        <a:ea typeface="Yu Mincho" panose="02020400000000000000" pitchFamily="18" charset="-128"/>
                        <a:cs typeface="Cambria Math" panose="02040503050406030204" pitchFamily="18" charset="0"/>
                      </a:rPr>
                      <m:t>29℃</m:t>
                    </m:r>
                  </m:oMath>
                </a14:m>
                <a:r>
                  <a:rPr lang="en-US" sz="2000" dirty="0">
                    <a:latin typeface="Verdana" panose="020B0604030504040204" pitchFamily="34" charset="0"/>
                    <a:ea typeface="Verdana" panose="020B0604030504040204" pitchFamily="34" charset="0"/>
                    <a:cs typeface="Verdana" panose="020B0604030504040204" pitchFamily="34" charset="0"/>
                  </a:rPr>
                  <a:t> at the Great Coral Reef </a:t>
                </a:r>
              </a:p>
              <a:p>
                <a:r>
                  <a:rPr lang="en-US" sz="2000" dirty="0">
                    <a:latin typeface="Verdana" panose="020B0604030504040204" pitchFamily="34" charset="0"/>
                    <a:ea typeface="Verdana" panose="020B0604030504040204" pitchFamily="34" charset="0"/>
                    <a:cs typeface="Verdana" panose="020B0604030504040204" pitchFamily="34" charset="0"/>
                  </a:rPr>
                  <a:t>over a </a:t>
                </a:r>
                <a14:m>
                  <m:oMath xmlns:m="http://schemas.openxmlformats.org/officeDocument/2006/math">
                    <m:r>
                      <a:rPr lang="en-US" sz="2000">
                        <a:latin typeface="Cambria Math" panose="02040503050406030204" pitchFamily="18" charset="0"/>
                        <a:ea typeface="Yu Mincho" panose="02020400000000000000" pitchFamily="18" charset="-128"/>
                        <a:cs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-week period.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which of the three graphs best represents the data. (Data taken from NOAA.)</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440382" y="1386025"/>
                <a:ext cx="8825062" cy="4093428"/>
              </a:xfrm>
              <a:prstGeom prst="rect">
                <a:avLst/>
              </a:prstGeom>
              <a:blipFill rotWithShape="0">
                <a:blip r:embed="rId4"/>
                <a:stretch>
                  <a:fillRect l="-760" t="-744"/>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871E9503-2A78-45E4-A775-DBF01A4FCC27}"/>
              </a:ext>
            </a:extLst>
          </p:cNvPr>
          <p:cNvPicPr>
            <a:picLocks noChangeAspect="1"/>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5984368" y="1386025"/>
            <a:ext cx="3661011" cy="2745618"/>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51CA5D5-74B6-4A29-81C2-06B52FCC4641}"/>
                  </a:ext>
                </a:extLst>
              </p:cNvPr>
              <p:cNvGraphicFramePr>
                <a:graphicFrameLocks noGrp="1"/>
              </p:cNvGraphicFramePr>
              <p:nvPr>
                <p:extLst>
                  <p:ext uri="{D42A27DB-BD31-4B8C-83A1-F6EECF244321}">
                    <p14:modId xmlns:p14="http://schemas.microsoft.com/office/powerpoint/2010/main" val="1599115007"/>
                  </p:ext>
                </p:extLst>
              </p:nvPr>
            </p:nvGraphicFramePr>
            <p:xfrm>
              <a:off x="1836137" y="5254668"/>
              <a:ext cx="8071103" cy="945932"/>
            </p:xfrm>
            <a:graphic>
              <a:graphicData uri="http://schemas.openxmlformats.org/drawingml/2006/table">
                <a:tbl>
                  <a:tblPr bandRow="1">
                    <a:tableStyleId>{A91F0D33-8C57-4600-99A7-42BC86742BE1}</a:tableStyleId>
                  </a:tblPr>
                  <a:tblGrid>
                    <a:gridCol w="1005151">
                      <a:extLst>
                        <a:ext uri="{9D8B030D-6E8A-4147-A177-3AD203B41FA5}">
                          <a16:colId xmlns:a16="http://schemas.microsoft.com/office/drawing/2014/main" val="982144091"/>
                        </a:ext>
                      </a:extLst>
                    </a:gridCol>
                    <a:gridCol w="594124">
                      <a:extLst>
                        <a:ext uri="{9D8B030D-6E8A-4147-A177-3AD203B41FA5}">
                          <a16:colId xmlns:a16="http://schemas.microsoft.com/office/drawing/2014/main" val="3689974879"/>
                        </a:ext>
                      </a:extLst>
                    </a:gridCol>
                    <a:gridCol w="597112">
                      <a:extLst>
                        <a:ext uri="{9D8B030D-6E8A-4147-A177-3AD203B41FA5}">
                          <a16:colId xmlns:a16="http://schemas.microsoft.com/office/drawing/2014/main" val="215974473"/>
                        </a:ext>
                      </a:extLst>
                    </a:gridCol>
                    <a:gridCol w="597112">
                      <a:extLst>
                        <a:ext uri="{9D8B030D-6E8A-4147-A177-3AD203B41FA5}">
                          <a16:colId xmlns:a16="http://schemas.microsoft.com/office/drawing/2014/main" val="2638612057"/>
                        </a:ext>
                      </a:extLst>
                    </a:gridCol>
                    <a:gridCol w="597112">
                      <a:extLst>
                        <a:ext uri="{9D8B030D-6E8A-4147-A177-3AD203B41FA5}">
                          <a16:colId xmlns:a16="http://schemas.microsoft.com/office/drawing/2014/main" val="2778792419"/>
                        </a:ext>
                      </a:extLst>
                    </a:gridCol>
                    <a:gridCol w="577681">
                      <a:extLst>
                        <a:ext uri="{9D8B030D-6E8A-4147-A177-3AD203B41FA5}">
                          <a16:colId xmlns:a16="http://schemas.microsoft.com/office/drawing/2014/main" val="3233684208"/>
                        </a:ext>
                      </a:extLst>
                    </a:gridCol>
                    <a:gridCol w="538073">
                      <a:extLst>
                        <a:ext uri="{9D8B030D-6E8A-4147-A177-3AD203B41FA5}">
                          <a16:colId xmlns:a16="http://schemas.microsoft.com/office/drawing/2014/main" val="3993802368"/>
                        </a:ext>
                      </a:extLst>
                    </a:gridCol>
                    <a:gridCol w="605333">
                      <a:extLst>
                        <a:ext uri="{9D8B030D-6E8A-4147-A177-3AD203B41FA5}">
                          <a16:colId xmlns:a16="http://schemas.microsoft.com/office/drawing/2014/main" val="1076865124"/>
                        </a:ext>
                      </a:extLst>
                    </a:gridCol>
                    <a:gridCol w="605333">
                      <a:extLst>
                        <a:ext uri="{9D8B030D-6E8A-4147-A177-3AD203B41FA5}">
                          <a16:colId xmlns:a16="http://schemas.microsoft.com/office/drawing/2014/main" val="1523131041"/>
                        </a:ext>
                      </a:extLst>
                    </a:gridCol>
                    <a:gridCol w="605333">
                      <a:extLst>
                        <a:ext uri="{9D8B030D-6E8A-4147-A177-3AD203B41FA5}">
                          <a16:colId xmlns:a16="http://schemas.microsoft.com/office/drawing/2014/main" val="1751121526"/>
                        </a:ext>
                      </a:extLst>
                    </a:gridCol>
                    <a:gridCol w="605333">
                      <a:extLst>
                        <a:ext uri="{9D8B030D-6E8A-4147-A177-3AD203B41FA5}">
                          <a16:colId xmlns:a16="http://schemas.microsoft.com/office/drawing/2014/main" val="884723419"/>
                        </a:ext>
                      </a:extLst>
                    </a:gridCol>
                    <a:gridCol w="605333">
                      <a:extLst>
                        <a:ext uri="{9D8B030D-6E8A-4147-A177-3AD203B41FA5}">
                          <a16:colId xmlns:a16="http://schemas.microsoft.com/office/drawing/2014/main" val="473239828"/>
                        </a:ext>
                      </a:extLst>
                    </a:gridCol>
                    <a:gridCol w="538073">
                      <a:extLst>
                        <a:ext uri="{9D8B030D-6E8A-4147-A177-3AD203B41FA5}">
                          <a16:colId xmlns:a16="http://schemas.microsoft.com/office/drawing/2014/main" val="218715646"/>
                        </a:ext>
                      </a:extLst>
                    </a:gridCol>
                  </a:tblGrid>
                  <a:tr h="47296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Week</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195299"/>
                      </a:ext>
                    </a:extLst>
                  </a:tr>
                  <a:tr h="47296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Temp</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0.1</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0.2</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0.7</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0.8</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0.2</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0.6</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0.7</m:t>
                                </m:r>
                              </m:oMath>
                            </m:oMathPara>
                          </a14:m>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0.1</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0.4</m:t>
                                </m:r>
                              </m:oMath>
                            </m:oMathPara>
                          </a14:m>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0.7</m:t>
                                </m:r>
                              </m:oMath>
                            </m:oMathPara>
                          </a14:m>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0.8</m:t>
                                </m:r>
                              </m:oMath>
                            </m:oMathPara>
                          </a14:m>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99962"/>
                      </a:ext>
                    </a:extLst>
                  </a:tr>
                </a:tbl>
              </a:graphicData>
            </a:graphic>
          </p:graphicFrame>
        </mc:Choice>
        <mc:Fallback xmlns="">
          <p:graphicFrame>
            <p:nvGraphicFramePr>
              <p:cNvPr id="3" name="Table 2">
                <a:extLst>
                  <a:ext uri="{FF2B5EF4-FFF2-40B4-BE49-F238E27FC236}">
                    <a16:creationId xmlns:a16="http://schemas.microsoft.com/office/drawing/2014/main" id="{E51CA5D5-74B6-4A29-81C2-06B52FCC4641}"/>
                  </a:ext>
                </a:extLst>
              </p:cNvPr>
              <p:cNvGraphicFramePr>
                <a:graphicFrameLocks noGrp="1"/>
              </p:cNvGraphicFramePr>
              <p:nvPr>
                <p:extLst>
                  <p:ext uri="{D42A27DB-BD31-4B8C-83A1-F6EECF244321}">
                    <p14:modId xmlns:p14="http://schemas.microsoft.com/office/powerpoint/2010/main" val="1599115007"/>
                  </p:ext>
                </p:extLst>
              </p:nvPr>
            </p:nvGraphicFramePr>
            <p:xfrm>
              <a:off x="312136" y="5254668"/>
              <a:ext cx="8071103" cy="945932"/>
            </p:xfrm>
            <a:graphic>
              <a:graphicData uri="http://schemas.openxmlformats.org/drawingml/2006/table">
                <a:tbl>
                  <a:tblPr bandRow="1">
                    <a:tableStyleId>{A91F0D33-8C57-4600-99A7-42BC86742BE1}</a:tableStyleId>
                  </a:tblPr>
                  <a:tblGrid>
                    <a:gridCol w="1005151">
                      <a:extLst>
                        <a:ext uri="{9D8B030D-6E8A-4147-A177-3AD203B41FA5}">
                          <a16:colId xmlns:a16="http://schemas.microsoft.com/office/drawing/2014/main" val="982144091"/>
                        </a:ext>
                      </a:extLst>
                    </a:gridCol>
                    <a:gridCol w="594124">
                      <a:extLst>
                        <a:ext uri="{9D8B030D-6E8A-4147-A177-3AD203B41FA5}">
                          <a16:colId xmlns:a16="http://schemas.microsoft.com/office/drawing/2014/main" val="3689974879"/>
                        </a:ext>
                      </a:extLst>
                    </a:gridCol>
                    <a:gridCol w="597112">
                      <a:extLst>
                        <a:ext uri="{9D8B030D-6E8A-4147-A177-3AD203B41FA5}">
                          <a16:colId xmlns:a16="http://schemas.microsoft.com/office/drawing/2014/main" val="215974473"/>
                        </a:ext>
                      </a:extLst>
                    </a:gridCol>
                    <a:gridCol w="597112">
                      <a:extLst>
                        <a:ext uri="{9D8B030D-6E8A-4147-A177-3AD203B41FA5}">
                          <a16:colId xmlns:a16="http://schemas.microsoft.com/office/drawing/2014/main" val="2638612057"/>
                        </a:ext>
                      </a:extLst>
                    </a:gridCol>
                    <a:gridCol w="597112">
                      <a:extLst>
                        <a:ext uri="{9D8B030D-6E8A-4147-A177-3AD203B41FA5}">
                          <a16:colId xmlns:a16="http://schemas.microsoft.com/office/drawing/2014/main" val="2778792419"/>
                        </a:ext>
                      </a:extLst>
                    </a:gridCol>
                    <a:gridCol w="577681">
                      <a:extLst>
                        <a:ext uri="{9D8B030D-6E8A-4147-A177-3AD203B41FA5}">
                          <a16:colId xmlns:a16="http://schemas.microsoft.com/office/drawing/2014/main" val="3233684208"/>
                        </a:ext>
                      </a:extLst>
                    </a:gridCol>
                    <a:gridCol w="538073">
                      <a:extLst>
                        <a:ext uri="{9D8B030D-6E8A-4147-A177-3AD203B41FA5}">
                          <a16:colId xmlns:a16="http://schemas.microsoft.com/office/drawing/2014/main" val="3993802368"/>
                        </a:ext>
                      </a:extLst>
                    </a:gridCol>
                    <a:gridCol w="605333">
                      <a:extLst>
                        <a:ext uri="{9D8B030D-6E8A-4147-A177-3AD203B41FA5}">
                          <a16:colId xmlns:a16="http://schemas.microsoft.com/office/drawing/2014/main" val="1076865124"/>
                        </a:ext>
                      </a:extLst>
                    </a:gridCol>
                    <a:gridCol w="605333">
                      <a:extLst>
                        <a:ext uri="{9D8B030D-6E8A-4147-A177-3AD203B41FA5}">
                          <a16:colId xmlns:a16="http://schemas.microsoft.com/office/drawing/2014/main" val="1523131041"/>
                        </a:ext>
                      </a:extLst>
                    </a:gridCol>
                    <a:gridCol w="605333">
                      <a:extLst>
                        <a:ext uri="{9D8B030D-6E8A-4147-A177-3AD203B41FA5}">
                          <a16:colId xmlns:a16="http://schemas.microsoft.com/office/drawing/2014/main" val="1751121526"/>
                        </a:ext>
                      </a:extLst>
                    </a:gridCol>
                    <a:gridCol w="605333">
                      <a:extLst>
                        <a:ext uri="{9D8B030D-6E8A-4147-A177-3AD203B41FA5}">
                          <a16:colId xmlns:a16="http://schemas.microsoft.com/office/drawing/2014/main" val="884723419"/>
                        </a:ext>
                      </a:extLst>
                    </a:gridCol>
                    <a:gridCol w="605333">
                      <a:extLst>
                        <a:ext uri="{9D8B030D-6E8A-4147-A177-3AD203B41FA5}">
                          <a16:colId xmlns:a16="http://schemas.microsoft.com/office/drawing/2014/main" val="473239828"/>
                        </a:ext>
                      </a:extLst>
                    </a:gridCol>
                    <a:gridCol w="538073">
                      <a:extLst>
                        <a:ext uri="{9D8B030D-6E8A-4147-A177-3AD203B41FA5}">
                          <a16:colId xmlns:a16="http://schemas.microsoft.com/office/drawing/2014/main" val="218715646"/>
                        </a:ext>
                      </a:extLst>
                    </a:gridCol>
                  </a:tblGrid>
                  <a:tr h="47296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Week</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69388" t="-1266" r="-1085714"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69388" t="-1266" r="-985714"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69388" t="-1266" r="-885714"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69388" t="-1266" r="-785714"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593617" t="-1266" r="-719149"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732584" t="-1266" r="-659551"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748485" t="-1266" r="-492929"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840000" t="-1266" r="-388000"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949495" t="-1266" r="-291919"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49495" t="-1266" r="-191919"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138000" t="-1266" r="-90000" b="-1113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406818" t="-1266" r="-2273" b="-111392"/>
                          </a:stretch>
                        </a:blipFill>
                      </a:tcPr>
                    </a:tc>
                    <a:extLst>
                      <a:ext uri="{0D108BD9-81ED-4DB2-BD59-A6C34878D82A}">
                        <a16:rowId xmlns:a16="http://schemas.microsoft.com/office/drawing/2014/main" val="1142195299"/>
                      </a:ext>
                    </a:extLst>
                  </a:tr>
                  <a:tr h="47296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Temp</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69388" t="-102564" r="-1085714"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69388" t="-102564" r="-985714"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69388" t="-102564" r="-885714"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69388" t="-102564" r="-785714"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593617" t="-102564" r="-719149"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732584" t="-102564" r="-659551"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748485" t="-102564" r="-492929"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840000" t="-102564" r="-388000"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949495" t="-102564" r="-291919"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49495" t="-102564" r="-191919"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138000" t="-102564" r="-90000" b="-1282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406818" t="-102564" r="-2273" b="-12821"/>
                          </a:stretch>
                        </a:blipFill>
                      </a:tcPr>
                    </a:tc>
                    <a:extLst>
                      <a:ext uri="{0D108BD9-81ED-4DB2-BD59-A6C34878D82A}">
                        <a16:rowId xmlns:a16="http://schemas.microsoft.com/office/drawing/2014/main" val="227599962"/>
                      </a:ext>
                    </a:extLst>
                  </a:tr>
                </a:tbl>
              </a:graphicData>
            </a:graphic>
          </p:graphicFrame>
        </mc:Fallback>
      </mc:AlternateContent>
      <p:sp>
        <p:nvSpPr>
          <p:cNvPr id="10"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146</a:t>
            </a:r>
            <a:endParaRPr i="1" dirty="0">
              <a:latin typeface="Calibri"/>
              <a:ea typeface="Calibri"/>
              <a:cs typeface="Calibri"/>
              <a:sym typeface="Calibri"/>
            </a:endParaRPr>
          </a:p>
        </p:txBody>
      </p:sp>
      <p:pic>
        <p:nvPicPr>
          <p:cNvPr id="11"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110424"/>
            <a:ext cx="8327136" cy="400110"/>
          </a:xfrm>
          <a:prstGeom prst="rect">
            <a:avLst/>
          </a:prstGeom>
          <a:noFill/>
        </p:spPr>
        <p:txBody>
          <a:bodyPr wrap="square" rtlCol="0">
            <a:spAutoFit/>
          </a:bodyPr>
          <a:lstStyle/>
          <a:p>
            <a:pPr>
              <a:tabLst>
                <a:tab pos="1376363" algn="l"/>
              </a:tabLst>
            </a:pPr>
            <a:r>
              <a:rPr lang="en-US" sz="2000" b="1" dirty="0">
                <a:latin typeface="Verdana" panose="020B0604030504040204" pitchFamily="34" charset="0"/>
                <a:ea typeface="Verdana" panose="020B0604030504040204" pitchFamily="34" charset="0"/>
                <a:cs typeface="Verdana" panose="020B0604030504040204" pitchFamily="34" charset="0"/>
              </a:rPr>
              <a:t>                 </a:t>
            </a:r>
            <a:r>
              <a:rPr lang="en-US" sz="2000" b="1" u="sng" dirty="0">
                <a:latin typeface="Verdana" panose="020B0604030504040204" pitchFamily="34" charset="0"/>
                <a:ea typeface="Verdana" panose="020B0604030504040204" pitchFamily="34" charset="0"/>
                <a:cs typeface="Verdana" panose="020B0604030504040204" pitchFamily="34" charset="0"/>
              </a:rPr>
              <a:t>Graph A</a:t>
            </a:r>
            <a:r>
              <a:rPr lang="en-US" sz="2000" b="1" dirty="0">
                <a:latin typeface="Verdana" panose="020B0604030504040204" pitchFamily="34" charset="0"/>
                <a:ea typeface="Verdana" panose="020B0604030504040204" pitchFamily="34" charset="0"/>
                <a:cs typeface="Verdana" panose="020B0604030504040204" pitchFamily="34" charset="0"/>
              </a:rPr>
              <a:t>                                        </a:t>
            </a:r>
            <a:r>
              <a:rPr lang="en-US" sz="2000" b="1" u="sng" dirty="0">
                <a:latin typeface="Verdana" panose="020B0604030504040204" pitchFamily="34" charset="0"/>
                <a:ea typeface="Verdana" panose="020B0604030504040204" pitchFamily="34" charset="0"/>
                <a:cs typeface="Verdana" panose="020B0604030504040204" pitchFamily="34" charset="0"/>
              </a:rPr>
              <a:t>Graph B</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1.png" descr="Chart&#10;&#10;Description automatically generated">
            <a:extLst>
              <a:ext uri="{FF2B5EF4-FFF2-40B4-BE49-F238E27FC236}">
                <a16:creationId xmlns:a16="http://schemas.microsoft.com/office/drawing/2014/main" id="{84293C72-9800-41C8-8A2E-2DF904346791}"/>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2730965" y="510535"/>
            <a:ext cx="2916436" cy="2834117"/>
          </a:xfrm>
          <a:prstGeom prst="rect">
            <a:avLst/>
          </a:prstGeom>
          <a:ln/>
        </p:spPr>
      </p:pic>
      <p:pic>
        <p:nvPicPr>
          <p:cNvPr id="7" name="image12.png" descr="Chart, scatter chart&#10;&#10;Description automatically generated">
            <a:extLst>
              <a:ext uri="{FF2B5EF4-FFF2-40B4-BE49-F238E27FC236}">
                <a16:creationId xmlns:a16="http://schemas.microsoft.com/office/drawing/2014/main" id="{D567ABF2-4EBA-459D-B938-661E0643DC69}"/>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7446009" y="544244"/>
            <a:ext cx="2738226" cy="2748270"/>
          </a:xfrm>
          <a:prstGeom prst="rect">
            <a:avLst/>
          </a:prstGeom>
          <a:ln/>
        </p:spPr>
      </p:pic>
      <p:pic>
        <p:nvPicPr>
          <p:cNvPr id="8" name="image4.png" descr="Chart, scatter chart&#10;&#10;Description automatically generated">
            <a:extLst>
              <a:ext uri="{FF2B5EF4-FFF2-40B4-BE49-F238E27FC236}">
                <a16:creationId xmlns:a16="http://schemas.microsoft.com/office/drawing/2014/main" id="{D636CF17-3008-46D3-A20B-8374729944DA}"/>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635082" y="3863300"/>
            <a:ext cx="3040556" cy="2887217"/>
          </a:xfrm>
          <a:prstGeom prst="rect">
            <a:avLst/>
          </a:prstGeom>
          <a:ln/>
        </p:spPr>
      </p:pic>
      <p:sp>
        <p:nvSpPr>
          <p:cNvPr id="11" name="TextBox 10">
            <a:extLst>
              <a:ext uri="{FF2B5EF4-FFF2-40B4-BE49-F238E27FC236}">
                <a16:creationId xmlns:a16="http://schemas.microsoft.com/office/drawing/2014/main" id="{3F9E5F05-F2EB-4FC5-820A-ED187BE2C21D}"/>
              </a:ext>
            </a:extLst>
          </p:cNvPr>
          <p:cNvSpPr txBox="1"/>
          <p:nvPr/>
        </p:nvSpPr>
        <p:spPr>
          <a:xfrm>
            <a:off x="5452054" y="3395779"/>
            <a:ext cx="2223585" cy="400110"/>
          </a:xfrm>
          <a:prstGeom prst="rect">
            <a:avLst/>
          </a:prstGeom>
          <a:noFill/>
        </p:spPr>
        <p:txBody>
          <a:bodyPr wrap="square" rtlCol="0">
            <a:spAutoFit/>
          </a:bodyPr>
          <a:lstStyle/>
          <a:p>
            <a:r>
              <a:rPr lang="en-US" sz="2000" b="1" u="sng" dirty="0">
                <a:latin typeface="Verdana" panose="020B0604030504040204" pitchFamily="34" charset="0"/>
                <a:ea typeface="Verdana" panose="020B0604030504040204" pitchFamily="34" charset="0"/>
                <a:cs typeface="Verdana" panose="020B0604030504040204" pitchFamily="34" charset="0"/>
              </a:rPr>
              <a:t>Graph C</a:t>
            </a:r>
            <a:endParaRPr lang="en-US" sz="2000" dirty="0"/>
          </a:p>
        </p:txBody>
      </p:sp>
      <p:sp>
        <p:nvSpPr>
          <p:cNvPr id="10"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146</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7"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6432"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4.3.2 Try It: Game Score</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6624"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346200" y="1386025"/>
                <a:ext cx="9755632" cy="1080296"/>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A gameboard is shown on the coordinate grid, along with the number of points earned for landing in each area. Each coordinate grid axis is scaled at </a:t>
                </a:r>
                <a14:m>
                  <m:oMath xmlns:m="http://schemas.openxmlformats.org/officeDocument/2006/math">
                    <m:r>
                      <a:rPr lang="en-US" sz="2000" i="1">
                        <a:latin typeface="Cambria Math" panose="02040503050406030204" pitchFamily="18" charset="0"/>
                        <a:ea typeface="Yu Mincho" panose="02020400000000000000" pitchFamily="18" charset="-128"/>
                        <a:cs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346200" y="1386025"/>
                <a:ext cx="9755632" cy="1080296"/>
              </a:xfrm>
              <a:prstGeom prst="rect">
                <a:avLst/>
              </a:prstGeom>
              <a:blipFill rotWithShape="0">
                <a:blip r:embed="rId4"/>
                <a:stretch>
                  <a:fillRect l="-688" t="-3371" r="-62" b="-6180"/>
                </a:stretch>
              </a:blipFill>
            </p:spPr>
            <p:txBody>
              <a:bodyPr/>
              <a:lstStyle/>
              <a:p>
                <a:r>
                  <a:rPr lang="en-US">
                    <a:noFill/>
                  </a:rPr>
                  <a:t> </a:t>
                </a:r>
              </a:p>
            </p:txBody>
          </p:sp>
        </mc:Fallback>
      </mc:AlternateContent>
      <p:pic>
        <p:nvPicPr>
          <p:cNvPr id="11" name="image7.png" descr="A picture containing sport&#10;&#10;Description automatically generated">
            <a:extLst>
              <a:ext uri="{FF2B5EF4-FFF2-40B4-BE49-F238E27FC236}">
                <a16:creationId xmlns:a16="http://schemas.microsoft.com/office/drawing/2014/main" id="{8D2B0966-F36C-4C36-B583-91B3F33780EF}"/>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481173" y="2466321"/>
            <a:ext cx="3949817" cy="3865595"/>
          </a:xfrm>
          <a:prstGeom prst="rect">
            <a:avLst/>
          </a:prstGeom>
          <a:ln/>
        </p:spPr>
      </p:pic>
      <p:sp>
        <p:nvSpPr>
          <p:cNvPr id="12"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9168"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736601" y="349705"/>
            <a:ext cx="6783780" cy="656577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Several points are given in the table. Locate each point on the coordinate grid. Complete the table by writing the score value for landing at each point. Calculate the game score by finding the sum of all the points. Verify your answer with your teacher.</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indent="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Game Score: ____________</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pic>
        <p:nvPicPr>
          <p:cNvPr id="6" name="image7.png" descr="A picture containing sport&#10;&#10;Description automatically generated">
            <a:extLst>
              <a:ext uri="{FF2B5EF4-FFF2-40B4-BE49-F238E27FC236}">
                <a16:creationId xmlns:a16="http://schemas.microsoft.com/office/drawing/2014/main" id="{4C2D8E89-B851-4D40-8AC4-DF6DBCAE84DF}"/>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7814541" y="252468"/>
            <a:ext cx="2551649" cy="2348126"/>
          </a:xfrm>
          <a:prstGeom prst="rect">
            <a:avLst/>
          </a:prstGeom>
          <a:ln/>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1BAF173-5D79-4C46-A356-4DB91F1B93CB}"/>
                  </a:ext>
                </a:extLst>
              </p:cNvPr>
              <p:cNvGraphicFramePr>
                <a:graphicFrameLocks noGrp="1"/>
              </p:cNvGraphicFramePr>
              <p:nvPr>
                <p:extLst>
                  <p:ext uri="{D42A27DB-BD31-4B8C-83A1-F6EECF244321}">
                    <p14:modId xmlns:p14="http://schemas.microsoft.com/office/powerpoint/2010/main" val="3628943379"/>
                  </p:ext>
                </p:extLst>
              </p:nvPr>
            </p:nvGraphicFramePr>
            <p:xfrm>
              <a:off x="2098366" y="2723438"/>
              <a:ext cx="5550241" cy="3611395"/>
            </p:xfrm>
            <a:graphic>
              <a:graphicData uri="http://schemas.openxmlformats.org/drawingml/2006/table">
                <a:tbl>
                  <a:tblPr bandRow="1">
                    <a:tableStyleId>{A91F0D33-8C57-4600-99A7-42BC86742BE1}</a:tableStyleId>
                  </a:tblPr>
                  <a:tblGrid>
                    <a:gridCol w="2784472">
                      <a:extLst>
                        <a:ext uri="{9D8B030D-6E8A-4147-A177-3AD203B41FA5}">
                          <a16:colId xmlns:a16="http://schemas.microsoft.com/office/drawing/2014/main" val="1928592709"/>
                        </a:ext>
                      </a:extLst>
                    </a:gridCol>
                    <a:gridCol w="2765769">
                      <a:extLst>
                        <a:ext uri="{9D8B030D-6E8A-4147-A177-3AD203B41FA5}">
                          <a16:colId xmlns:a16="http://schemas.microsoft.com/office/drawing/2014/main" val="71928515"/>
                        </a:ext>
                      </a:extLst>
                    </a:gridCol>
                  </a:tblGrid>
                  <a:tr h="29532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Point</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Score Value</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78535460"/>
                      </a:ext>
                    </a:extLst>
                  </a:tr>
                  <a:tr h="462444">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−3, 4.9</m:t>
                                    </m:r>
                                  </m:e>
                                </m:d>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919248"/>
                      </a:ext>
                    </a:extLst>
                  </a:tr>
                  <a:tr h="484969">
                    <a:tc>
                      <a:txBody>
                        <a:bodyPr/>
                        <a:lstStyle/>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4</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7859812"/>
                      </a:ext>
                    </a:extLst>
                  </a:tr>
                  <a:tr h="462444">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0, 2.2</m:t>
                                    </m:r>
                                  </m:e>
                                </m:d>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9079648"/>
                      </a:ext>
                    </a:extLst>
                  </a:tr>
                  <a:tr h="462444">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(−3.8, 4.9)</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861092"/>
                      </a:ext>
                    </a:extLst>
                  </a:tr>
                  <a:tr h="462444">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(1.5, 4.4)</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0172746"/>
                      </a:ext>
                    </a:extLst>
                  </a:tr>
                  <a:tr h="484969">
                    <a:tc>
                      <a:txBody>
                        <a:bodyPr/>
                        <a:lstStyle/>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2</m:t>
                                  </m:r>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928468"/>
                      </a:ext>
                    </a:extLst>
                  </a:tr>
                  <a:tr h="484969">
                    <a:tc>
                      <a:txBody>
                        <a:bodyPr/>
                        <a:lstStyle/>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11</m:t>
                                      </m:r>
                                    </m:num>
                                    <m:den>
                                      <m:r>
                                        <a:rPr lang="en-US" sz="2000">
                                          <a:effectLst/>
                                          <a:latin typeface="Cambria Math" panose="02040503050406030204" pitchFamily="18" charset="0"/>
                                          <a:ea typeface="Cambria Math" panose="02040503050406030204" pitchFamily="18" charset="0"/>
                                        </a:rPr>
                                        <m:t>2</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954599"/>
                      </a:ext>
                    </a:extLst>
                  </a:tr>
                </a:tbl>
              </a:graphicData>
            </a:graphic>
          </p:graphicFrame>
        </mc:Choice>
        <mc:Fallback xmlns="">
          <p:graphicFrame>
            <p:nvGraphicFramePr>
              <p:cNvPr id="2" name="Table 1">
                <a:extLst>
                  <a:ext uri="{FF2B5EF4-FFF2-40B4-BE49-F238E27FC236}">
                    <a16:creationId xmlns:a16="http://schemas.microsoft.com/office/drawing/2014/main" id="{F1BAF173-5D79-4C46-A356-4DB91F1B93CB}"/>
                  </a:ext>
                </a:extLst>
              </p:cNvPr>
              <p:cNvGraphicFramePr>
                <a:graphicFrameLocks noGrp="1"/>
              </p:cNvGraphicFramePr>
              <p:nvPr>
                <p:extLst>
                  <p:ext uri="{D42A27DB-BD31-4B8C-83A1-F6EECF244321}">
                    <p14:modId xmlns:p14="http://schemas.microsoft.com/office/powerpoint/2010/main" val="3628943379"/>
                  </p:ext>
                </p:extLst>
              </p:nvPr>
            </p:nvGraphicFramePr>
            <p:xfrm>
              <a:off x="574365" y="2723437"/>
              <a:ext cx="5550241" cy="3611395"/>
            </p:xfrm>
            <a:graphic>
              <a:graphicData uri="http://schemas.openxmlformats.org/drawingml/2006/table">
                <a:tbl>
                  <a:tblPr bandRow="1">
                    <a:tableStyleId>{A91F0D33-8C57-4600-99A7-42BC86742BE1}</a:tableStyleId>
                  </a:tblPr>
                  <a:tblGrid>
                    <a:gridCol w="2784472">
                      <a:extLst>
                        <a:ext uri="{9D8B030D-6E8A-4147-A177-3AD203B41FA5}">
                          <a16:colId xmlns:a16="http://schemas.microsoft.com/office/drawing/2014/main" val="1928592709"/>
                        </a:ext>
                      </a:extLst>
                    </a:gridCol>
                    <a:gridCol w="2765769">
                      <a:extLst>
                        <a:ext uri="{9D8B030D-6E8A-4147-A177-3AD203B41FA5}">
                          <a16:colId xmlns:a16="http://schemas.microsoft.com/office/drawing/2014/main" val="71928515"/>
                        </a:ext>
                      </a:extLst>
                    </a:gridCol>
                  </a:tblGrid>
                  <a:tr h="29724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Point</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Score Value</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78535460"/>
                      </a:ext>
                    </a:extLst>
                  </a:tr>
                  <a:tr h="462444">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81579" r="-99781" b="-619737"/>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919248"/>
                      </a:ext>
                    </a:extLst>
                  </a:tr>
                  <a:tr h="488125">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172500" r="-99781" b="-488750"/>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7859812"/>
                      </a:ext>
                    </a:extLst>
                  </a:tr>
                  <a:tr h="462444">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286842" r="-99781" b="-414474"/>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9079648"/>
                      </a:ext>
                    </a:extLst>
                  </a:tr>
                  <a:tr h="462444">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386842" r="-99781" b="-314474"/>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861092"/>
                      </a:ext>
                    </a:extLst>
                  </a:tr>
                  <a:tr h="462444">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486842" r="-99781" b="-214474"/>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0172746"/>
                      </a:ext>
                    </a:extLst>
                  </a:tr>
                  <a:tr h="488125">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550617" r="-99781" b="-101235"/>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928468"/>
                      </a:ext>
                    </a:extLst>
                  </a:tr>
                  <a:tr h="488125">
                    <a:tc>
                      <a:txBody>
                        <a:bodyPr/>
                        <a:lstStyle/>
                        <a:p>
                          <a:endParaRPr lang="en-US"/>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9" t="-658750" r="-99781" b="-2500"/>
                          </a:stretch>
                        </a:blipFill>
                      </a:tcPr>
                    </a:tc>
                    <a:tc>
                      <a:txBody>
                        <a:bodyPr/>
                        <a:lstStyle/>
                        <a:p>
                          <a:pPr marL="0" marR="0" algn="ctr">
                            <a:lnSpc>
                              <a:spcPct val="107000"/>
                            </a:lnSpc>
                            <a:spcBef>
                              <a:spcPts val="0"/>
                            </a:spcBef>
                            <a:spcAft>
                              <a:spcPts val="0"/>
                            </a:spcAft>
                          </a:pPr>
                          <a:r>
                            <a:rPr lang="en-US" sz="2000" u="none" strike="noStrike"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3799" marR="637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954599"/>
                      </a:ext>
                    </a:extLst>
                  </a:tr>
                </a:tbl>
              </a:graphicData>
            </a:graphic>
          </p:graphicFrame>
        </mc:Fallback>
      </mc:AlternateContent>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067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02163" y="60326"/>
            <a:ext cx="8656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4.3.3 Collaboration: Hit or Miss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52355"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078357" y="1386026"/>
            <a:ext cx="5098031" cy="3714863"/>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There are six shapes on the coordinate grid shown. Each partner will select one shape as their game piece. The object of the game is to guess which shape your partner selected before they guess yours. A hit means the point you guessed is inside their shape. A miss means that it is not. Keep your gameboard hidden from your partner during the game.</a:t>
            </a:r>
            <a:endParaRPr lang="en-US" sz="2000" i="1" dirty="0">
              <a:latin typeface="Cambria Math" panose="02040503050406030204" pitchFamily="18" charset="0"/>
              <a:ea typeface="Yu Mincho" panose="02020400000000000000" pitchFamily="18" charset="-128"/>
              <a:cs typeface="Cambria Math" panose="02040503050406030204" pitchFamily="18" charset="0"/>
            </a:endParaRPr>
          </a:p>
        </p:txBody>
      </p:sp>
      <p:pic>
        <p:nvPicPr>
          <p:cNvPr id="3" name="Picture 2">
            <a:extLst>
              <a:ext uri="{FF2B5EF4-FFF2-40B4-BE49-F238E27FC236}">
                <a16:creationId xmlns:a16="http://schemas.microsoft.com/office/drawing/2014/main" id="{C2F8417F-9F34-45B2-B48F-B5123273501F}"/>
              </a:ext>
            </a:extLst>
          </p:cNvPr>
          <p:cNvPicPr>
            <a:picLocks noChangeAspect="1"/>
          </p:cNvPicPr>
          <p:nvPr/>
        </p:nvPicPr>
        <p:blipFill rotWithShape="1">
          <a:blip r:embed="rId4"/>
          <a:srcRect t="3764"/>
          <a:stretch/>
        </p:blipFill>
        <p:spPr>
          <a:xfrm>
            <a:off x="6312363" y="1899612"/>
            <a:ext cx="4335071" cy="4052701"/>
          </a:xfrm>
          <a:prstGeom prst="rect">
            <a:avLst/>
          </a:prstGeom>
        </p:spPr>
      </p:pic>
      <p:sp>
        <p:nvSpPr>
          <p:cNvPr id="11"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148</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DB2D8D18-AF50-BD0B-8A2B-49668A82E21A}"/>
              </a:ext>
            </a:extLst>
          </p:cNvPr>
          <p:cNvPicPr>
            <a:picLocks noChangeAspect="1"/>
          </p:cNvPicPr>
          <p:nvPr/>
        </p:nvPicPr>
        <p:blipFill>
          <a:blip r:embed="rId6"/>
          <a:stretch>
            <a:fillRect/>
          </a:stretch>
        </p:blipFill>
        <p:spPr>
          <a:xfrm>
            <a:off x="7455351" y="1069822"/>
            <a:ext cx="2075945" cy="632407"/>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073204" y="1154168"/>
            <a:ext cx="10539266" cy="4541564"/>
          </a:xfrm>
          <a:prstGeom prst="rect">
            <a:avLst/>
          </a:prstGeom>
          <a:noFill/>
        </p:spPr>
        <p:txBody>
          <a:bodyPr wrap="square" rtlCol="0">
            <a:spAutoFit/>
          </a:bodyPr>
          <a:lstStyle/>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shape of the region I am picking is a ______________.</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pic>
        <p:nvPicPr>
          <p:cNvPr id="6" name="Picture 5">
            <a:extLst>
              <a:ext uri="{FF2B5EF4-FFF2-40B4-BE49-F238E27FC236}">
                <a16:creationId xmlns:a16="http://schemas.microsoft.com/office/drawing/2014/main" id="{27BF167B-22CE-45E4-B944-D06C9E798BAF}"/>
              </a:ext>
            </a:extLst>
          </p:cNvPr>
          <p:cNvPicPr>
            <a:picLocks noChangeAspect="1"/>
          </p:cNvPicPr>
          <p:nvPr/>
        </p:nvPicPr>
        <p:blipFill rotWithShape="1">
          <a:blip r:embed="rId3"/>
          <a:srcRect t="3764"/>
          <a:stretch/>
        </p:blipFill>
        <p:spPr>
          <a:xfrm>
            <a:off x="2293589" y="956458"/>
            <a:ext cx="4335071" cy="4052701"/>
          </a:xfrm>
          <a:prstGeom prst="rect">
            <a:avLst/>
          </a:prstGeom>
        </p:spPr>
      </p:pic>
      <p:sp>
        <p:nvSpPr>
          <p:cNvPr id="7"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D1BE3762-390B-41D4-C520-A58F326C0FF0}"/>
              </a:ext>
            </a:extLst>
          </p:cNvPr>
          <p:cNvPicPr>
            <a:picLocks noChangeAspect="1"/>
          </p:cNvPicPr>
          <p:nvPr/>
        </p:nvPicPr>
        <p:blipFill>
          <a:blip r:embed="rId5"/>
          <a:stretch>
            <a:fillRect/>
          </a:stretch>
        </p:blipFill>
        <p:spPr>
          <a:xfrm>
            <a:off x="3286082" y="228894"/>
            <a:ext cx="2216648" cy="675270"/>
          </a:xfrm>
          <a:prstGeom prst="rect">
            <a:avLst/>
          </a:prstGeom>
        </p:spPr>
      </p:pic>
    </p:spTree>
    <p:extLst>
      <p:ext uri="{BB962C8B-B14F-4D97-AF65-F5344CB8AC3E}">
        <p14:creationId xmlns:p14="http://schemas.microsoft.com/office/powerpoint/2010/main" val="125184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2007765" y="410665"/>
            <a:ext cx="8327136" cy="1080296"/>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Record the coordinates of each guess in the table below.  Then, plot the point on the coordinate grid gameboard.</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graphicFrame>
        <p:nvGraphicFramePr>
          <p:cNvPr id="2" name="Table 1">
            <a:extLst>
              <a:ext uri="{FF2B5EF4-FFF2-40B4-BE49-F238E27FC236}">
                <a16:creationId xmlns:a16="http://schemas.microsoft.com/office/drawing/2014/main" id="{7AE2FDD7-4BBA-44ED-BEBD-18F641FA76AD}"/>
              </a:ext>
            </a:extLst>
          </p:cNvPr>
          <p:cNvGraphicFramePr>
            <a:graphicFrameLocks noGrp="1"/>
          </p:cNvGraphicFramePr>
          <p:nvPr>
            <p:extLst>
              <p:ext uri="{D42A27DB-BD31-4B8C-83A1-F6EECF244321}">
                <p14:modId xmlns:p14="http://schemas.microsoft.com/office/powerpoint/2010/main" val="3945765230"/>
              </p:ext>
            </p:extLst>
          </p:nvPr>
        </p:nvGraphicFramePr>
        <p:xfrm>
          <a:off x="1991901" y="1256045"/>
          <a:ext cx="7819037" cy="4803110"/>
        </p:xfrm>
        <a:graphic>
          <a:graphicData uri="http://schemas.openxmlformats.org/drawingml/2006/table">
            <a:tbl>
              <a:tblPr bandRow="1">
                <a:tableStyleId>{A91F0D33-8C57-4600-99A7-42BC86742BE1}</a:tableStyleId>
              </a:tblPr>
              <a:tblGrid>
                <a:gridCol w="1968515">
                  <a:extLst>
                    <a:ext uri="{9D8B030D-6E8A-4147-A177-3AD203B41FA5}">
                      <a16:colId xmlns:a16="http://schemas.microsoft.com/office/drawing/2014/main" val="3001119191"/>
                    </a:ext>
                  </a:extLst>
                </a:gridCol>
                <a:gridCol w="1968515">
                  <a:extLst>
                    <a:ext uri="{9D8B030D-6E8A-4147-A177-3AD203B41FA5}">
                      <a16:colId xmlns:a16="http://schemas.microsoft.com/office/drawing/2014/main" val="4185651985"/>
                    </a:ext>
                  </a:extLst>
                </a:gridCol>
                <a:gridCol w="1969238">
                  <a:extLst>
                    <a:ext uri="{9D8B030D-6E8A-4147-A177-3AD203B41FA5}">
                      <a16:colId xmlns:a16="http://schemas.microsoft.com/office/drawing/2014/main" val="435200087"/>
                    </a:ext>
                  </a:extLst>
                </a:gridCol>
                <a:gridCol w="1912769">
                  <a:extLst>
                    <a:ext uri="{9D8B030D-6E8A-4147-A177-3AD203B41FA5}">
                      <a16:colId xmlns:a16="http://schemas.microsoft.com/office/drawing/2014/main" val="251260300"/>
                    </a:ext>
                  </a:extLst>
                </a:gridCol>
              </a:tblGrid>
              <a:tr h="1215311">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Partner 1 Guess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Was it a hit or miss?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Partner 2 Guess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Was it a hit or miss?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9952756"/>
                  </a:ext>
                </a:extLst>
              </a:tr>
              <a:tr h="51454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2291966"/>
                  </a:ext>
                </a:extLst>
              </a:tr>
              <a:tr h="51454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828829"/>
                  </a:ext>
                </a:extLst>
              </a:tr>
              <a:tr h="51454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8612901"/>
                  </a:ext>
                </a:extLst>
              </a:tr>
              <a:tr h="51454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732001"/>
                  </a:ext>
                </a:extLst>
              </a:tr>
              <a:tr h="50051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7118224"/>
                  </a:ext>
                </a:extLst>
              </a:tr>
              <a:tr h="51454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8861663"/>
                  </a:ext>
                </a:extLst>
              </a:tr>
              <a:tr h="514547">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46776" marR="467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1989587"/>
                  </a:ext>
                </a:extLst>
              </a:tr>
            </a:tbl>
          </a:graphicData>
        </a:graphic>
      </p:graphicFrame>
      <p:sp>
        <p:nvSpPr>
          <p:cNvPr id="7"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4259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46938" y="15614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4.3.4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99638" y="156144"/>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346200" y="1386025"/>
                <a:ext cx="9755632" cy="1080296"/>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temperature in Princeton, New Jersey was recorded at various times during the day. The times relative to midnight,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and temperatures in degrees Celsius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m:t>
                    </m:r>
                    <m:r>
                      <a:rPr lang="en-US" sz="2000" i="1">
                        <a:latin typeface="Cambria Math" panose="02040503050406030204" pitchFamily="18" charset="0"/>
                        <a:ea typeface="Cambria Math" panose="02040503050406030204" pitchFamily="18" charset="0"/>
                        <a:cs typeface="Cambria Math" panose="02040503050406030204" pitchFamily="18" charset="0"/>
                      </a:rPr>
                      <m:t>𝐶</m:t>
                    </m:r>
                    <m:r>
                      <a:rPr lang="en-US" sz="2000" i="1">
                        <a:latin typeface="Cambria Math" panose="02040503050406030204" pitchFamily="18" charset="0"/>
                        <a:ea typeface="Cambria Math" panose="02040503050406030204" pitchFamily="18" charset="0"/>
                        <a:cs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are shown in the table.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346200" y="1386025"/>
                <a:ext cx="9755632" cy="1080296"/>
              </a:xfrm>
              <a:prstGeom prst="rect">
                <a:avLst/>
              </a:prstGeom>
              <a:blipFill rotWithShape="0">
                <a:blip r:embed="rId4"/>
                <a:stretch>
                  <a:fillRect l="-688" t="-3933" b="-6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4D55A6D-30BC-4727-98FE-5606895823F8}"/>
                  </a:ext>
                </a:extLst>
              </p:cNvPr>
              <p:cNvGraphicFramePr>
                <a:graphicFrameLocks noGrp="1"/>
              </p:cNvGraphicFramePr>
              <p:nvPr>
                <p:extLst>
                  <p:ext uri="{D42A27DB-BD31-4B8C-83A1-F6EECF244321}">
                    <p14:modId xmlns:p14="http://schemas.microsoft.com/office/powerpoint/2010/main" val="627855220"/>
                  </p:ext>
                </p:extLst>
              </p:nvPr>
            </p:nvGraphicFramePr>
            <p:xfrm>
              <a:off x="2519850" y="2985911"/>
              <a:ext cx="6497440" cy="3262126"/>
            </p:xfrm>
            <a:graphic>
              <a:graphicData uri="http://schemas.openxmlformats.org/drawingml/2006/table">
                <a:tbl>
                  <a:tblPr bandRow="1">
                    <a:tableStyleId>{A91F0D33-8C57-4600-99A7-42BC86742BE1}</a:tableStyleId>
                  </a:tblPr>
                  <a:tblGrid>
                    <a:gridCol w="3248720">
                      <a:extLst>
                        <a:ext uri="{9D8B030D-6E8A-4147-A177-3AD203B41FA5}">
                          <a16:colId xmlns:a16="http://schemas.microsoft.com/office/drawing/2014/main" val="745693466"/>
                        </a:ext>
                      </a:extLst>
                    </a:gridCol>
                    <a:gridCol w="3248720">
                      <a:extLst>
                        <a:ext uri="{9D8B030D-6E8A-4147-A177-3AD203B41FA5}">
                          <a16:colId xmlns:a16="http://schemas.microsoft.com/office/drawing/2014/main" val="2367794631"/>
                        </a:ext>
                      </a:extLst>
                    </a:gridCol>
                  </a:tblGrid>
                  <a:tr h="658743">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Time (hours before or after midnight, </a:t>
                          </a:r>
                          <a14:m>
                            <m:oMath xmlns:m="http://schemas.openxmlformats.org/officeDocument/2006/math">
                              <m:r>
                                <a:rPr lang="en-US" sz="2000" b="1" i="1" smtClean="0">
                                  <a:effectLst/>
                                  <a:latin typeface="Cambria Math" panose="02040503050406030204" pitchFamily="18" charset="0"/>
                                </a:rPr>
                                <m:t>𝐇</m:t>
                              </m:r>
                            </m:oMath>
                          </a14:m>
                          <a:r>
                            <a:rPr lang="en-US" sz="2000" b="1" dirty="0">
                              <a:effectLst/>
                              <a:latin typeface="Verdana" panose="020B0604030504040204" pitchFamily="34" charset="0"/>
                              <a:ea typeface="Verdana" panose="020B0604030504040204" pitchFamily="34" charset="0"/>
                            </a:rPr>
                            <a:t>)</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Temperature </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a:t>
                          </a:r>
                          <a14:m>
                            <m:oMath xmlns:m="http://schemas.openxmlformats.org/officeDocument/2006/math">
                              <m:r>
                                <a:rPr lang="en-US" sz="2000" b="1" smtClean="0">
                                  <a:effectLst/>
                                  <a:latin typeface="Cambria Math" panose="02040503050406030204" pitchFamily="18" charset="0"/>
                                </a:rPr>
                                <m:t>°</m:t>
                              </m:r>
                              <m:r>
                                <a:rPr lang="en-US" sz="2000" b="1" i="1">
                                  <a:effectLst/>
                                  <a:latin typeface="Cambria Math" panose="02040503050406030204" pitchFamily="18" charset="0"/>
                                </a:rPr>
                                <m:t>𝐂</m:t>
                              </m:r>
                            </m:oMath>
                          </a14:m>
                          <a:r>
                            <a:rPr lang="en-US" sz="2000" b="1" dirty="0">
                              <a:effectLst/>
                              <a:latin typeface="Verdana" panose="020B0604030504040204" pitchFamily="34" charset="0"/>
                              <a:ea typeface="Verdana" panose="020B0604030504040204" pitchFamily="34" charset="0"/>
                            </a:rPr>
                            <a:t>)</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14580327"/>
                      </a:ext>
                    </a:extLst>
                  </a:tr>
                  <a:tr h="713433">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6</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8373636"/>
                      </a:ext>
                    </a:extLst>
                  </a:tr>
                  <a:tr h="64044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140799"/>
                      </a:ext>
                    </a:extLst>
                  </a:tr>
                  <a:tr h="624755">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2</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893055"/>
                      </a:ext>
                    </a:extLst>
                  </a:tr>
                  <a:tr h="624755">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−6</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10</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25163"/>
                      </a:ext>
                    </a:extLst>
                  </a:tr>
                </a:tbl>
              </a:graphicData>
            </a:graphic>
          </p:graphicFrame>
        </mc:Choice>
        <mc:Fallback xmlns="">
          <p:graphicFrame>
            <p:nvGraphicFramePr>
              <p:cNvPr id="2" name="Table 1">
                <a:extLst>
                  <a:ext uri="{FF2B5EF4-FFF2-40B4-BE49-F238E27FC236}">
                    <a16:creationId xmlns:a16="http://schemas.microsoft.com/office/drawing/2014/main" id="{E4D55A6D-30BC-4727-98FE-5606895823F8}"/>
                  </a:ext>
                </a:extLst>
              </p:cNvPr>
              <p:cNvGraphicFramePr>
                <a:graphicFrameLocks noGrp="1"/>
              </p:cNvGraphicFramePr>
              <p:nvPr>
                <p:extLst>
                  <p:ext uri="{D42A27DB-BD31-4B8C-83A1-F6EECF244321}">
                    <p14:modId xmlns:p14="http://schemas.microsoft.com/office/powerpoint/2010/main" val="627855220"/>
                  </p:ext>
                </p:extLst>
              </p:nvPr>
            </p:nvGraphicFramePr>
            <p:xfrm>
              <a:off x="995850" y="2985911"/>
              <a:ext cx="6497440" cy="3262126"/>
            </p:xfrm>
            <a:graphic>
              <a:graphicData uri="http://schemas.openxmlformats.org/drawingml/2006/table">
                <a:tbl>
                  <a:tblPr bandRow="1">
                    <a:tableStyleId>{A91F0D33-8C57-4600-99A7-42BC86742BE1}</a:tableStyleId>
                  </a:tblPr>
                  <a:tblGrid>
                    <a:gridCol w="3248720">
                      <a:extLst>
                        <a:ext uri="{9D8B030D-6E8A-4147-A177-3AD203B41FA5}">
                          <a16:colId xmlns:a16="http://schemas.microsoft.com/office/drawing/2014/main" val="745693466"/>
                        </a:ext>
                      </a:extLst>
                    </a:gridCol>
                    <a:gridCol w="3248720">
                      <a:extLst>
                        <a:ext uri="{9D8B030D-6E8A-4147-A177-3AD203B41FA5}">
                          <a16:colId xmlns:a16="http://schemas.microsoft.com/office/drawing/2014/main" val="2367794631"/>
                        </a:ext>
                      </a:extLst>
                    </a:gridCol>
                  </a:tblGrid>
                  <a:tr h="65874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7" t="-10185" r="-100187" b="-39907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75" t="-10185" r="-375" b="-399074"/>
                          </a:stretch>
                        </a:blipFill>
                      </a:tcPr>
                    </a:tc>
                    <a:extLst>
                      <a:ext uri="{0D108BD9-81ED-4DB2-BD59-A6C34878D82A}">
                        <a16:rowId xmlns:a16="http://schemas.microsoft.com/office/drawing/2014/main" val="2714580327"/>
                      </a:ext>
                    </a:extLst>
                  </a:tr>
                  <a:tr h="71343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7" t="-101709" r="-100187" b="-26837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75" t="-101709" r="-375" b="-268376"/>
                          </a:stretch>
                        </a:blipFill>
                      </a:tcPr>
                    </a:tc>
                    <a:extLst>
                      <a:ext uri="{0D108BD9-81ED-4DB2-BD59-A6C34878D82A}">
                        <a16:rowId xmlns:a16="http://schemas.microsoft.com/office/drawing/2014/main" val="2548373636"/>
                      </a:ext>
                    </a:extLst>
                  </a:tr>
                  <a:tr h="6404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7" t="-222642" r="-100187" b="-19622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75" t="-222642" r="-375" b="-196226"/>
                          </a:stretch>
                        </a:blipFill>
                      </a:tcPr>
                    </a:tc>
                    <a:extLst>
                      <a:ext uri="{0D108BD9-81ED-4DB2-BD59-A6C34878D82A}">
                        <a16:rowId xmlns:a16="http://schemas.microsoft.com/office/drawing/2014/main" val="2276140799"/>
                      </a:ext>
                    </a:extLst>
                  </a:tr>
                  <a:tr h="6247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7" t="-335294" r="-100187" b="-10392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75" t="-335294" r="-375" b="-103922"/>
                          </a:stretch>
                        </a:blipFill>
                      </a:tcPr>
                    </a:tc>
                    <a:extLst>
                      <a:ext uri="{0D108BD9-81ED-4DB2-BD59-A6C34878D82A}">
                        <a16:rowId xmlns:a16="http://schemas.microsoft.com/office/drawing/2014/main" val="2006893055"/>
                      </a:ext>
                    </a:extLst>
                  </a:tr>
                  <a:tr h="6247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7" t="-431068" r="-100187" b="-291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75" t="-431068" r="-375" b="-2913"/>
                          </a:stretch>
                        </a:blipFill>
                      </a:tcPr>
                    </a:tc>
                    <a:extLst>
                      <a:ext uri="{0D108BD9-81ED-4DB2-BD59-A6C34878D82A}">
                        <a16:rowId xmlns:a16="http://schemas.microsoft.com/office/drawing/2014/main" val="3404125163"/>
                      </a:ext>
                    </a:extLst>
                  </a:tr>
                </a:tbl>
              </a:graphicData>
            </a:graphic>
          </p:graphicFrame>
        </mc:Fallback>
      </mc:AlternateContent>
      <p:sp>
        <p:nvSpPr>
          <p:cNvPr id="10"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149</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08C67FCF-92C3-654A-BF40-5BDF7A4F9271}"/>
              </a:ext>
            </a:extLst>
          </p:cNvPr>
          <p:cNvSpPr txBox="1"/>
          <p:nvPr/>
        </p:nvSpPr>
        <p:spPr>
          <a:xfrm>
            <a:off x="1932432" y="398473"/>
            <a:ext cx="8327136" cy="3332964"/>
          </a:xfrm>
          <a:prstGeom prst="rect">
            <a:avLst/>
          </a:prstGeom>
          <a:noFill/>
        </p:spPr>
        <p:txBody>
          <a:bodyPr wrap="square" rtlCol="0">
            <a:spAutoFit/>
          </a:bodyPr>
          <a:lstStyle/>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a:tabLst>
                <a:tab pos="854075" algn="l"/>
              </a:tabLst>
            </a:pPr>
            <a:r>
              <a:rPr lang="en-US" sz="1800" dirty="0">
                <a:latin typeface="Verdana" panose="020B0604030504040204" pitchFamily="34" charset="0"/>
                <a:ea typeface="Verdana" panose="020B0604030504040204" pitchFamily="34" charset="0"/>
                <a:cs typeface="Verdana" panose="020B0604030504040204" pitchFamily="34" charset="0"/>
              </a:rPr>
              <a:t>Plot the points that represent the data.</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pPr marL="9144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r>
              <a:rPr lang="en-US" sz="1800" dirty="0">
                <a:latin typeface="Cambria Math" panose="02040503050406030204" pitchFamily="18" charset="0"/>
                <a:ea typeface="Yu Mincho" panose="02020400000000000000" pitchFamily="18" charset="-128"/>
                <a:cs typeface="Cambria Math" panose="02040503050406030204" pitchFamily="18"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28.png" descr="Chart, line chart&#10;&#10;Description automatically generated">
            <a:extLst>
              <a:ext uri="{FF2B5EF4-FFF2-40B4-BE49-F238E27FC236}">
                <a16:creationId xmlns:a16="http://schemas.microsoft.com/office/drawing/2014/main" id="{959DAFAD-A298-44B8-AD22-BE0D4504EBC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2334813" y="3155306"/>
            <a:ext cx="5687143" cy="3496820"/>
          </a:xfrm>
          <a:prstGeom prst="rect">
            <a:avLst/>
          </a:prstGeom>
          <a:ln/>
        </p:spPr>
      </p:pic>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AB11FC09-4BD8-4D0B-A502-D437EE87B4DF}"/>
                  </a:ext>
                </a:extLst>
              </p:cNvPr>
              <p:cNvGraphicFramePr>
                <a:graphicFrameLocks noGrp="1"/>
              </p:cNvGraphicFramePr>
              <p:nvPr>
                <p:extLst>
                  <p:ext uri="{D42A27DB-BD31-4B8C-83A1-F6EECF244321}">
                    <p14:modId xmlns:p14="http://schemas.microsoft.com/office/powerpoint/2010/main" val="2248813852"/>
                  </p:ext>
                </p:extLst>
              </p:nvPr>
            </p:nvGraphicFramePr>
            <p:xfrm>
              <a:off x="2334812" y="205874"/>
              <a:ext cx="7249106" cy="2473800"/>
            </p:xfrm>
            <a:graphic>
              <a:graphicData uri="http://schemas.openxmlformats.org/drawingml/2006/table">
                <a:tbl>
                  <a:tblPr bandRow="1">
                    <a:tableStyleId>{A91F0D33-8C57-4600-99A7-42BC86742BE1}</a:tableStyleId>
                  </a:tblPr>
                  <a:tblGrid>
                    <a:gridCol w="3624553">
                      <a:extLst>
                        <a:ext uri="{9D8B030D-6E8A-4147-A177-3AD203B41FA5}">
                          <a16:colId xmlns:a16="http://schemas.microsoft.com/office/drawing/2014/main" val="745693466"/>
                        </a:ext>
                      </a:extLst>
                    </a:gridCol>
                    <a:gridCol w="3624553">
                      <a:extLst>
                        <a:ext uri="{9D8B030D-6E8A-4147-A177-3AD203B41FA5}">
                          <a16:colId xmlns:a16="http://schemas.microsoft.com/office/drawing/2014/main" val="2367794631"/>
                        </a:ext>
                      </a:extLst>
                    </a:gridCol>
                  </a:tblGrid>
                  <a:tr h="625270">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Time (hours before or after midnight, </a:t>
                          </a:r>
                          <a14:m>
                            <m:oMath xmlns:m="http://schemas.openxmlformats.org/officeDocument/2006/math">
                              <m:r>
                                <a:rPr lang="en-US" sz="1500" b="1" i="1" smtClean="0">
                                  <a:effectLst/>
                                  <a:latin typeface="Cambria Math" panose="02040503050406030204" pitchFamily="18" charset="0"/>
                                </a:rPr>
                                <m:t>𝐇</m:t>
                              </m:r>
                            </m:oMath>
                          </a14:m>
                          <a:r>
                            <a:rPr lang="en-US" sz="1500" b="1" dirty="0">
                              <a:effectLst/>
                              <a:latin typeface="Verdana" panose="020B0604030504040204" pitchFamily="34" charset="0"/>
                              <a:ea typeface="Verdana" panose="020B0604030504040204" pitchFamily="34" charset="0"/>
                            </a:rPr>
                            <a:t>)</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Temperature </a:t>
                          </a:r>
                        </a:p>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a:t>
                          </a:r>
                          <a14:m>
                            <m:oMath xmlns:m="http://schemas.openxmlformats.org/officeDocument/2006/math">
                              <m:r>
                                <a:rPr lang="en-US" sz="1500" b="1" smtClean="0">
                                  <a:effectLst/>
                                  <a:latin typeface="Cambria Math" panose="02040503050406030204" pitchFamily="18" charset="0"/>
                                </a:rPr>
                                <m:t>°</m:t>
                              </m:r>
                              <m:r>
                                <a:rPr lang="en-US" sz="1500" b="1" i="1">
                                  <a:effectLst/>
                                  <a:latin typeface="Cambria Math" panose="02040503050406030204" pitchFamily="18" charset="0"/>
                                </a:rPr>
                                <m:t>𝐂</m:t>
                              </m:r>
                            </m:oMath>
                          </a14:m>
                          <a:r>
                            <a:rPr lang="en-US" sz="1500" b="1" dirty="0">
                              <a:effectLst/>
                              <a:latin typeface="Verdana" panose="020B0604030504040204" pitchFamily="34" charset="0"/>
                              <a:ea typeface="Verdana" panose="020B0604030504040204" pitchFamily="34" charset="0"/>
                            </a:rPr>
                            <a:t>)</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14580327"/>
                      </a:ext>
                    </a:extLst>
                  </a:tr>
                  <a:tr h="46236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6</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8373636"/>
                      </a:ext>
                    </a:extLst>
                  </a:tr>
                  <a:tr h="46236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2000" smtClean="0">
                                  <a:effectLst/>
                                  <a:latin typeface="Cambria Math" panose="02040503050406030204" pitchFamily="18" charset="0"/>
                                  <a:ea typeface="Cambria Math" panose="02040503050406030204" pitchFamily="18" charset="0"/>
                                </a:rPr>
                                <m:t>−1</m:t>
                              </m:r>
                              <m:f>
                                <m:fPr>
                                  <m:ctrlPr>
                                    <a:rPr lang="en-US" sz="2000" i="1" smtClean="0">
                                      <a:effectLst/>
                                      <a:latin typeface="Cambria Math" panose="02040503050406030204" pitchFamily="18" charset="0"/>
                                      <a:ea typeface="Cambria Math" panose="02040503050406030204" pitchFamily="18" charset="0"/>
                                    </a:rPr>
                                  </m:ctrlPr>
                                </m:fPr>
                                <m:num>
                                  <m:r>
                                    <a:rPr lang="en-US" sz="2000" smtClean="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140799"/>
                      </a:ext>
                    </a:extLst>
                  </a:tr>
                  <a:tr h="460673">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2</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893055"/>
                      </a:ext>
                    </a:extLst>
                  </a:tr>
                  <a:tr h="460673">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−6</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10</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25163"/>
                      </a:ext>
                    </a:extLst>
                  </a:tr>
                </a:tbl>
              </a:graphicData>
            </a:graphic>
          </p:graphicFrame>
        </mc:Choice>
        <mc:Fallback xmlns="">
          <p:graphicFrame>
            <p:nvGraphicFramePr>
              <p:cNvPr id="7" name="Table 6">
                <a:extLst>
                  <a:ext uri="{FF2B5EF4-FFF2-40B4-BE49-F238E27FC236}">
                    <a16:creationId xmlns:a16="http://schemas.microsoft.com/office/drawing/2014/main" id="{AB11FC09-4BD8-4D0B-A502-D437EE87B4DF}"/>
                  </a:ext>
                </a:extLst>
              </p:cNvPr>
              <p:cNvGraphicFramePr>
                <a:graphicFrameLocks noGrp="1"/>
              </p:cNvGraphicFramePr>
              <p:nvPr>
                <p:extLst>
                  <p:ext uri="{D42A27DB-BD31-4B8C-83A1-F6EECF244321}">
                    <p14:modId xmlns:p14="http://schemas.microsoft.com/office/powerpoint/2010/main" val="2248813852"/>
                  </p:ext>
                </p:extLst>
              </p:nvPr>
            </p:nvGraphicFramePr>
            <p:xfrm>
              <a:off x="810812" y="205874"/>
              <a:ext cx="7249106" cy="2473800"/>
            </p:xfrm>
            <a:graphic>
              <a:graphicData uri="http://schemas.openxmlformats.org/drawingml/2006/table">
                <a:tbl>
                  <a:tblPr bandRow="1">
                    <a:tableStyleId>{A91F0D33-8C57-4600-99A7-42BC86742BE1}</a:tableStyleId>
                  </a:tblPr>
                  <a:tblGrid>
                    <a:gridCol w="3624553">
                      <a:extLst>
                        <a:ext uri="{9D8B030D-6E8A-4147-A177-3AD203B41FA5}">
                          <a16:colId xmlns:a16="http://schemas.microsoft.com/office/drawing/2014/main" val="745693466"/>
                        </a:ext>
                      </a:extLst>
                    </a:gridCol>
                    <a:gridCol w="3624553">
                      <a:extLst>
                        <a:ext uri="{9D8B030D-6E8A-4147-A177-3AD203B41FA5}">
                          <a16:colId xmlns:a16="http://schemas.microsoft.com/office/drawing/2014/main" val="2367794631"/>
                        </a:ext>
                      </a:extLst>
                    </a:gridCol>
                  </a:tblGrid>
                  <a:tr h="62527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6" t="-971" r="-100336" b="-30388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6" t="-971" r="-336" b="-303883"/>
                          </a:stretch>
                        </a:blipFill>
                      </a:tcPr>
                    </a:tc>
                    <a:extLst>
                      <a:ext uri="{0D108BD9-81ED-4DB2-BD59-A6C34878D82A}">
                        <a16:rowId xmlns:a16="http://schemas.microsoft.com/office/drawing/2014/main" val="2714580327"/>
                      </a:ext>
                    </a:extLst>
                  </a:tr>
                  <a:tr h="46323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6" t="-136842" r="-100336" b="-311842"/>
                          </a:stretch>
                        </a:blipFill>
                      </a:tcPr>
                    </a:tc>
                    <a:tc>
                      <a:txBody>
                        <a:bodyPr/>
                        <a:lstStyle/>
                        <a:p>
                          <a:endParaRPr lang="en-US"/>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6" t="-136842" r="-336" b="-311842"/>
                          </a:stretch>
                        </a:blipFill>
                      </a:tcPr>
                    </a:tc>
                    <a:extLst>
                      <a:ext uri="{0D108BD9-81ED-4DB2-BD59-A6C34878D82A}">
                        <a16:rowId xmlns:a16="http://schemas.microsoft.com/office/drawing/2014/main" val="2548373636"/>
                      </a:ext>
                    </a:extLst>
                  </a:tr>
                  <a:tr h="46323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6" t="-236842" r="-100336" b="-211842"/>
                          </a:stretch>
                        </a:blipFill>
                      </a:tcPr>
                    </a:tc>
                    <a:tc>
                      <a:txBody>
                        <a:bodyPr/>
                        <a:lstStyle/>
                        <a:p>
                          <a:endParaRPr lang="en-US"/>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6" t="-236842" r="-336" b="-211842"/>
                          </a:stretch>
                        </a:blipFill>
                      </a:tcPr>
                    </a:tc>
                    <a:extLst>
                      <a:ext uri="{0D108BD9-81ED-4DB2-BD59-A6C34878D82A}">
                        <a16:rowId xmlns:a16="http://schemas.microsoft.com/office/drawing/2014/main" val="2276140799"/>
                      </a:ext>
                    </a:extLst>
                  </a:tr>
                  <a:tr h="46067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6" t="-336842" r="-100336" b="-111842"/>
                          </a:stretch>
                        </a:blipFill>
                      </a:tcPr>
                    </a:tc>
                    <a:tc>
                      <a:txBody>
                        <a:bodyPr/>
                        <a:lstStyle/>
                        <a:p>
                          <a:endParaRPr lang="en-US"/>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6" t="-336842" r="-336" b="-111842"/>
                          </a:stretch>
                        </a:blipFill>
                      </a:tcPr>
                    </a:tc>
                    <a:extLst>
                      <a:ext uri="{0D108BD9-81ED-4DB2-BD59-A6C34878D82A}">
                        <a16:rowId xmlns:a16="http://schemas.microsoft.com/office/drawing/2014/main" val="2006893055"/>
                      </a:ext>
                    </a:extLst>
                  </a:tr>
                  <a:tr h="46139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6" t="-436842" r="-100336" b="-11842"/>
                          </a:stretch>
                        </a:blipFill>
                      </a:tcPr>
                    </a:tc>
                    <a:tc>
                      <a:txBody>
                        <a:bodyPr/>
                        <a:lstStyle/>
                        <a:p>
                          <a:endParaRPr lang="en-US"/>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6" t="-436842" r="-336" b="-11842"/>
                          </a:stretch>
                        </a:blipFill>
                      </a:tcPr>
                    </a:tc>
                    <a:extLst>
                      <a:ext uri="{0D108BD9-81ED-4DB2-BD59-A6C34878D82A}">
                        <a16:rowId xmlns:a16="http://schemas.microsoft.com/office/drawing/2014/main" val="3404125163"/>
                      </a:ext>
                    </a:extLst>
                  </a:tr>
                </a:tbl>
              </a:graphicData>
            </a:graphic>
          </p:graphicFrame>
        </mc:Fallback>
      </mc:AlternateContent>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149</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517"/>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346200" y="398473"/>
                <a:ext cx="9525000" cy="6070188"/>
              </a:xfrm>
              <a:prstGeom prst="rect">
                <a:avLst/>
              </a:prstGeom>
              <a:noFill/>
            </p:spPr>
            <p:txBody>
              <a:bodyPr wrap="square" rtlCol="0">
                <a:spAutoFit/>
              </a:bodyPr>
              <a:lstStyle/>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In the town of New Haven, Connecticut, the temperature at midnight was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m:t>
                    </m:r>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2</m:t>
                        </m:r>
                      </m:num>
                      <m:den>
                        <m:r>
                          <a:rPr lang="en-US" sz="2000" i="1">
                            <a:latin typeface="Cambria Math" panose="02040503050406030204" pitchFamily="18" charset="0"/>
                            <a:ea typeface="Cambria Math" panose="02040503050406030204" pitchFamily="18" charset="0"/>
                            <a:cs typeface="Cambria Math" panose="02040503050406030204" pitchFamily="18" charset="0"/>
                          </a:rPr>
                          <m:t>10</m:t>
                        </m:r>
                      </m:den>
                    </m:f>
                    <m:r>
                      <a:rPr lang="en-US" sz="2000" i="1">
                        <a:latin typeface="Cambria Math" panose="02040503050406030204" pitchFamily="18" charset="0"/>
                        <a:ea typeface="Cambria Math" panose="02040503050406030204" pitchFamily="18" charset="0"/>
                        <a:cs typeface="Cambria Math" panose="02040503050406030204" pitchFamily="18" charset="0"/>
                      </a:rPr>
                      <m:t>°</m:t>
                    </m:r>
                    <m:r>
                      <a:rPr lang="en-US" sz="2000" i="1">
                        <a:latin typeface="Cambria Math" panose="02040503050406030204" pitchFamily="18" charset="0"/>
                        <a:ea typeface="Cambria Math" panose="02040503050406030204" pitchFamily="18" charset="0"/>
                        <a:cs typeface="Cambria Math" panose="02040503050406030204" pitchFamily="18" charset="0"/>
                      </a:rPr>
                      <m:t>𝐶</m:t>
                    </m:r>
                  </m:oMath>
                </a14:m>
                <a:r>
                  <a:rPr lang="en-US" sz="2000" dirty="0">
                    <a:latin typeface="Verdana" panose="020B0604030504040204" pitchFamily="34" charset="0"/>
                    <a:ea typeface="Verdana" panose="020B0604030504040204" pitchFamily="34" charset="0"/>
                    <a:cs typeface="Cambria Math" panose="02040503050406030204" pitchFamily="18" charset="0"/>
                  </a:rPr>
                  <a:t>.</a:t>
                </a:r>
                <a:r>
                  <a:rPr lang="en-US" sz="2000" dirty="0">
                    <a:latin typeface="Verdana" panose="020B0604030504040204" pitchFamily="34" charset="0"/>
                    <a:ea typeface="Verdana" panose="020B0604030504040204" pitchFamily="34" charset="0"/>
                    <a:cs typeface="Verdana" panose="020B0604030504040204" pitchFamily="34" charset="0"/>
                  </a:rPr>
                  <a:t> Plot and label this point on the same grid. Label the point C.</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Label the point that represents the temperature in Princeton at midnight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Which town was warmer at midnight, Princeton or New Haven?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how to determine which town you selected in Part C is warmer at midnight.</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pPr>
                  <a:lnSpc>
                    <a:spcPct val="107000"/>
                  </a:lnSpc>
                </a:pP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346200" y="398473"/>
                <a:ext cx="9525000" cy="6070188"/>
              </a:xfrm>
              <a:prstGeom prst="rect">
                <a:avLst/>
              </a:prstGeom>
              <a:blipFill rotWithShape="0">
                <a:blip r:embed="rId3"/>
                <a:stretch>
                  <a:fillRect t="-703"/>
                </a:stretch>
              </a:blipFill>
            </p:spPr>
            <p:txBody>
              <a:bodyPr/>
              <a:lstStyle/>
              <a:p>
                <a:r>
                  <a:rPr lang="en-US">
                    <a:noFill/>
                  </a:rPr>
                  <a:t> </a:t>
                </a:r>
              </a:p>
            </p:txBody>
          </p:sp>
        </mc:Fallback>
      </mc:AlternateContent>
      <p:sp>
        <p:nvSpPr>
          <p:cNvPr id="6"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149</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16406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932432" y="398473"/>
                <a:ext cx="8327136" cy="188538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rPr>
                  <a:t>The average NBA player scores </a:t>
                </a:r>
                <a14:m>
                  <m:oMath xmlns:m="http://schemas.openxmlformats.org/officeDocument/2006/math">
                    <m:r>
                      <a:rPr lang="en-US" sz="2000" i="1">
                        <a:latin typeface="Cambria Math" panose="02040503050406030204" pitchFamily="18" charset="0"/>
                      </a:rPr>
                      <m:t>9.7</m:t>
                    </m:r>
                  </m:oMath>
                </a14:m>
                <a:r>
                  <a:rPr lang="en-US" sz="2000" dirty="0">
                    <a:latin typeface="Verdana" panose="020B0604030504040204" pitchFamily="34" charset="0"/>
                    <a:ea typeface="Verdana" panose="020B0604030504040204" pitchFamily="34" charset="0"/>
                  </a:rPr>
                  <a:t> points per game. The table below lists six players, along with their average points per game and their difference from the average.</a:t>
                </a:r>
                <a:endParaRPr lang="en-US" sz="2000" i="1" dirty="0">
                  <a:latin typeface="Verdana" panose="020B0604030504040204" pitchFamily="34" charset="0"/>
                  <a:ea typeface="Verdana" panose="020B0604030504040204" pitchFamily="34"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r>
                  <a:rPr lang="en-US" sz="1800" dirty="0">
                    <a:latin typeface="Cambria Math" panose="02040503050406030204" pitchFamily="18" charset="0"/>
                    <a:ea typeface="Yu Mincho" panose="02020400000000000000" pitchFamily="18" charset="-128"/>
                    <a:cs typeface="Cambria Math" panose="02040503050406030204" pitchFamily="18"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08432" y="398473"/>
                <a:ext cx="8327136" cy="1885388"/>
              </a:xfrm>
              <a:prstGeom prst="rect">
                <a:avLst/>
              </a:prstGeom>
              <a:blipFill>
                <a:blip r:embed="rId4"/>
                <a:stretch>
                  <a:fillRect l="-805" t="-1935" r="-1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8715257-BF13-455B-BD9A-0136FD483841}"/>
                  </a:ext>
                </a:extLst>
              </p:cNvPr>
              <p:cNvGraphicFramePr>
                <a:graphicFrameLocks noGrp="1"/>
              </p:cNvGraphicFramePr>
              <p:nvPr>
                <p:extLst>
                  <p:ext uri="{D42A27DB-BD31-4B8C-83A1-F6EECF244321}">
                    <p14:modId xmlns:p14="http://schemas.microsoft.com/office/powerpoint/2010/main" val="1880768878"/>
                  </p:ext>
                </p:extLst>
              </p:nvPr>
            </p:nvGraphicFramePr>
            <p:xfrm>
              <a:off x="2358014" y="1657978"/>
              <a:ext cx="7475972" cy="4653152"/>
            </p:xfrm>
            <a:graphic>
              <a:graphicData uri="http://schemas.openxmlformats.org/drawingml/2006/table">
                <a:tbl>
                  <a:tblPr bandRow="1">
                    <a:tableStyleId>{A91F0D33-8C57-4600-99A7-42BC86742BE1}</a:tableStyleId>
                  </a:tblPr>
                  <a:tblGrid>
                    <a:gridCol w="2490984">
                      <a:extLst>
                        <a:ext uri="{9D8B030D-6E8A-4147-A177-3AD203B41FA5}">
                          <a16:colId xmlns:a16="http://schemas.microsoft.com/office/drawing/2014/main" val="1093310755"/>
                        </a:ext>
                      </a:extLst>
                    </a:gridCol>
                    <a:gridCol w="2492494">
                      <a:extLst>
                        <a:ext uri="{9D8B030D-6E8A-4147-A177-3AD203B41FA5}">
                          <a16:colId xmlns:a16="http://schemas.microsoft.com/office/drawing/2014/main" val="357999962"/>
                        </a:ext>
                      </a:extLst>
                    </a:gridCol>
                    <a:gridCol w="2492494">
                      <a:extLst>
                        <a:ext uri="{9D8B030D-6E8A-4147-A177-3AD203B41FA5}">
                          <a16:colId xmlns:a16="http://schemas.microsoft.com/office/drawing/2014/main" val="460268142"/>
                        </a:ext>
                      </a:extLst>
                    </a:gridCol>
                  </a:tblGrid>
                  <a:tr h="133506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Player</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Average Points Per Game (p)</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Difference from Average (d)</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62781246"/>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LeBron James</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27.1</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17.4</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9814090"/>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Dwyane Wade</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22.0</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12.3</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5299010"/>
                      </a:ext>
                    </a:extLst>
                  </a:tr>
                  <a:tr h="354218">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Mike Conley</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14.8</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5.1</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8893642"/>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Frank Brickowski</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10.0</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0.3</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466409"/>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Robin Lopez</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8.8</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–0.9</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842353"/>
                      </a:ext>
                    </a:extLst>
                  </a:tr>
                  <a:tr h="35421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Greg Foster</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3.9</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–5.8</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661803"/>
                      </a:ext>
                    </a:extLst>
                  </a:tr>
                </a:tbl>
              </a:graphicData>
            </a:graphic>
          </p:graphicFrame>
        </mc:Choice>
        <mc:Fallback xmlns="">
          <p:graphicFrame>
            <p:nvGraphicFramePr>
              <p:cNvPr id="2" name="Table 1">
                <a:extLst>
                  <a:ext uri="{FF2B5EF4-FFF2-40B4-BE49-F238E27FC236}">
                    <a16:creationId xmlns:a16="http://schemas.microsoft.com/office/drawing/2014/main" id="{68715257-BF13-455B-BD9A-0136FD483841}"/>
                  </a:ext>
                </a:extLst>
              </p:cNvPr>
              <p:cNvGraphicFramePr>
                <a:graphicFrameLocks noGrp="1"/>
              </p:cNvGraphicFramePr>
              <p:nvPr>
                <p:extLst>
                  <p:ext uri="{D42A27DB-BD31-4B8C-83A1-F6EECF244321}">
                    <p14:modId xmlns:p14="http://schemas.microsoft.com/office/powerpoint/2010/main" val="1880768878"/>
                  </p:ext>
                </p:extLst>
              </p:nvPr>
            </p:nvGraphicFramePr>
            <p:xfrm>
              <a:off x="834014" y="1657978"/>
              <a:ext cx="7475972" cy="4653152"/>
            </p:xfrm>
            <a:graphic>
              <a:graphicData uri="http://schemas.openxmlformats.org/drawingml/2006/table">
                <a:tbl>
                  <a:tblPr bandRow="1">
                    <a:tableStyleId>{A91F0D33-8C57-4600-99A7-42BC86742BE1}</a:tableStyleId>
                  </a:tblPr>
                  <a:tblGrid>
                    <a:gridCol w="2490984">
                      <a:extLst>
                        <a:ext uri="{9D8B030D-6E8A-4147-A177-3AD203B41FA5}">
                          <a16:colId xmlns:a16="http://schemas.microsoft.com/office/drawing/2014/main" val="1093310755"/>
                        </a:ext>
                      </a:extLst>
                    </a:gridCol>
                    <a:gridCol w="2492494">
                      <a:extLst>
                        <a:ext uri="{9D8B030D-6E8A-4147-A177-3AD203B41FA5}">
                          <a16:colId xmlns:a16="http://schemas.microsoft.com/office/drawing/2014/main" val="357999962"/>
                        </a:ext>
                      </a:extLst>
                    </a:gridCol>
                    <a:gridCol w="2492494">
                      <a:extLst>
                        <a:ext uri="{9D8B030D-6E8A-4147-A177-3AD203B41FA5}">
                          <a16:colId xmlns:a16="http://schemas.microsoft.com/office/drawing/2014/main" val="460268142"/>
                        </a:ext>
                      </a:extLst>
                    </a:gridCol>
                  </a:tblGrid>
                  <a:tr h="133506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Player</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Average Points Per Game (p)</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Difference from Average (d)</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62781246"/>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LeBron James</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203704" r="-100244" b="-42407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203704" r="-489" b="-424074"/>
                          </a:stretch>
                        </a:blipFill>
                      </a:tcPr>
                    </a:tc>
                    <a:extLst>
                      <a:ext uri="{0D108BD9-81ED-4DB2-BD59-A6C34878D82A}">
                        <a16:rowId xmlns:a16="http://schemas.microsoft.com/office/drawing/2014/main" val="3039814090"/>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Dwyane Wade</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306542" r="-100244" b="-32803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306542" r="-489" b="-328037"/>
                          </a:stretch>
                        </a:blipFill>
                      </a:tcPr>
                    </a:tc>
                    <a:extLst>
                      <a:ext uri="{0D108BD9-81ED-4DB2-BD59-A6C34878D82A}">
                        <a16:rowId xmlns:a16="http://schemas.microsoft.com/office/drawing/2014/main" val="3655299010"/>
                      </a:ext>
                    </a:extLst>
                  </a:tr>
                  <a:tr h="354218">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Mike Conley</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750000" r="-100244" b="-50517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750000" r="-489" b="-505172"/>
                          </a:stretch>
                        </a:blipFill>
                      </a:tcPr>
                    </a:tc>
                    <a:extLst>
                      <a:ext uri="{0D108BD9-81ED-4DB2-BD59-A6C34878D82A}">
                        <a16:rowId xmlns:a16="http://schemas.microsoft.com/office/drawing/2014/main" val="1708893642"/>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Frank Brickowski</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456481" r="-100244" b="-17129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456481" r="-489" b="-171296"/>
                          </a:stretch>
                        </a:blipFill>
                      </a:tcPr>
                    </a:tc>
                    <a:extLst>
                      <a:ext uri="{0D108BD9-81ED-4DB2-BD59-A6C34878D82A}">
                        <a16:rowId xmlns:a16="http://schemas.microsoft.com/office/drawing/2014/main" val="1549466409"/>
                      </a:ext>
                    </a:extLst>
                  </a:tr>
                  <a:tr h="652413">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Robin Lopez</a:t>
                          </a:r>
                          <a:endParaRPr lang="en-US" sz="20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561682" r="-100244" b="-7289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561682" r="-489" b="-72897"/>
                          </a:stretch>
                        </a:blipFill>
                      </a:tcPr>
                    </a:tc>
                    <a:extLst>
                      <a:ext uri="{0D108BD9-81ED-4DB2-BD59-A6C34878D82A}">
                        <a16:rowId xmlns:a16="http://schemas.microsoft.com/office/drawing/2014/main" val="2489842353"/>
                      </a:ext>
                    </a:extLst>
                  </a:tr>
                  <a:tr h="35421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Greg Foster</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1220690" r="-100244" b="-3448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1220690" r="-489" b="-34483"/>
                          </a:stretch>
                        </a:blipFill>
                      </a:tcPr>
                    </a:tc>
                    <a:extLst>
                      <a:ext uri="{0D108BD9-81ED-4DB2-BD59-A6C34878D82A}">
                        <a16:rowId xmlns:a16="http://schemas.microsoft.com/office/drawing/2014/main" val="77661803"/>
                      </a:ext>
                    </a:extLst>
                  </a:tr>
                </a:tbl>
              </a:graphicData>
            </a:graphic>
          </p:graphicFrame>
        </mc:Fallback>
      </mc:AlternateContent>
      <p:sp>
        <p:nvSpPr>
          <p:cNvPr id="7"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53114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08C67FCF-92C3-654A-BF40-5BDF7A4F9271}"/>
              </a:ext>
            </a:extLst>
          </p:cNvPr>
          <p:cNvSpPr txBox="1"/>
          <p:nvPr/>
        </p:nvSpPr>
        <p:spPr>
          <a:xfrm>
            <a:off x="1932432" y="398473"/>
            <a:ext cx="8327136" cy="3639714"/>
          </a:xfrm>
          <a:prstGeom prst="rect">
            <a:avLst/>
          </a:prstGeom>
          <a:noFill/>
        </p:spPr>
        <p:txBody>
          <a:bodyPr wrap="square" rtlCol="0">
            <a:spAutoFit/>
          </a:bodyPr>
          <a:lstStyle/>
          <a:p>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a typeface="Verdana" panose="020B0604030504040204" pitchFamily="34" charset="0"/>
            </a:endParaRPr>
          </a:p>
          <a:p>
            <a:r>
              <a:rPr lang="en-US" sz="2000" dirty="0">
                <a:latin typeface="Verdana" panose="020B0604030504040204" pitchFamily="34" charset="0"/>
                <a:ea typeface="Verdana" panose="020B0604030504040204" pitchFamily="34" charset="0"/>
              </a:rPr>
              <a:t>Graph the points from the table on the coordinate grid.</a:t>
            </a:r>
            <a:endParaRPr lang="en-US" sz="2000" i="1" dirty="0">
              <a:latin typeface="Verdana" panose="020B0604030504040204" pitchFamily="34" charset="0"/>
              <a:ea typeface="Verdana" panose="020B0604030504040204" pitchFamily="34" charset="0"/>
            </a:endParaRPr>
          </a:p>
          <a:p>
            <a:r>
              <a:rPr lang="en-US" dirty="0"/>
              <a:t> </a:t>
            </a:r>
            <a:endParaRPr lang="en-US" i="1" dirty="0"/>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Yu Mincho" panose="02020400000000000000" pitchFamily="18" charset="-128"/>
              <a:cs typeface="Cambria Math" panose="02040503050406030204" pitchFamily="18" charset="0"/>
            </a:endParaRPr>
          </a:p>
          <a:p>
            <a:r>
              <a:rPr lang="en-US" sz="1800" dirty="0">
                <a:latin typeface="Cambria Math" panose="02040503050406030204" pitchFamily="18" charset="0"/>
                <a:ea typeface="Yu Mincho" panose="02020400000000000000" pitchFamily="18" charset="-128"/>
                <a:cs typeface="Cambria Math" panose="02040503050406030204" pitchFamily="18"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image21.png" descr="Chart, table&#10;&#10;Description automatically generated">
            <a:extLst>
              <a:ext uri="{FF2B5EF4-FFF2-40B4-BE49-F238E27FC236}">
                <a16:creationId xmlns:a16="http://schemas.microsoft.com/office/drawing/2014/main" id="{4347078F-5F37-41B3-A63C-75F0C887061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2085984" y="3049250"/>
            <a:ext cx="4100453" cy="3556389"/>
          </a:xfrm>
          <a:prstGeom prst="rect">
            <a:avLst/>
          </a:prstGeom>
          <a:ln/>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2286746-74CD-4703-BD43-7E91955E5BC2}"/>
                  </a:ext>
                </a:extLst>
              </p:cNvPr>
              <p:cNvGraphicFramePr>
                <a:graphicFrameLocks noGrp="1"/>
              </p:cNvGraphicFramePr>
              <p:nvPr>
                <p:extLst>
                  <p:ext uri="{D42A27DB-BD31-4B8C-83A1-F6EECF244321}">
                    <p14:modId xmlns:p14="http://schemas.microsoft.com/office/powerpoint/2010/main" val="885944949"/>
                  </p:ext>
                </p:extLst>
              </p:nvPr>
            </p:nvGraphicFramePr>
            <p:xfrm>
              <a:off x="1932432" y="166556"/>
              <a:ext cx="7475972" cy="2054948"/>
            </p:xfrm>
            <a:graphic>
              <a:graphicData uri="http://schemas.openxmlformats.org/drawingml/2006/table">
                <a:tbl>
                  <a:tblPr bandRow="1">
                    <a:tableStyleId>{A91F0D33-8C57-4600-99A7-42BC86742BE1}</a:tableStyleId>
                  </a:tblPr>
                  <a:tblGrid>
                    <a:gridCol w="2490984">
                      <a:extLst>
                        <a:ext uri="{9D8B030D-6E8A-4147-A177-3AD203B41FA5}">
                          <a16:colId xmlns:a16="http://schemas.microsoft.com/office/drawing/2014/main" val="1093310755"/>
                        </a:ext>
                      </a:extLst>
                    </a:gridCol>
                    <a:gridCol w="2492494">
                      <a:extLst>
                        <a:ext uri="{9D8B030D-6E8A-4147-A177-3AD203B41FA5}">
                          <a16:colId xmlns:a16="http://schemas.microsoft.com/office/drawing/2014/main" val="357999962"/>
                        </a:ext>
                      </a:extLst>
                    </a:gridCol>
                    <a:gridCol w="2492494">
                      <a:extLst>
                        <a:ext uri="{9D8B030D-6E8A-4147-A177-3AD203B41FA5}">
                          <a16:colId xmlns:a16="http://schemas.microsoft.com/office/drawing/2014/main" val="460268142"/>
                        </a:ext>
                      </a:extLst>
                    </a:gridCol>
                  </a:tblGrid>
                  <a:tr h="529916">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Player</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Average Points Per Game (p)</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Difference from Average (d)</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62781246"/>
                      </a:ext>
                    </a:extLst>
                  </a:tr>
                  <a:tr h="258957">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LeBron James</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27.1</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17.4</m:t>
                                </m:r>
                              </m:oMath>
                            </m:oMathPara>
                          </a14:m>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9814090"/>
                      </a:ext>
                    </a:extLst>
                  </a:tr>
                  <a:tr h="258957">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Dwyane Wade</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22.0</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12.3</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5299010"/>
                      </a:ext>
                    </a:extLst>
                  </a:tr>
                  <a:tr h="196263">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Mike Conley</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14.8</m:t>
                                </m:r>
                              </m:oMath>
                            </m:oMathPara>
                          </a14:m>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5.1</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8893642"/>
                      </a:ext>
                    </a:extLst>
                  </a:tr>
                  <a:tr h="258957">
                    <a:tc>
                      <a:txBody>
                        <a:bodyPr/>
                        <a:lstStyle/>
                        <a:p>
                          <a:pPr marL="0" marR="0" algn="ctr">
                            <a:lnSpc>
                              <a:spcPct val="107000"/>
                            </a:lnSpc>
                            <a:spcBef>
                              <a:spcPts val="0"/>
                            </a:spcBef>
                            <a:spcAft>
                              <a:spcPts val="0"/>
                            </a:spcAft>
                          </a:pPr>
                          <a:r>
                            <a:rPr lang="en-US" sz="1500" dirty="0">
                              <a:effectLst/>
                              <a:latin typeface="Verdana" panose="020B0604030504040204" pitchFamily="34" charset="0"/>
                              <a:ea typeface="Verdana" panose="020B0604030504040204" pitchFamily="34" charset="0"/>
                            </a:rPr>
                            <a:t>Frank Brickowski</a:t>
                          </a:r>
                          <a:endParaRPr lang="en-US" sz="15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10.0</m:t>
                                </m:r>
                              </m:oMath>
                            </m:oMathPara>
                          </a14:m>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0.3</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466409"/>
                      </a:ext>
                    </a:extLst>
                  </a:tr>
                  <a:tr h="258957">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Robin Lopez</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8.8</m:t>
                                </m:r>
                              </m:oMath>
                            </m:oMathPara>
                          </a14:m>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–0.9</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842353"/>
                      </a:ext>
                    </a:extLst>
                  </a:tr>
                  <a:tr h="196263">
                    <a:tc>
                      <a:txBody>
                        <a:bodyPr/>
                        <a:lstStyle/>
                        <a:p>
                          <a:pPr marL="0" marR="0" algn="ctr">
                            <a:lnSpc>
                              <a:spcPct val="107000"/>
                            </a:lnSpc>
                            <a:spcBef>
                              <a:spcPts val="0"/>
                            </a:spcBef>
                            <a:spcAft>
                              <a:spcPts val="0"/>
                            </a:spcAft>
                          </a:pPr>
                          <a:r>
                            <a:rPr lang="en-US" sz="1500" dirty="0">
                              <a:effectLst/>
                              <a:latin typeface="Verdana" panose="020B0604030504040204" pitchFamily="34" charset="0"/>
                              <a:ea typeface="Verdana" panose="020B0604030504040204" pitchFamily="34" charset="0"/>
                            </a:rPr>
                            <a:t>Greg Foster</a:t>
                          </a:r>
                          <a:endParaRPr lang="en-US" sz="15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3.9</m:t>
                                </m:r>
                              </m:oMath>
                            </m:oMathPara>
                          </a14:m>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mbria Math" panose="02040503050406030204" pitchFamily="18" charset="0"/>
                                  </a:rPr>
                                  <m:t>–5.8</m:t>
                                </m:r>
                              </m:oMath>
                            </m:oMathPara>
                          </a14:m>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661803"/>
                      </a:ext>
                    </a:extLst>
                  </a:tr>
                </a:tbl>
              </a:graphicData>
            </a:graphic>
          </p:graphicFrame>
        </mc:Choice>
        <mc:Fallback xmlns="">
          <p:graphicFrame>
            <p:nvGraphicFramePr>
              <p:cNvPr id="8" name="Table 7">
                <a:extLst>
                  <a:ext uri="{FF2B5EF4-FFF2-40B4-BE49-F238E27FC236}">
                    <a16:creationId xmlns:a16="http://schemas.microsoft.com/office/drawing/2014/main" id="{82286746-74CD-4703-BD43-7E91955E5BC2}"/>
                  </a:ext>
                </a:extLst>
              </p:cNvPr>
              <p:cNvGraphicFramePr>
                <a:graphicFrameLocks noGrp="1"/>
              </p:cNvGraphicFramePr>
              <p:nvPr>
                <p:extLst>
                  <p:ext uri="{D42A27DB-BD31-4B8C-83A1-F6EECF244321}">
                    <p14:modId xmlns:p14="http://schemas.microsoft.com/office/powerpoint/2010/main" val="885944949"/>
                  </p:ext>
                </p:extLst>
              </p:nvPr>
            </p:nvGraphicFramePr>
            <p:xfrm>
              <a:off x="408432" y="166556"/>
              <a:ext cx="7475972" cy="2054948"/>
            </p:xfrm>
            <a:graphic>
              <a:graphicData uri="http://schemas.openxmlformats.org/drawingml/2006/table">
                <a:tbl>
                  <a:tblPr bandRow="1">
                    <a:tableStyleId>{A91F0D33-8C57-4600-99A7-42BC86742BE1}</a:tableStyleId>
                  </a:tblPr>
                  <a:tblGrid>
                    <a:gridCol w="2490984">
                      <a:extLst>
                        <a:ext uri="{9D8B030D-6E8A-4147-A177-3AD203B41FA5}">
                          <a16:colId xmlns:a16="http://schemas.microsoft.com/office/drawing/2014/main" val="1093310755"/>
                        </a:ext>
                      </a:extLst>
                    </a:gridCol>
                    <a:gridCol w="2492494">
                      <a:extLst>
                        <a:ext uri="{9D8B030D-6E8A-4147-A177-3AD203B41FA5}">
                          <a16:colId xmlns:a16="http://schemas.microsoft.com/office/drawing/2014/main" val="357999962"/>
                        </a:ext>
                      </a:extLst>
                    </a:gridCol>
                    <a:gridCol w="2492494">
                      <a:extLst>
                        <a:ext uri="{9D8B030D-6E8A-4147-A177-3AD203B41FA5}">
                          <a16:colId xmlns:a16="http://schemas.microsoft.com/office/drawing/2014/main" val="460268142"/>
                        </a:ext>
                      </a:extLst>
                    </a:gridCol>
                  </a:tblGrid>
                  <a:tr h="529916">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Player</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Average Points Per Game (p)</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rPr>
                            <a:t>Difference from Average (d)</a:t>
                          </a:r>
                          <a:endParaRPr lang="en-US" sz="15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62781246"/>
                      </a:ext>
                    </a:extLst>
                  </a:tr>
                  <a:tr h="258957">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LeBron James</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89" t="-211628" r="-100489" b="-52325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211628" r="-489" b="-523256"/>
                          </a:stretch>
                        </a:blipFill>
                      </a:tcPr>
                    </a:tc>
                    <a:extLst>
                      <a:ext uri="{0D108BD9-81ED-4DB2-BD59-A6C34878D82A}">
                        <a16:rowId xmlns:a16="http://schemas.microsoft.com/office/drawing/2014/main" val="3039814090"/>
                      </a:ext>
                    </a:extLst>
                  </a:tr>
                  <a:tr h="258957">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Dwyane Wade</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89" t="-319048" r="-100489" b="-43571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319048" r="-489" b="-435714"/>
                          </a:stretch>
                        </a:blipFill>
                      </a:tcPr>
                    </a:tc>
                    <a:extLst>
                      <a:ext uri="{0D108BD9-81ED-4DB2-BD59-A6C34878D82A}">
                        <a16:rowId xmlns:a16="http://schemas.microsoft.com/office/drawing/2014/main" val="3655299010"/>
                      </a:ext>
                    </a:extLst>
                  </a:tr>
                  <a:tr h="244602">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Mike Conley</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89" t="-429268" r="-100489" b="-34634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429268" r="-489" b="-346341"/>
                          </a:stretch>
                        </a:blipFill>
                      </a:tcPr>
                    </a:tc>
                    <a:extLst>
                      <a:ext uri="{0D108BD9-81ED-4DB2-BD59-A6C34878D82A}">
                        <a16:rowId xmlns:a16="http://schemas.microsoft.com/office/drawing/2014/main" val="1708893642"/>
                      </a:ext>
                    </a:extLst>
                  </a:tr>
                  <a:tr h="258957">
                    <a:tc>
                      <a:txBody>
                        <a:bodyPr/>
                        <a:lstStyle/>
                        <a:p>
                          <a:pPr marL="0" marR="0" algn="ctr">
                            <a:lnSpc>
                              <a:spcPct val="107000"/>
                            </a:lnSpc>
                            <a:spcBef>
                              <a:spcPts val="0"/>
                            </a:spcBef>
                            <a:spcAft>
                              <a:spcPts val="0"/>
                            </a:spcAft>
                          </a:pPr>
                          <a:r>
                            <a:rPr lang="en-US" sz="1500" dirty="0">
                              <a:effectLst/>
                              <a:latin typeface="Verdana" panose="020B0604030504040204" pitchFamily="34" charset="0"/>
                              <a:ea typeface="Verdana" panose="020B0604030504040204" pitchFamily="34" charset="0"/>
                            </a:rPr>
                            <a:t>Frank Brickowski</a:t>
                          </a:r>
                          <a:endParaRPr lang="en-US" sz="15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89" t="-516667" r="-100489" b="-23809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516667" r="-489" b="-238095"/>
                          </a:stretch>
                        </a:blipFill>
                      </a:tcPr>
                    </a:tc>
                    <a:extLst>
                      <a:ext uri="{0D108BD9-81ED-4DB2-BD59-A6C34878D82A}">
                        <a16:rowId xmlns:a16="http://schemas.microsoft.com/office/drawing/2014/main" val="1549466409"/>
                      </a:ext>
                    </a:extLst>
                  </a:tr>
                  <a:tr h="258957">
                    <a:tc>
                      <a:txBody>
                        <a:bodyPr/>
                        <a:lstStyle/>
                        <a:p>
                          <a:pPr marL="0" marR="0" algn="ctr">
                            <a:lnSpc>
                              <a:spcPct val="107000"/>
                            </a:lnSpc>
                            <a:spcBef>
                              <a:spcPts val="0"/>
                            </a:spcBef>
                            <a:spcAft>
                              <a:spcPts val="0"/>
                            </a:spcAft>
                          </a:pPr>
                          <a:r>
                            <a:rPr lang="en-US" sz="1500">
                              <a:effectLst/>
                              <a:latin typeface="Verdana" panose="020B0604030504040204" pitchFamily="34" charset="0"/>
                              <a:ea typeface="Verdana" panose="020B0604030504040204" pitchFamily="34" charset="0"/>
                            </a:rPr>
                            <a:t>Robin Lopez</a:t>
                          </a:r>
                          <a:endParaRPr lang="en-US" sz="1500" i="1">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89" t="-602326" r="-100489" b="-13255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602326" r="-489" b="-132558"/>
                          </a:stretch>
                        </a:blipFill>
                      </a:tcPr>
                    </a:tc>
                    <a:extLst>
                      <a:ext uri="{0D108BD9-81ED-4DB2-BD59-A6C34878D82A}">
                        <a16:rowId xmlns:a16="http://schemas.microsoft.com/office/drawing/2014/main" val="2489842353"/>
                      </a:ext>
                    </a:extLst>
                  </a:tr>
                  <a:tr h="244602">
                    <a:tc>
                      <a:txBody>
                        <a:bodyPr/>
                        <a:lstStyle/>
                        <a:p>
                          <a:pPr marL="0" marR="0" algn="ctr">
                            <a:lnSpc>
                              <a:spcPct val="107000"/>
                            </a:lnSpc>
                            <a:spcBef>
                              <a:spcPts val="0"/>
                            </a:spcBef>
                            <a:spcAft>
                              <a:spcPts val="0"/>
                            </a:spcAft>
                          </a:pPr>
                          <a:r>
                            <a:rPr lang="en-US" sz="1500" dirty="0">
                              <a:effectLst/>
                              <a:latin typeface="Verdana" panose="020B0604030504040204" pitchFamily="34" charset="0"/>
                              <a:ea typeface="Verdana" panose="020B0604030504040204" pitchFamily="34" charset="0"/>
                            </a:rPr>
                            <a:t>Greg Foster</a:t>
                          </a:r>
                          <a:endParaRPr lang="en-US" sz="15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89" t="-755000" r="-100489" b="-4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89" t="-755000" r="-489" b="-42500"/>
                          </a:stretch>
                        </a:blipFill>
                      </a:tcPr>
                    </a:tc>
                    <a:extLst>
                      <a:ext uri="{0D108BD9-81ED-4DB2-BD59-A6C34878D82A}">
                        <a16:rowId xmlns:a16="http://schemas.microsoft.com/office/drawing/2014/main" val="77661803"/>
                      </a:ext>
                    </a:extLst>
                  </a:tr>
                </a:tbl>
              </a:graphicData>
            </a:graphic>
          </p:graphicFrame>
        </mc:Fallback>
      </mc:AlternateContent>
      <p:sp>
        <p:nvSpPr>
          <p:cNvPr id="9"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59954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88013" y="-810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58563" y="19829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405863" y="1386025"/>
                <a:ext cx="9636306" cy="4044184"/>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Think about what you have learned in the past four lessons about plotting points. As you read each statement, consider which best describes your understanding right now.</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need help plotting points. I’m not sure where to begin.</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plot points with integers on a coordinate grid with a scale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but I still need help with rational numbers and different scales.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plot points with decimals on a coordinate grid with a tenths scale, but I still need help with points that are fractions.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plot points with rational numbers that are decimals or fractions using any scale.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405863" y="1386025"/>
                <a:ext cx="9636306" cy="4044184"/>
              </a:xfrm>
              <a:prstGeom prst="rect">
                <a:avLst/>
              </a:prstGeom>
              <a:blipFill rotWithShape="0">
                <a:blip r:embed="rId4"/>
                <a:stretch>
                  <a:fillRect l="-696" t="-904" r="-190"/>
                </a:stretch>
              </a:blipFill>
            </p:spPr>
            <p:txBody>
              <a:bodyPr/>
              <a:lstStyle/>
              <a:p>
                <a:r>
                  <a:rPr lang="en-US">
                    <a:noFill/>
                  </a:rPr>
                  <a:t> </a:t>
                </a:r>
              </a:p>
            </p:txBody>
          </p:sp>
        </mc:Fallback>
      </mc:AlternateContent>
      <p:sp>
        <p:nvSpPr>
          <p:cNvPr id="8"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1932432" y="422858"/>
                <a:ext cx="8327136" cy="3689921"/>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which number from the list best describes you.</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a plan for what you can do to either move to number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4 </m:t>
                    </m:r>
                  </m:oMath>
                </a14:m>
                <a:r>
                  <a:rPr lang="en-US" sz="2000" dirty="0">
                    <a:latin typeface="Verdana" panose="020B0604030504040204" pitchFamily="34" charset="0"/>
                    <a:ea typeface="Verdana" panose="020B0604030504040204" pitchFamily="34" charset="0"/>
                    <a:cs typeface="Verdana" panose="020B0604030504040204" pitchFamily="34" charset="0"/>
                  </a:rPr>
                  <a:t>or to help a classmate move to number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spcAft>
                    <a:spcPts val="800"/>
                  </a:spcAft>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4CE9D117-FAE6-F74F-940B-9CD1479755BE}"/>
                  </a:ext>
                </a:extLst>
              </p:cNvPr>
              <p:cNvSpPr txBox="1">
                <a:spLocks noRot="1" noChangeAspect="1" noMove="1" noResize="1" noEditPoints="1" noAdjustHandles="1" noChangeArrowheads="1" noChangeShapeType="1" noTextEdit="1"/>
              </p:cNvSpPr>
              <p:nvPr/>
            </p:nvSpPr>
            <p:spPr>
              <a:xfrm>
                <a:off x="408432" y="422857"/>
                <a:ext cx="8327136" cy="3689921"/>
              </a:xfrm>
              <a:prstGeom prst="rect">
                <a:avLst/>
              </a:prstGeom>
              <a:blipFill>
                <a:blip r:embed="rId4"/>
                <a:stretch>
                  <a:fillRect l="-805" t="-1155" r="-439"/>
                </a:stretch>
              </a:blipFill>
            </p:spPr>
            <p:txBody>
              <a:bodyPr/>
              <a:lstStyle/>
              <a:p>
                <a:r>
                  <a:rPr lang="en-US">
                    <a:noFill/>
                  </a:rPr>
                  <a:t> </a:t>
                </a:r>
              </a:p>
            </p:txBody>
          </p:sp>
        </mc:Fallback>
      </mc:AlternateContent>
      <p:sp>
        <p:nvSpPr>
          <p:cNvPr id="6" name="Google Shape;282;g104476d1465_1_17"/>
          <p:cNvSpPr txBox="1"/>
          <p:nvPr/>
        </p:nvSpPr>
        <p:spPr>
          <a:xfrm>
            <a:off x="8699050"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150</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1317</TotalTime>
  <Words>1195</Words>
  <Application>Microsoft Office PowerPoint</Application>
  <PresentationFormat>Widescreen</PresentationFormat>
  <Paragraphs>314</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Black</vt:lpstr>
      <vt:lpstr>Calibri</vt:lpstr>
      <vt:lpstr>Cambria Math</vt:lpstr>
      <vt:lpstr>Century Gothic</vt:lpstr>
      <vt:lpstr>Verdana</vt:lpstr>
      <vt:lpstr>1_Office Theme</vt:lpstr>
      <vt:lpstr>6th Grade Math Accelerated  Unit 4, Lesson 3  Points on the Coordinate Plane – Part 2  Volume 1, pg. 145  </vt:lpstr>
      <vt:lpstr>Benchmark</vt:lpstr>
      <vt:lpstr>PowerPoint Presentation</vt:lpstr>
      <vt:lpstr>PowerPoint Presentation</vt:lpstr>
      <vt:lpstr>Warm-Up</vt:lpstr>
      <vt:lpstr>PowerPoint Presentation</vt:lpstr>
      <vt:lpstr>PowerPoint Presentation</vt:lpstr>
      <vt:lpstr>Try It</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18</cp:revision>
  <dcterms:created xsi:type="dcterms:W3CDTF">2015-03-17T18:51:18Z</dcterms:created>
  <dcterms:modified xsi:type="dcterms:W3CDTF">2022-07-28T03:13:07Z</dcterms:modified>
</cp:coreProperties>
</file>