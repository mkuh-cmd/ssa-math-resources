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93" r:id="rId11"/>
    <p:sldId id="294" r:id="rId12"/>
    <p:sldId id="278" r:id="rId13"/>
    <p:sldId id="279" r:id="rId14"/>
    <p:sldId id="280" r:id="rId15"/>
    <p:sldId id="295" r:id="rId16"/>
    <p:sldId id="296" r:id="rId17"/>
    <p:sldId id="287" r:id="rId18"/>
    <p:sldId id="288" r:id="rId19"/>
    <p:sldId id="289" r:id="rId20"/>
    <p:sldId id="290" r:id="rId21"/>
    <p:sldId id="291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JAlmViUFYPExNdDTLT7VrFLN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5"/>
    <p:restoredTop sz="94622"/>
  </p:normalViewPr>
  <p:slideViewPr>
    <p:cSldViewPr snapToGrid="0">
      <p:cViewPr varScale="1">
        <p:scale>
          <a:sx n="59" d="100"/>
          <a:sy n="59" d="100"/>
        </p:scale>
        <p:origin x="16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3332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417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4787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412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of Rectangular Prisms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11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1750" y="1603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50" y="2518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2146300" y="1609531"/>
            <a:ext cx="86995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MA.6.GR.2.3 </a:t>
            </a:r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Solve mathematical and real-world 	problems involving the volume of right 	rectangular prisms with positive 	rational number edge lengths using a 	visual model and a formula.</a:t>
            </a:r>
            <a:endParaRPr sz="24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450" y="38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589100" y="1423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511750" y="1596390"/>
            <a:ext cx="97562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50751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35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600200" y="1600200"/>
            <a:ext cx="8991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find the volume of a rectangular prism.</a:t>
            </a:r>
            <a:endParaRPr dirty="0"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Google Shape;170;p4"/>
              <p:cNvSpPr txBox="1"/>
              <p:nvPr/>
            </p:nvSpPr>
            <p:spPr>
              <a:xfrm>
                <a:off x="1351450" y="1386026"/>
                <a:ext cx="9745132" cy="4527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cubes with an edge length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 (in.) fill the box? 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cubes had an edge length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inches, explain if more or fewer cubes would be needed to fill the box. 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cubes had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inch, explain if more or fewer cubes would be needed to fill the box. 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0" name="Google Shape;170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450" y="1386026"/>
                <a:ext cx="9745132" cy="4527994"/>
              </a:xfrm>
              <a:prstGeom prst="rect">
                <a:avLst/>
              </a:prstGeom>
              <a:blipFill rotWithShape="0">
                <a:blip r:embed="rId3"/>
                <a:stretch>
                  <a:fillRect l="-688" t="-808" b="-21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CF92A462-A6CA-D74A-9790-64C8D04165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5082" y="1854928"/>
            <a:ext cx="3138019" cy="1845202"/>
          </a:xfrm>
          <a:prstGeom prst="rect">
            <a:avLst/>
          </a:prstGeom>
        </p:spPr>
      </p:pic>
      <p:sp>
        <p:nvSpPr>
          <p:cNvPr id="165" name="Google Shape;165;p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351450" y="-53974"/>
            <a:ext cx="86561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8.2.1 Warm-Up: A Box of Cubes</a:t>
            </a:r>
            <a:endParaRPr dirty="0"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0" name="Google Shape;168;p4">
            <a:extLst>
              <a:ext uri="{FF2B5EF4-FFF2-40B4-BE49-F238E27FC236}">
                <a16:creationId xmlns:a16="http://schemas.microsoft.com/office/drawing/2014/main" id="{0F3A79C7-11E7-56C6-E179-5720C8C3246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384" y="20792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1249850" y="0"/>
            <a:ext cx="104468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8.2.2 Guided Instruction: Two Methods for Finding the Volume of a Right Rectangular Prism</a:t>
            </a:r>
            <a:endParaRPr sz="1050" dirty="0"/>
          </a:p>
        </p:txBody>
      </p:sp>
      <p:pic>
        <p:nvPicPr>
          <p:cNvPr id="318" name="Google Shape;3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550" y="2779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Google Shape;320;p19"/>
              <p:cNvSpPr txBox="1"/>
              <p:nvPr/>
            </p:nvSpPr>
            <p:spPr>
              <a:xfrm>
                <a:off x="1249850" y="1386026"/>
                <a:ext cx="9137735" cy="48005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Alan calculated the volume of the 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rectangular prism.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Fill in the blanks to complete Alan’s 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statement on how he calculated the volume.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>
                  <a:spcAft>
                    <a:spcPts val="125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volume of this prism, I will fill the prism with cubes of side lengths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Because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_____, _____ cubes will fit along the length and _____ cubes will fit along the width. _____ cubes will cover the base of the prism. The height of the prism can be used to determine how many layers of cubes are needed. It will take _____ layers of cubes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=_____. In total, it will take _______ of the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in. cubes to fill the prism. 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0" name="Google Shape;320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850" y="1386026"/>
                <a:ext cx="9137735" cy="4800569"/>
              </a:xfrm>
              <a:prstGeom prst="rect">
                <a:avLst/>
              </a:prstGeom>
              <a:blipFill rotWithShape="0">
                <a:blip r:embed="rId4"/>
                <a:stretch>
                  <a:fillRect l="-667" t="-6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35F7B308-39B5-2D45-A816-CACB05AFE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191" y="1114945"/>
            <a:ext cx="2031194" cy="2047981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Google Shape;329;p20"/>
              <p:cNvSpPr txBox="1"/>
              <p:nvPr/>
            </p:nvSpPr>
            <p:spPr>
              <a:xfrm>
                <a:off x="1206500" y="520394"/>
                <a:ext cx="9929666" cy="5143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each small cube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in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Multiply the number of cubes needed to fill the prism by the volume of each cube to find the volume of the prism.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Jai used the formula 𝑉 = 𝑙 × 𝑤 ×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ℎ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the volume of the prism. Complete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Jai’s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work to find the volume of the prism.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𝑉 = 𝑙 × 𝑤 ×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ℎ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lvl="0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𝑉 = _____×_____×_____ </a:t>
                </a:r>
              </a:p>
              <a:p>
                <a:pPr lvl="0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𝑉 = ________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in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How are Alan and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Jai’s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methods similar?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9" name="Google Shape;329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520394"/>
                <a:ext cx="9929666" cy="5143997"/>
              </a:xfrm>
              <a:prstGeom prst="rect">
                <a:avLst/>
              </a:prstGeom>
              <a:blipFill rotWithShape="0">
                <a:blip r:embed="rId3"/>
                <a:stretch>
                  <a:fillRect l="-675" t="-6398" b="-11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977900" y="2420445"/>
            <a:ext cx="102361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0838" lvl="0" indent="-3508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Discuss with your partner how the formula 𝑉 = 𝐵 ∙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ℎ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related to the formula 𝑉 = 𝑙 ∙ 𝑤 ∙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ℎ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Text, application&#10;&#10;Description automatically generated">
            <a:extLst>
              <a:ext uri="{FF2B5EF4-FFF2-40B4-BE49-F238E27FC236}">
                <a16:creationId xmlns:a16="http://schemas.microsoft.com/office/drawing/2014/main" id="{469A41D4-B258-5F41-856B-01498D548E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41" b="1403"/>
          <a:stretch/>
        </p:blipFill>
        <p:spPr>
          <a:xfrm>
            <a:off x="3339317" y="290946"/>
            <a:ext cx="5513367" cy="18466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sx="100759" sy="100759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467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1270000" y="520394"/>
            <a:ext cx="9802666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Complete the statements based on your discussion.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ctr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the length, 𝑙, and the width, 𝑤, is equal to _____________________________________ of the prism. </a:t>
            </a:r>
          </a:p>
          <a:p>
            <a:pPr lvl="0" algn="ctr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𝐵 = _______ × _______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formulas can be used to find the volume of a right rectangular prism.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271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145838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8.2.3 Guided Practice: Volume of a Right Rectangular Prism</a:t>
            </a:r>
            <a:endParaRPr dirty="0"/>
          </a:p>
        </p:txBody>
      </p:sp>
      <p:pic>
        <p:nvPicPr>
          <p:cNvPr id="349" name="Google Shape;349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576" y="22635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0" name="Google Shape;350;p22"/>
              <p:cNvSpPr txBox="1"/>
              <p:nvPr/>
            </p:nvSpPr>
            <p:spPr>
              <a:xfrm>
                <a:off x="1458384" y="1386025"/>
                <a:ext cx="9531264" cy="3296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Diego correctly points out that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81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centimeters (cm) are needed to fill a right rectangular prism that has length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3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cm, width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cm, and height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cm. 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or show how this is true. </a:t>
                </a:r>
              </a:p>
              <a:p>
                <a:pPr marL="917575" indent="-452438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volume, in cubic centimeters, of the rectangular prism?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50" name="Google Shape;350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384" y="1386025"/>
                <a:ext cx="9531264" cy="3296888"/>
              </a:xfrm>
              <a:prstGeom prst="rect">
                <a:avLst/>
              </a:prstGeom>
              <a:blipFill>
                <a:blip r:embed="rId4"/>
                <a:stretch>
                  <a:fillRect l="-703" t="-1109" b="-2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Google Shape;359;p23"/>
              <p:cNvSpPr txBox="1"/>
              <p:nvPr/>
            </p:nvSpPr>
            <p:spPr>
              <a:xfrm>
                <a:off x="1066800" y="520393"/>
                <a:ext cx="10209066" cy="2011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lvl="0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Lin and Noah are packing small cubes into a cube with an edge length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inches. Lin is using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inch, and Noah is using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Explain who would need more cubes to fill the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cube. 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9" name="Google Shape;359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20393"/>
                <a:ext cx="10209066" cy="2011664"/>
              </a:xfrm>
              <a:prstGeom prst="rect">
                <a:avLst/>
              </a:prstGeom>
              <a:blipFill rotWithShape="0">
                <a:blip r:embed="rId3"/>
                <a:stretch>
                  <a:fillRect l="-657" t="-1515" b="-21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Google Shape;359;p23"/>
              <p:cNvSpPr txBox="1"/>
              <p:nvPr/>
            </p:nvSpPr>
            <p:spPr>
              <a:xfrm>
                <a:off x="1231900" y="520394"/>
                <a:ext cx="9878866" cy="2808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lvl="0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Explain whether Lin and Noah will find the same volume of the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inch cube using their method. </a:t>
                </a:r>
              </a:p>
              <a:p>
                <a:pPr marL="350838" lvl="0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0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0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0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0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0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What is the volume of the cube with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 edge lengths? Include units.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9" name="Google Shape;359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00" y="520394"/>
                <a:ext cx="9878866" cy="2808164"/>
              </a:xfrm>
              <a:prstGeom prst="rect">
                <a:avLst/>
              </a:prstGeom>
              <a:blipFill rotWithShape="0">
                <a:blip r:embed="rId3"/>
                <a:stretch>
                  <a:fillRect l="-617" t="-11714" r="-617" b="-147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2384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1117600" y="520394"/>
            <a:ext cx="1010746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0838" lvl="0" indent="-3508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A toy company is packaging its toys to be shipped. Some small toys are placed inside a cube-shaped box with side lengths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0.5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inches (in.). These smaller boxes are then packed into a shipping box with dimensions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12 in. × 35 in. × 2.5 in.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small toys can be packed into the larger box for shipping? </a:t>
            </a: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 of toys that can be shipped in the box to determine the volume of the box. Include units.</a:t>
            </a:r>
            <a:endParaRPr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797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1351450" y="1883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8.2.4 Your Turn!</a:t>
            </a:r>
            <a:endParaRPr dirty="0"/>
          </a:p>
        </p:txBody>
      </p:sp>
      <p:pic>
        <p:nvPicPr>
          <p:cNvPr id="438" name="Google Shape;43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150" y="1883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Google Shape;440;p31"/>
              <p:cNvSpPr txBox="1"/>
              <p:nvPr/>
            </p:nvSpPr>
            <p:spPr>
              <a:xfrm>
                <a:off x="1193800" y="1229242"/>
                <a:ext cx="6067220" cy="2378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lvl="0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To give their animals essential minerals and nutrients, farmers and ranchers often have a block of salt, called a “salt lick” available for their animals. A rancher is ordering a box of cube-shaped salt licks. The edge lengths of each salt lick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foot (ft).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0" name="Google Shape;440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00" y="1229242"/>
                <a:ext cx="6067220" cy="2378624"/>
              </a:xfrm>
              <a:prstGeom prst="rect">
                <a:avLst/>
              </a:prstGeom>
              <a:blipFill rotWithShape="0">
                <a:blip r:embed="rId4"/>
                <a:stretch>
                  <a:fillRect l="-1106" t="-1538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broken microwave on a stump&#10;&#10;Description automatically generated with low confidence">
            <a:extLst>
              <a:ext uri="{FF2B5EF4-FFF2-40B4-BE49-F238E27FC236}">
                <a16:creationId xmlns:a16="http://schemas.microsoft.com/office/drawing/2014/main" id="{04CA1853-B012-D649-9853-C11725CF4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952" y="1260537"/>
            <a:ext cx="2768600" cy="2374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6220CF-63A3-3544-B8CF-5C59B114359C}"/>
                  </a:ext>
                </a:extLst>
              </p:cNvPr>
              <p:cNvSpPr txBox="1"/>
              <p:nvPr/>
            </p:nvSpPr>
            <p:spPr>
              <a:xfrm>
                <a:off x="1638300" y="3901440"/>
                <a:ext cx="8548117" cy="178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if the volume of one salt lick is greater than or less than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cubic foot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ft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)? 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box that is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 ×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 ×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 is used to ship the salt licks. How many cubes of salt lick can fit in the box?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36220CF-63A3-3544-B8CF-5C59B1143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0" y="3901440"/>
                <a:ext cx="8548117" cy="1785938"/>
              </a:xfrm>
              <a:prstGeom prst="rect">
                <a:avLst/>
              </a:prstGeom>
              <a:blipFill rotWithShape="0">
                <a:blip r:embed="rId6"/>
                <a:stretch>
                  <a:fillRect l="-785" t="-2389" b="-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1066800" y="520394"/>
            <a:ext cx="1020906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0838" lvl="0" indent="-3508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A pool in the shape of a rectangular prism is being filled with water. The dimensions of the pool are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24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feet (ft) by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15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ft. If the height of the water in the pool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1.3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ft, what is the volume of the water in cubic feet? 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395500" y="-149930"/>
            <a:ext cx="9666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8.2.5 Wrap-Up: Ticket Out the Door</a:t>
            </a:r>
            <a:endParaRPr dirty="0"/>
          </a:p>
        </p:txBody>
      </p:sp>
      <p:pic>
        <p:nvPicPr>
          <p:cNvPr id="469" name="Google Shape;46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050" y="6916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70" name="Google Shape;470;p34"/>
          <p:cNvSpPr txBox="1"/>
          <p:nvPr/>
        </p:nvSpPr>
        <p:spPr>
          <a:xfrm>
            <a:off x="1562100" y="1386026"/>
            <a:ext cx="9323832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Joy keeps her modeling clay in a plastic box that has a length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centimeters (cm), a width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cm, and a height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63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cm.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volume of the plastic box? Include units. </a:t>
            </a: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2438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each piece of cube-shaped clay has a side length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4.2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cm, how many pieces of clay can be stored in the box?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1236</Words>
  <Application>Microsoft Office PowerPoint</Application>
  <PresentationFormat>Widescreen</PresentationFormat>
  <Paragraphs>149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Cambria Math</vt:lpstr>
      <vt:lpstr>Verdana</vt:lpstr>
      <vt:lpstr>1_Office Theme</vt:lpstr>
      <vt:lpstr>6th Grade Accelerated Math  Unit 8, Lesson 2  Volume of Rectangular Prisms  Volume 2, pg. 11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8, Lesson 2  Volume of Rectangular Prisms  Volume 2, pg. 11  </dc:title>
  <dc:creator>Karen McKenzie</dc:creator>
  <cp:lastModifiedBy>Cassie O'Connor</cp:lastModifiedBy>
  <cp:revision>7</cp:revision>
  <dcterms:created xsi:type="dcterms:W3CDTF">2015-03-17T18:51:18Z</dcterms:created>
  <dcterms:modified xsi:type="dcterms:W3CDTF">2022-08-20T23:28:34Z</dcterms:modified>
</cp:coreProperties>
</file>