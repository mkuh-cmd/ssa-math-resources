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ppt/metadata" ContentType="application/binary"/>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saveSubsetFonts="1" autoCompressPictures="0">
  <p:sldMasterIdLst>
    <p:sldMasterId id="2147483648" r:id="rId4"/>
  </p:sldMasterIdLst>
  <p:notesMasterIdLst>
    <p:notesMasterId r:id="rId28"/>
  </p:notesMasterIdLst>
  <p:sldIdLst>
    <p:sldId id="256" r:id="rId5"/>
    <p:sldId id="257" r:id="rId6"/>
    <p:sldId id="258" r:id="rId7"/>
    <p:sldId id="259" r:id="rId8"/>
    <p:sldId id="260" r:id="rId9"/>
    <p:sldId id="261" r:id="rId10"/>
    <p:sldId id="263" r:id="rId11"/>
    <p:sldId id="264" r:id="rId12"/>
    <p:sldId id="265" r:id="rId13"/>
    <p:sldId id="275" r:id="rId14"/>
    <p:sldId id="276" r:id="rId15"/>
    <p:sldId id="277" r:id="rId16"/>
    <p:sldId id="293" r:id="rId17"/>
    <p:sldId id="294" r:id="rId18"/>
    <p:sldId id="296" r:id="rId19"/>
    <p:sldId id="278" r:id="rId20"/>
    <p:sldId id="279" r:id="rId21"/>
    <p:sldId id="280" r:id="rId22"/>
    <p:sldId id="287" r:id="rId23"/>
    <p:sldId id="288" r:id="rId24"/>
    <p:sldId id="289" r:id="rId25"/>
    <p:sldId id="290" r:id="rId26"/>
    <p:sldId id="291" r:id="rId27"/>
  </p:sldIdLst>
  <p:sldSz cx="12192000" cy="6858000"/>
  <p:notesSz cx="6858000" cy="9144000"/>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xmlns="">
        <p15:guide id="1" orient="horz" pos="2160" userDrawn="1">
          <p15:clr>
            <a:srgbClr val="A4A3A4"/>
          </p15:clr>
        </p15:guide>
        <p15:guide id="2" pos="3840" userDrawn="1">
          <p15:clr>
            <a:srgbClr val="A4A3A4"/>
          </p15:clr>
        </p15:guide>
      </p15:sldGuideLst>
    </p:ext>
    <p:ext uri="http://customooxmlschemas.google.com/">
      <go:slidesCustomData xmlns="" xmlns:mc="http://schemas.openxmlformats.org/markup-compatibility/2006"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xmlns:go="http://customooxmlschemas.google.com/" r:id="rId49" roundtripDataSignature="AMtx7miJAlmViUFYPExNdDTLT7VrFLNgLg=="/>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xmlns=""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25448"/>
    <p:restoredTop sz="94695"/>
  </p:normalViewPr>
  <p:slideViewPr>
    <p:cSldViewPr snapToGrid="0">
      <p:cViewPr>
        <p:scale>
          <a:sx n="110" d="100"/>
          <a:sy n="110" d="100"/>
        </p:scale>
        <p:origin x="-264" y="-120"/>
      </p:cViewPr>
      <p:guideLst>
        <p:guide orient="horz" pos="2160"/>
        <p:guide pos="3840"/>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slide" Target="slides/slide9.xml"/><Relationship Id="rId18" Type="http://schemas.openxmlformats.org/officeDocument/2006/relationships/slide" Target="slides/slide14.xml"/><Relationship Id="rId26" Type="http://schemas.openxmlformats.org/officeDocument/2006/relationships/slide" Target="slides/slide22.xml"/><Relationship Id="rId51" Type="http://schemas.openxmlformats.org/officeDocument/2006/relationships/viewProps" Target="viewProps.xml"/><Relationship Id="rId3" Type="http://schemas.openxmlformats.org/officeDocument/2006/relationships/customXml" Target="../customXml/item3.xml"/><Relationship Id="rId21" Type="http://schemas.openxmlformats.org/officeDocument/2006/relationships/slide" Target="slides/slide17.xml"/><Relationship Id="rId50" Type="http://schemas.openxmlformats.org/officeDocument/2006/relationships/presProps" Target="presProps.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slide" Target="slides/slide21.xml"/><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slide" Target="slides/slide16.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24" Type="http://schemas.openxmlformats.org/officeDocument/2006/relationships/slide" Target="slides/slide20.xml"/><Relationship Id="rId53" Type="http://schemas.openxmlformats.org/officeDocument/2006/relationships/tableStyles" Target="tableStyles.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slide" Target="slides/slide19.xml"/><Relationship Id="rId28" Type="http://schemas.openxmlformats.org/officeDocument/2006/relationships/notesMaster" Target="notesMasters/notesMaster1.xml"/><Relationship Id="rId49" Type="http://customschemas.google.com/relationships/presentationmetadata" Target="metadata"/><Relationship Id="rId10" Type="http://schemas.openxmlformats.org/officeDocument/2006/relationships/slide" Target="slides/slide6.xml"/><Relationship Id="rId19" Type="http://schemas.openxmlformats.org/officeDocument/2006/relationships/slide" Target="slides/slide15.xml"/><Relationship Id="rId52" Type="http://schemas.openxmlformats.org/officeDocument/2006/relationships/theme" Target="theme/theme1.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slide" Target="slides/slide18.xml"/><Relationship Id="rId27" Type="http://schemas.openxmlformats.org/officeDocument/2006/relationships/slide" Target="slides/slide2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2"/>
        <p:cNvGrpSpPr/>
        <p:nvPr/>
      </p:nvGrpSpPr>
      <p:grpSpPr>
        <a:xfrm>
          <a:off x="0" y="0"/>
          <a:ext cx="0" cy="0"/>
          <a:chOff x="0" y="0"/>
          <a:chExt cx="0" cy="0"/>
        </a:xfrm>
      </p:grpSpPr>
      <p:sp>
        <p:nvSpPr>
          <p:cNvPr id="3" name="Google Shape;3;n"/>
          <p:cNvSpPr txBox="1">
            <a:spLocks noGrp="1"/>
          </p:cNvSpPr>
          <p:nvPr>
            <p:ph type="hdr" idx="2"/>
          </p:nvPr>
        </p:nvSpPr>
        <p:spPr>
          <a:xfrm>
            <a:off x="0" y="0"/>
            <a:ext cx="2971800" cy="458788"/>
          </a:xfrm>
          <a:prstGeom prst="rect">
            <a:avLst/>
          </a:prstGeom>
          <a:noFill/>
          <a:ln>
            <a:noFill/>
          </a:ln>
        </p:spPr>
        <p:txBody>
          <a:bodyPr spcFirstLastPara="1" wrap="square" lIns="91425" tIns="45700" rIns="91425" bIns="45700" anchor="t" anchorCtr="0">
            <a:noAutofit/>
          </a:bodyPr>
          <a:lstStyle>
            <a:lvl1pPr marR="0" lvl="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4" name="Google Shape;4;n"/>
          <p:cNvSpPr txBox="1">
            <a:spLocks noGrp="1"/>
          </p:cNvSpPr>
          <p:nvPr>
            <p:ph type="dt" idx="10"/>
          </p:nvPr>
        </p:nvSpPr>
        <p:spPr>
          <a:xfrm>
            <a:off x="3884613" y="0"/>
            <a:ext cx="2971800" cy="458788"/>
          </a:xfrm>
          <a:prstGeom prst="rect">
            <a:avLst/>
          </a:prstGeom>
          <a:noFill/>
          <a:ln>
            <a:noFill/>
          </a:ln>
        </p:spPr>
        <p:txBody>
          <a:bodyPr spcFirstLastPara="1" wrap="square" lIns="91425" tIns="45700" rIns="91425" bIns="45700" anchor="t" anchorCtr="0">
            <a:noAutofit/>
          </a:bodyPr>
          <a:lstStyle>
            <a:lvl1pPr marR="0" lvl="0" algn="r"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5" name="Google Shape;5;n"/>
          <p:cNvSpPr>
            <a:spLocks noGrp="1" noRot="1" noChangeAspect="1"/>
          </p:cNvSpPr>
          <p:nvPr>
            <p:ph type="sldImg" idx="3"/>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6" name="Google Shape;6;n"/>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lvl1pPr marL="457200" marR="0" lvl="0"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1pPr>
            <a:lvl2pPr marL="914400" marR="0" lvl="1"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2pPr>
            <a:lvl3pPr marL="1371600" marR="0" lvl="2"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3pPr>
            <a:lvl4pPr marL="1828800" marR="0" lvl="3"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4pPr>
            <a:lvl5pPr marL="2286000" marR="0" lvl="4"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5pPr>
            <a:lvl6pPr marL="2743200" marR="0" lvl="5"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6pPr>
            <a:lvl7pPr marL="3200400" marR="0" lvl="6"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7pPr>
            <a:lvl8pPr marL="3657600" marR="0" lvl="7"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8pPr>
            <a:lvl9pPr marL="4114800" marR="0" lvl="8"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9pPr>
          </a:lstStyle>
          <a:p>
            <a:endParaRPr/>
          </a:p>
        </p:txBody>
      </p:sp>
      <p:sp>
        <p:nvSpPr>
          <p:cNvPr id="7" name="Google Shape;7;n"/>
          <p:cNvSpPr txBox="1">
            <a:spLocks noGrp="1"/>
          </p:cNvSpPr>
          <p:nvPr>
            <p:ph type="ftr" idx="11"/>
          </p:nvPr>
        </p:nvSpPr>
        <p:spPr>
          <a:xfrm>
            <a:off x="0" y="8685213"/>
            <a:ext cx="2971800" cy="458787"/>
          </a:xfrm>
          <a:prstGeom prst="rect">
            <a:avLst/>
          </a:prstGeom>
          <a:noFill/>
          <a:ln>
            <a:noFill/>
          </a:ln>
        </p:spPr>
        <p:txBody>
          <a:bodyPr spcFirstLastPara="1" wrap="square" lIns="91425" tIns="45700" rIns="91425" bIns="45700" anchor="b" anchorCtr="0">
            <a:noAutofit/>
          </a:bodyPr>
          <a:lstStyle>
            <a:lvl1pPr marR="0" lvl="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8" name="Google Shape;8;n"/>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marR="0" lvl="0" indent="0" algn="r" rtl="0">
              <a:lnSpc>
                <a:spcPct val="100000"/>
              </a:lnSpc>
              <a:spcBef>
                <a:spcPts val="0"/>
              </a:spcBef>
              <a:spcAft>
                <a:spcPts val="0"/>
              </a:spcAft>
              <a:buClr>
                <a:srgbClr val="000000"/>
              </a:buClr>
              <a:buSzPts val="1200"/>
              <a:buFont typeface="Arial"/>
              <a:buNone/>
            </a:pPr>
            <a:fld id="{00000000-1234-1234-1234-123412341234}" type="slidenum">
              <a:rPr lang="en-US" sz="1200" b="0" i="0" u="none" strike="noStrike" cap="none">
                <a:solidFill>
                  <a:schemeClr val="dk1"/>
                </a:solidFill>
                <a:latin typeface="Calibri"/>
                <a:ea typeface="Calibri"/>
                <a:cs typeface="Calibri"/>
                <a:sym typeface="Calibri"/>
              </a:rPr>
              <a:t>‹#›</a:t>
            </a:fld>
            <a:endParaRPr sz="1200" b="0" i="0" u="none" strike="noStrike" cap="none">
              <a:solidFill>
                <a:schemeClr val="dk1"/>
              </a:solidFill>
              <a:latin typeface="Calibri"/>
              <a:ea typeface="Calibri"/>
              <a:cs typeface="Calibri"/>
              <a:sym typeface="Calibri"/>
            </a:endParaRPr>
          </a:p>
        </p:txBody>
      </p:sp>
    </p:spTree>
    <p:extLst>
      <p:ext uri="{BB962C8B-B14F-4D97-AF65-F5344CB8AC3E}">
        <p14:creationId xmlns:p14="http://schemas.microsoft.com/office/powerpoint/2010/main" val="160687869"/>
      </p:ext>
    </p:extLst>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9"/>
        <p:cNvGrpSpPr/>
        <p:nvPr/>
      </p:nvGrpSpPr>
      <p:grpSpPr>
        <a:xfrm>
          <a:off x="0" y="0"/>
          <a:ext cx="0" cy="0"/>
          <a:chOff x="0" y="0"/>
          <a:chExt cx="0" cy="0"/>
        </a:xfrm>
      </p:grpSpPr>
      <p:sp>
        <p:nvSpPr>
          <p:cNvPr id="110" name="Google Shape;110;g104476d1465_0_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11" name="Google Shape;111;g104476d1465_0_0: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7"/>
        <p:cNvGrpSpPr/>
        <p:nvPr/>
      </p:nvGrpSpPr>
      <p:grpSpPr>
        <a:xfrm>
          <a:off x="0" y="0"/>
          <a:ext cx="0" cy="0"/>
          <a:chOff x="0" y="0"/>
          <a:chExt cx="0" cy="0"/>
        </a:xfrm>
      </p:grpSpPr>
      <p:sp>
        <p:nvSpPr>
          <p:cNvPr id="118" name="Google Shape;118;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19" name="Google Shape;119;g104476d1465_1_17: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20" name="Google Shape;120;g104476d1465_1_17: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400"/>
              <a:buFont typeface="Arial"/>
              <a:buNone/>
            </a:pPr>
            <a:fld id="{00000000-1234-1234-1234-123412341234}" type="slidenum">
              <a:rPr lang="en-US"/>
              <a:t>2</a:t>
            </a:fld>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8"/>
        <p:cNvGrpSpPr/>
        <p:nvPr/>
      </p:nvGrpSpPr>
      <p:grpSpPr>
        <a:xfrm>
          <a:off x="0" y="0"/>
          <a:ext cx="0" cy="0"/>
          <a:chOff x="0" y="0"/>
          <a:chExt cx="0" cy="0"/>
        </a:xfrm>
      </p:grpSpPr>
      <p:sp>
        <p:nvSpPr>
          <p:cNvPr id="129" name="Google Shape;129;p1: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30" name="Google Shape;130;p1: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31" name="Google Shape;131;p1: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400"/>
              <a:buFont typeface="Arial"/>
              <a:buNone/>
            </a:pPr>
            <a:fld id="{00000000-1234-1234-1234-123412341234}" type="slidenum">
              <a:rPr lang="en-US"/>
              <a:t>3</a:t>
            </a:fld>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9"/>
        <p:cNvGrpSpPr/>
        <p:nvPr/>
      </p:nvGrpSpPr>
      <p:grpSpPr>
        <a:xfrm>
          <a:off x="0" y="0"/>
          <a:ext cx="0" cy="0"/>
          <a:chOff x="0" y="0"/>
          <a:chExt cx="0" cy="0"/>
        </a:xfrm>
      </p:grpSpPr>
      <p:sp>
        <p:nvSpPr>
          <p:cNvPr id="140" name="Google Shape;140;p2: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41" name="Google Shape;141;p2: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42" name="Google Shape;142;p2: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400"/>
              <a:buFont typeface="Arial"/>
              <a:buNone/>
            </a:pPr>
            <a:fld id="{00000000-1234-1234-1234-123412341234}" type="slidenum">
              <a:rPr lang="en-US"/>
              <a:t>4</a:t>
            </a:fld>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0"/>
        <p:cNvGrpSpPr/>
        <p:nvPr/>
      </p:nvGrpSpPr>
      <p:grpSpPr>
        <a:xfrm>
          <a:off x="0" y="0"/>
          <a:ext cx="0" cy="0"/>
          <a:chOff x="0" y="0"/>
          <a:chExt cx="0" cy="0"/>
        </a:xfrm>
      </p:grpSpPr>
      <p:sp>
        <p:nvSpPr>
          <p:cNvPr id="151" name="Google Shape;151;g104476d1465_1_39: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52" name="Google Shape;152;g104476d1465_1_39: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53" name="Google Shape;153;g104476d1465_1_39: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fld id="{00000000-1234-1234-1234-123412341234}" type="slidenum">
              <a:rPr lang="en-US"/>
              <a:t>5</a:t>
            </a:fld>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60"/>
        <p:cNvGrpSpPr/>
        <p:nvPr/>
      </p:nvGrpSpPr>
      <p:grpSpPr>
        <a:xfrm>
          <a:off x="0" y="0"/>
          <a:ext cx="0" cy="0"/>
          <a:chOff x="0" y="0"/>
          <a:chExt cx="0" cy="0"/>
        </a:xfrm>
      </p:grpSpPr>
      <p:sp>
        <p:nvSpPr>
          <p:cNvPr id="161" name="Google Shape;161;p4: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62" name="Google Shape;162;p4: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63" name="Google Shape;163;p4: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400"/>
              <a:buFont typeface="Arial"/>
              <a:buNone/>
            </a:pPr>
            <a:fld id="{00000000-1234-1234-1234-123412341234}" type="slidenum">
              <a:rPr lang="en-US"/>
              <a:t>6</a:t>
            </a:fld>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80"/>
        <p:cNvGrpSpPr/>
        <p:nvPr/>
      </p:nvGrpSpPr>
      <p:grpSpPr>
        <a:xfrm>
          <a:off x="0" y="0"/>
          <a:ext cx="0" cy="0"/>
          <a:chOff x="0" y="0"/>
          <a:chExt cx="0" cy="0"/>
        </a:xfrm>
      </p:grpSpPr>
      <p:sp>
        <p:nvSpPr>
          <p:cNvPr id="181" name="Google Shape;181;p6: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82" name="Google Shape;182;p6: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83" name="Google Shape;183;p6: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fld id="{00000000-1234-1234-1234-123412341234}" type="slidenum">
              <a:rPr lang="en-US"/>
              <a:t>7</a:t>
            </a:fld>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0"/>
        <p:cNvGrpSpPr/>
        <p:nvPr/>
      </p:nvGrpSpPr>
      <p:grpSpPr>
        <a:xfrm>
          <a:off x="0" y="0"/>
          <a:ext cx="0" cy="0"/>
          <a:chOff x="0" y="0"/>
          <a:chExt cx="0" cy="0"/>
        </a:xfrm>
      </p:grpSpPr>
      <p:sp>
        <p:nvSpPr>
          <p:cNvPr id="191" name="Google Shape;191;p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92" name="Google Shape;192;p7: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93" name="Google Shape;193;p7: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400"/>
              <a:buFont typeface="Arial"/>
              <a:buNone/>
            </a:pPr>
            <a:fld id="{00000000-1234-1234-1234-123412341234}" type="slidenum">
              <a:rPr lang="en-US"/>
              <a:t>8</a:t>
            </a:fld>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01"/>
        <p:cNvGrpSpPr/>
        <p:nvPr/>
      </p:nvGrpSpPr>
      <p:grpSpPr>
        <a:xfrm>
          <a:off x="0" y="0"/>
          <a:ext cx="0" cy="0"/>
          <a:chOff x="0" y="0"/>
          <a:chExt cx="0" cy="0"/>
        </a:xfrm>
      </p:grpSpPr>
      <p:sp>
        <p:nvSpPr>
          <p:cNvPr id="202" name="Google Shape;202;p8: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203" name="Google Shape;203;p8: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204" name="Google Shape;204;p8: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400"/>
              <a:buFont typeface="Arial"/>
              <a:buNone/>
            </a:pPr>
            <a:fld id="{00000000-1234-1234-1234-123412341234}" type="slidenum">
              <a:rPr lang="en-US"/>
              <a:t>9</a:t>
            </a:fld>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00"/>
        <p:cNvGrpSpPr/>
        <p:nvPr/>
      </p:nvGrpSpPr>
      <p:grpSpPr>
        <a:xfrm>
          <a:off x="0" y="0"/>
          <a:ext cx="0" cy="0"/>
          <a:chOff x="0" y="0"/>
          <a:chExt cx="0" cy="0"/>
        </a:xfrm>
      </p:grpSpPr>
      <p:sp>
        <p:nvSpPr>
          <p:cNvPr id="301" name="Google Shape;301;p18: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302" name="Google Shape;302;p18: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303" name="Google Shape;303;p18: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fld id="{00000000-1234-1234-1234-123412341234}" type="slidenum">
              <a:rPr lang="en-US"/>
              <a:t>10</a:t>
            </a:fld>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10"/>
        <p:cNvGrpSpPr/>
        <p:nvPr/>
      </p:nvGrpSpPr>
      <p:grpSpPr>
        <a:xfrm>
          <a:off x="0" y="0"/>
          <a:ext cx="0" cy="0"/>
          <a:chOff x="0" y="0"/>
          <a:chExt cx="0" cy="0"/>
        </a:xfrm>
      </p:grpSpPr>
      <p:sp>
        <p:nvSpPr>
          <p:cNvPr id="311" name="Google Shape;311;p19: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312" name="Google Shape;312;p19: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313" name="Google Shape;313;p19: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400"/>
              <a:buFont typeface="Arial"/>
              <a:buNone/>
            </a:pPr>
            <a:fld id="{00000000-1234-1234-1234-123412341234}" type="slidenum">
              <a:rPr lang="en-US"/>
              <a:t>11</a:t>
            </a:fld>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21"/>
        <p:cNvGrpSpPr/>
        <p:nvPr/>
      </p:nvGrpSpPr>
      <p:grpSpPr>
        <a:xfrm>
          <a:off x="0" y="0"/>
          <a:ext cx="0" cy="0"/>
          <a:chOff x="0" y="0"/>
          <a:chExt cx="0" cy="0"/>
        </a:xfrm>
      </p:grpSpPr>
      <p:sp>
        <p:nvSpPr>
          <p:cNvPr id="322" name="Google Shape;322;p20: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323" name="Google Shape;323;p20: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324" name="Google Shape;324;p20: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400"/>
              <a:buFont typeface="Arial"/>
              <a:buNone/>
            </a:pPr>
            <a:fld id="{00000000-1234-1234-1234-123412341234}" type="slidenum">
              <a:rPr lang="en-US"/>
              <a:t>12</a:t>
            </a:fld>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21"/>
        <p:cNvGrpSpPr/>
        <p:nvPr/>
      </p:nvGrpSpPr>
      <p:grpSpPr>
        <a:xfrm>
          <a:off x="0" y="0"/>
          <a:ext cx="0" cy="0"/>
          <a:chOff x="0" y="0"/>
          <a:chExt cx="0" cy="0"/>
        </a:xfrm>
      </p:grpSpPr>
      <p:sp>
        <p:nvSpPr>
          <p:cNvPr id="322" name="Google Shape;322;p20: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323" name="Google Shape;323;p20: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324" name="Google Shape;324;p20: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400"/>
              <a:buFont typeface="Arial"/>
              <a:buNone/>
            </a:pPr>
            <a:fld id="{00000000-1234-1234-1234-123412341234}" type="slidenum">
              <a:rPr lang="en-US"/>
              <a:t>13</a:t>
            </a:fld>
            <a:endParaRPr/>
          </a:p>
        </p:txBody>
      </p:sp>
    </p:spTree>
    <p:extLst>
      <p:ext uri="{BB962C8B-B14F-4D97-AF65-F5344CB8AC3E}">
        <p14:creationId xmlns:p14="http://schemas.microsoft.com/office/powerpoint/2010/main" val="1866608692"/>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21"/>
        <p:cNvGrpSpPr/>
        <p:nvPr/>
      </p:nvGrpSpPr>
      <p:grpSpPr>
        <a:xfrm>
          <a:off x="0" y="0"/>
          <a:ext cx="0" cy="0"/>
          <a:chOff x="0" y="0"/>
          <a:chExt cx="0" cy="0"/>
        </a:xfrm>
      </p:grpSpPr>
      <p:sp>
        <p:nvSpPr>
          <p:cNvPr id="322" name="Google Shape;322;p20: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323" name="Google Shape;323;p20: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324" name="Google Shape;324;p20: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400"/>
              <a:buFont typeface="Arial"/>
              <a:buNone/>
            </a:pPr>
            <a:fld id="{00000000-1234-1234-1234-123412341234}" type="slidenum">
              <a:rPr lang="en-US"/>
              <a:t>14</a:t>
            </a:fld>
            <a:endParaRPr/>
          </a:p>
        </p:txBody>
      </p:sp>
    </p:spTree>
    <p:extLst>
      <p:ext uri="{BB962C8B-B14F-4D97-AF65-F5344CB8AC3E}">
        <p14:creationId xmlns:p14="http://schemas.microsoft.com/office/powerpoint/2010/main" val="2650622287"/>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21"/>
        <p:cNvGrpSpPr/>
        <p:nvPr/>
      </p:nvGrpSpPr>
      <p:grpSpPr>
        <a:xfrm>
          <a:off x="0" y="0"/>
          <a:ext cx="0" cy="0"/>
          <a:chOff x="0" y="0"/>
          <a:chExt cx="0" cy="0"/>
        </a:xfrm>
      </p:grpSpPr>
      <p:sp>
        <p:nvSpPr>
          <p:cNvPr id="322" name="Google Shape;322;p20: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323" name="Google Shape;323;p20: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324" name="Google Shape;324;p20: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400"/>
              <a:buFont typeface="Arial"/>
              <a:buNone/>
            </a:pPr>
            <a:fld id="{00000000-1234-1234-1234-123412341234}" type="slidenum">
              <a:rPr lang="en-US"/>
              <a:t>15</a:t>
            </a:fld>
            <a:endParaRPr/>
          </a:p>
        </p:txBody>
      </p:sp>
    </p:spTree>
    <p:extLst>
      <p:ext uri="{BB962C8B-B14F-4D97-AF65-F5344CB8AC3E}">
        <p14:creationId xmlns:p14="http://schemas.microsoft.com/office/powerpoint/2010/main" val="1008240697"/>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30"/>
        <p:cNvGrpSpPr/>
        <p:nvPr/>
      </p:nvGrpSpPr>
      <p:grpSpPr>
        <a:xfrm>
          <a:off x="0" y="0"/>
          <a:ext cx="0" cy="0"/>
          <a:chOff x="0" y="0"/>
          <a:chExt cx="0" cy="0"/>
        </a:xfrm>
      </p:grpSpPr>
      <p:sp>
        <p:nvSpPr>
          <p:cNvPr id="331" name="Google Shape;331;p21: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332" name="Google Shape;332;p21: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333" name="Google Shape;333;p21: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fld id="{00000000-1234-1234-1234-123412341234}" type="slidenum">
              <a:rPr lang="en-US"/>
              <a:t>16</a:t>
            </a:fld>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40"/>
        <p:cNvGrpSpPr/>
        <p:nvPr/>
      </p:nvGrpSpPr>
      <p:grpSpPr>
        <a:xfrm>
          <a:off x="0" y="0"/>
          <a:ext cx="0" cy="0"/>
          <a:chOff x="0" y="0"/>
          <a:chExt cx="0" cy="0"/>
        </a:xfrm>
      </p:grpSpPr>
      <p:sp>
        <p:nvSpPr>
          <p:cNvPr id="341" name="Google Shape;341;p22: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342" name="Google Shape;342;p22: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343" name="Google Shape;343;p22: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400"/>
              <a:buFont typeface="Arial"/>
              <a:buNone/>
            </a:pPr>
            <a:fld id="{00000000-1234-1234-1234-123412341234}" type="slidenum">
              <a:rPr lang="en-US"/>
              <a:t>17</a:t>
            </a:fld>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51"/>
        <p:cNvGrpSpPr/>
        <p:nvPr/>
      </p:nvGrpSpPr>
      <p:grpSpPr>
        <a:xfrm>
          <a:off x="0" y="0"/>
          <a:ext cx="0" cy="0"/>
          <a:chOff x="0" y="0"/>
          <a:chExt cx="0" cy="0"/>
        </a:xfrm>
      </p:grpSpPr>
      <p:sp>
        <p:nvSpPr>
          <p:cNvPr id="352" name="Google Shape;352;p23: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353" name="Google Shape;353;p23: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354" name="Google Shape;354;p23: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400"/>
              <a:buFont typeface="Arial"/>
              <a:buNone/>
            </a:pPr>
            <a:fld id="{00000000-1234-1234-1234-123412341234}" type="slidenum">
              <a:rPr lang="en-US"/>
              <a:t>18</a:t>
            </a:fld>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20"/>
        <p:cNvGrpSpPr/>
        <p:nvPr/>
      </p:nvGrpSpPr>
      <p:grpSpPr>
        <a:xfrm>
          <a:off x="0" y="0"/>
          <a:ext cx="0" cy="0"/>
          <a:chOff x="0" y="0"/>
          <a:chExt cx="0" cy="0"/>
        </a:xfrm>
      </p:grpSpPr>
      <p:sp>
        <p:nvSpPr>
          <p:cNvPr id="421" name="Google Shape;421;p30: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422" name="Google Shape;422;p30: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423" name="Google Shape;423;p30: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fld id="{00000000-1234-1234-1234-123412341234}" type="slidenum">
              <a:rPr lang="en-US"/>
              <a:t>19</a:t>
            </a:fld>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30"/>
        <p:cNvGrpSpPr/>
        <p:nvPr/>
      </p:nvGrpSpPr>
      <p:grpSpPr>
        <a:xfrm>
          <a:off x="0" y="0"/>
          <a:ext cx="0" cy="0"/>
          <a:chOff x="0" y="0"/>
          <a:chExt cx="0" cy="0"/>
        </a:xfrm>
      </p:grpSpPr>
      <p:sp>
        <p:nvSpPr>
          <p:cNvPr id="431" name="Google Shape;431;p31: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432" name="Google Shape;432;p31: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dirty="0"/>
          </a:p>
        </p:txBody>
      </p:sp>
      <p:sp>
        <p:nvSpPr>
          <p:cNvPr id="433" name="Google Shape;433;p31: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400"/>
              <a:buFont typeface="Arial"/>
              <a:buNone/>
            </a:pPr>
            <a:fld id="{00000000-1234-1234-1234-123412341234}" type="slidenum">
              <a:rPr lang="en-US"/>
              <a:t>20</a:t>
            </a:fld>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41"/>
        <p:cNvGrpSpPr/>
        <p:nvPr/>
      </p:nvGrpSpPr>
      <p:grpSpPr>
        <a:xfrm>
          <a:off x="0" y="0"/>
          <a:ext cx="0" cy="0"/>
          <a:chOff x="0" y="0"/>
          <a:chExt cx="0" cy="0"/>
        </a:xfrm>
      </p:grpSpPr>
      <p:sp>
        <p:nvSpPr>
          <p:cNvPr id="442" name="Google Shape;442;p32: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443" name="Google Shape;443;p32: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444" name="Google Shape;444;p32: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400"/>
              <a:buFont typeface="Arial"/>
              <a:buNone/>
            </a:pPr>
            <a:fld id="{00000000-1234-1234-1234-123412341234}" type="slidenum">
              <a:rPr lang="en-US"/>
              <a:t>21</a:t>
            </a:fld>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50"/>
        <p:cNvGrpSpPr/>
        <p:nvPr/>
      </p:nvGrpSpPr>
      <p:grpSpPr>
        <a:xfrm>
          <a:off x="0" y="0"/>
          <a:ext cx="0" cy="0"/>
          <a:chOff x="0" y="0"/>
          <a:chExt cx="0" cy="0"/>
        </a:xfrm>
      </p:grpSpPr>
      <p:sp>
        <p:nvSpPr>
          <p:cNvPr id="451" name="Google Shape;451;p33: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452" name="Google Shape;452;p33: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453" name="Google Shape;453;p33: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fld id="{00000000-1234-1234-1234-123412341234}" type="slidenum">
              <a:rPr lang="en-US"/>
              <a:t>22</a:t>
            </a:fld>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60"/>
        <p:cNvGrpSpPr/>
        <p:nvPr/>
      </p:nvGrpSpPr>
      <p:grpSpPr>
        <a:xfrm>
          <a:off x="0" y="0"/>
          <a:ext cx="0" cy="0"/>
          <a:chOff x="0" y="0"/>
          <a:chExt cx="0" cy="0"/>
        </a:xfrm>
      </p:grpSpPr>
      <p:sp>
        <p:nvSpPr>
          <p:cNvPr id="461" name="Google Shape;461;p34: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462" name="Google Shape;462;p34: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463" name="Google Shape;463;p34: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400"/>
              <a:buFont typeface="Arial"/>
              <a:buNone/>
            </a:pPr>
            <a:fld id="{00000000-1234-1234-1234-123412341234}" type="slidenum">
              <a:rPr lang="en-US"/>
              <a:t>23</a:t>
            </a:fld>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jpeg"/><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5.jpeg"/><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6.jpeg"/><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7.jpe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15"/>
        <p:cNvGrpSpPr/>
        <p:nvPr/>
      </p:nvGrpSpPr>
      <p:grpSpPr>
        <a:xfrm>
          <a:off x="0" y="0"/>
          <a:ext cx="0" cy="0"/>
          <a:chOff x="0" y="0"/>
          <a:chExt cx="0" cy="0"/>
        </a:xfrm>
      </p:grpSpPr>
      <p:sp>
        <p:nvSpPr>
          <p:cNvPr id="16" name="Google Shape;16;p83"/>
          <p:cNvSpPr txBox="1">
            <a:spLocks noGrp="1"/>
          </p:cNvSpPr>
          <p:nvPr>
            <p:ph type="dt" idx="10"/>
          </p:nvPr>
        </p:nvSpPr>
        <p:spPr>
          <a:xfrm>
            <a:off x="838200" y="6356351"/>
            <a:ext cx="2743200" cy="365100"/>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7" name="Google Shape;17;p83"/>
          <p:cNvSpPr txBox="1">
            <a:spLocks noGrp="1"/>
          </p:cNvSpPr>
          <p:nvPr>
            <p:ph type="ftr" idx="11"/>
          </p:nvPr>
        </p:nvSpPr>
        <p:spPr>
          <a:xfrm>
            <a:off x="4038600" y="6356351"/>
            <a:ext cx="4114800" cy="365100"/>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8" name="Google Shape;18;p83"/>
          <p:cNvSpPr txBox="1">
            <a:spLocks noGrp="1"/>
          </p:cNvSpPr>
          <p:nvPr>
            <p:ph type="sldNum" idx="12"/>
          </p:nvPr>
        </p:nvSpPr>
        <p:spPr>
          <a:xfrm>
            <a:off x="8610600" y="6356351"/>
            <a:ext cx="2743200" cy="365100"/>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9pPr>
          </a:lstStyle>
          <a:p>
            <a:fld id="{00000000-1234-1234-1234-123412341234}" type="slidenum">
              <a:rPr lang="uk-UA" smtClean="0"/>
              <a:pPr/>
              <a:t>‹#›</a:t>
            </a:fld>
            <a:endParaRPr lang="uk-UA"/>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1_Title Slide">
  <p:cSld name="1_Title Slide">
    <p:bg>
      <p:bgPr>
        <a:blipFill>
          <a:blip r:embed="rId2" cstate="screen">
            <a:alphaModFix/>
            <a:extLst>
              <a:ext uri="{28A0092B-C50C-407E-A947-70E740481C1C}">
                <a14:useLocalDpi xmlns:a14="http://schemas.microsoft.com/office/drawing/2010/main"/>
              </a:ext>
            </a:extLst>
          </a:blip>
          <a:stretch>
            <a:fillRect/>
          </a:stretch>
        </a:blipFill>
        <a:effectLst/>
      </p:bgPr>
    </p:bg>
    <p:spTree>
      <p:nvGrpSpPr>
        <p:cNvPr id="1" name="Shape 19"/>
        <p:cNvGrpSpPr/>
        <p:nvPr/>
      </p:nvGrpSpPr>
      <p:grpSpPr>
        <a:xfrm>
          <a:off x="0" y="0"/>
          <a:ext cx="0" cy="0"/>
          <a:chOff x="0" y="0"/>
          <a:chExt cx="0" cy="0"/>
        </a:xfrm>
      </p:grpSpPr>
      <p:sp>
        <p:nvSpPr>
          <p:cNvPr id="20" name="Google Shape;20;p56"/>
          <p:cNvSpPr txBox="1">
            <a:spLocks noGrp="1"/>
          </p:cNvSpPr>
          <p:nvPr>
            <p:ph type="ctrTitle"/>
          </p:nvPr>
        </p:nvSpPr>
        <p:spPr>
          <a:xfrm>
            <a:off x="5299677" y="1070919"/>
            <a:ext cx="6526000" cy="3618000"/>
          </a:xfrm>
          <a:prstGeom prst="rect">
            <a:avLst/>
          </a:prstGeom>
          <a:noFill/>
          <a:ln>
            <a:noFill/>
          </a:ln>
        </p:spPr>
        <p:txBody>
          <a:bodyPr spcFirstLastPara="1" wrap="square" lIns="91425" tIns="91425" rIns="91425" bIns="91425" anchor="b" anchorCtr="0">
            <a:normAutofit/>
          </a:bodyPr>
          <a:lstStyle>
            <a:lvl1pPr lvl="0" algn="l">
              <a:lnSpc>
                <a:spcPct val="90000"/>
              </a:lnSpc>
              <a:spcBef>
                <a:spcPts val="0"/>
              </a:spcBef>
              <a:spcAft>
                <a:spcPts val="0"/>
              </a:spcAft>
              <a:buClr>
                <a:srgbClr val="FFFFFF"/>
              </a:buClr>
              <a:buSzPts val="3000"/>
              <a:buFont typeface="Arial Black"/>
              <a:buNone/>
              <a:defRPr sz="3000">
                <a:solidFill>
                  <a:srgbClr val="FFFFFF"/>
                </a:solidFill>
                <a:latin typeface="Arial Black"/>
                <a:ea typeface="Arial Black"/>
                <a:cs typeface="Arial Black"/>
                <a:sym typeface="Arial Black"/>
              </a:defRPr>
            </a:lvl1pPr>
            <a:lvl2pPr lvl="1" algn="l">
              <a:lnSpc>
                <a:spcPct val="100000"/>
              </a:lnSpc>
              <a:spcBef>
                <a:spcPts val="0"/>
              </a:spcBef>
              <a:spcAft>
                <a:spcPts val="0"/>
              </a:spcAft>
              <a:buSzPts val="1400"/>
              <a:buNone/>
              <a:defRPr sz="7200"/>
            </a:lvl2pPr>
            <a:lvl3pPr lvl="2" algn="l">
              <a:lnSpc>
                <a:spcPct val="100000"/>
              </a:lnSpc>
              <a:spcBef>
                <a:spcPts val="0"/>
              </a:spcBef>
              <a:spcAft>
                <a:spcPts val="0"/>
              </a:spcAft>
              <a:buSzPts val="1400"/>
              <a:buNone/>
              <a:defRPr sz="7200"/>
            </a:lvl3pPr>
            <a:lvl4pPr lvl="3" algn="l">
              <a:lnSpc>
                <a:spcPct val="100000"/>
              </a:lnSpc>
              <a:spcBef>
                <a:spcPts val="0"/>
              </a:spcBef>
              <a:spcAft>
                <a:spcPts val="0"/>
              </a:spcAft>
              <a:buSzPts val="1400"/>
              <a:buNone/>
              <a:defRPr sz="7200"/>
            </a:lvl4pPr>
            <a:lvl5pPr lvl="4" algn="l">
              <a:lnSpc>
                <a:spcPct val="100000"/>
              </a:lnSpc>
              <a:spcBef>
                <a:spcPts val="0"/>
              </a:spcBef>
              <a:spcAft>
                <a:spcPts val="0"/>
              </a:spcAft>
              <a:buSzPts val="1400"/>
              <a:buNone/>
              <a:defRPr sz="7200"/>
            </a:lvl5pPr>
            <a:lvl6pPr lvl="5" algn="l">
              <a:lnSpc>
                <a:spcPct val="100000"/>
              </a:lnSpc>
              <a:spcBef>
                <a:spcPts val="0"/>
              </a:spcBef>
              <a:spcAft>
                <a:spcPts val="0"/>
              </a:spcAft>
              <a:buSzPts val="1400"/>
              <a:buNone/>
              <a:defRPr sz="7200"/>
            </a:lvl6pPr>
            <a:lvl7pPr lvl="6" algn="l">
              <a:lnSpc>
                <a:spcPct val="100000"/>
              </a:lnSpc>
              <a:spcBef>
                <a:spcPts val="0"/>
              </a:spcBef>
              <a:spcAft>
                <a:spcPts val="0"/>
              </a:spcAft>
              <a:buSzPts val="1400"/>
              <a:buNone/>
              <a:defRPr sz="7200"/>
            </a:lvl7pPr>
            <a:lvl8pPr lvl="7" algn="l">
              <a:lnSpc>
                <a:spcPct val="100000"/>
              </a:lnSpc>
              <a:spcBef>
                <a:spcPts val="0"/>
              </a:spcBef>
              <a:spcAft>
                <a:spcPts val="0"/>
              </a:spcAft>
              <a:buSzPts val="1400"/>
              <a:buNone/>
              <a:defRPr sz="7200"/>
            </a:lvl8pPr>
            <a:lvl9pPr lvl="8" algn="l">
              <a:lnSpc>
                <a:spcPct val="100000"/>
              </a:lnSpc>
              <a:spcBef>
                <a:spcPts val="0"/>
              </a:spcBef>
              <a:spcAft>
                <a:spcPts val="0"/>
              </a:spcAft>
              <a:buSzPts val="1400"/>
              <a:buNone/>
              <a:defRPr sz="7200"/>
            </a:lvl9pPr>
          </a:lstStyle>
          <a:p>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21"/>
        <p:cNvGrpSpPr/>
        <p:nvPr/>
      </p:nvGrpSpPr>
      <p:grpSpPr>
        <a:xfrm>
          <a:off x="0" y="0"/>
          <a:ext cx="0" cy="0"/>
          <a:chOff x="0" y="0"/>
          <a:chExt cx="0" cy="0"/>
        </a:xfrm>
      </p:grpSpPr>
      <p:sp>
        <p:nvSpPr>
          <p:cNvPr id="22" name="Google Shape;22;p77"/>
          <p:cNvSpPr txBox="1">
            <a:spLocks noGrp="1"/>
          </p:cNvSpPr>
          <p:nvPr>
            <p:ph type="ctrTitle"/>
          </p:nvPr>
        </p:nvSpPr>
        <p:spPr>
          <a:xfrm>
            <a:off x="1524000" y="1122363"/>
            <a:ext cx="9144000" cy="2387700"/>
          </a:xfrm>
          <a:prstGeom prst="rect">
            <a:avLst/>
          </a:prstGeom>
          <a:noFill/>
          <a:ln>
            <a:noFill/>
          </a:ln>
        </p:spPr>
        <p:txBody>
          <a:bodyPr spcFirstLastPara="1" wrap="square" lIns="91425" tIns="45700" rIns="91425" bIns="45700" anchor="b" anchorCtr="0">
            <a:normAutofit/>
          </a:bodyPr>
          <a:lstStyle>
            <a:lvl1pPr lvl="0" algn="ctr">
              <a:lnSpc>
                <a:spcPct val="90000"/>
              </a:lnSpc>
              <a:spcBef>
                <a:spcPts val="0"/>
              </a:spcBef>
              <a:spcAft>
                <a:spcPts val="0"/>
              </a:spcAft>
              <a:buClr>
                <a:schemeClr val="dk1"/>
              </a:buClr>
              <a:buSzPts val="4500"/>
              <a:buFont typeface="Calibri"/>
              <a:buNone/>
              <a:defRPr sz="45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23" name="Google Shape;23;p77"/>
          <p:cNvSpPr txBox="1">
            <a:spLocks noGrp="1"/>
          </p:cNvSpPr>
          <p:nvPr>
            <p:ph type="subTitle" idx="1"/>
          </p:nvPr>
        </p:nvSpPr>
        <p:spPr>
          <a:xfrm>
            <a:off x="1524000" y="3602038"/>
            <a:ext cx="9144000" cy="1655700"/>
          </a:xfrm>
          <a:prstGeom prst="rect">
            <a:avLst/>
          </a:prstGeom>
          <a:noFill/>
          <a:ln>
            <a:noFill/>
          </a:ln>
        </p:spPr>
        <p:txBody>
          <a:bodyPr spcFirstLastPara="1" wrap="square" lIns="91425" tIns="45700" rIns="91425" bIns="45700" anchor="t" anchorCtr="0">
            <a:normAutofit/>
          </a:bodyPr>
          <a:lstStyle>
            <a:lvl1pPr lvl="0" algn="ctr">
              <a:lnSpc>
                <a:spcPct val="90000"/>
              </a:lnSpc>
              <a:spcBef>
                <a:spcPts val="750"/>
              </a:spcBef>
              <a:spcAft>
                <a:spcPts val="0"/>
              </a:spcAft>
              <a:buClr>
                <a:schemeClr val="dk1"/>
              </a:buClr>
              <a:buSzPts val="1800"/>
              <a:buNone/>
              <a:defRPr sz="1800"/>
            </a:lvl1pPr>
            <a:lvl2pPr lvl="1" algn="ctr">
              <a:lnSpc>
                <a:spcPct val="90000"/>
              </a:lnSpc>
              <a:spcBef>
                <a:spcPts val="375"/>
              </a:spcBef>
              <a:spcAft>
                <a:spcPts val="0"/>
              </a:spcAft>
              <a:buClr>
                <a:schemeClr val="dk1"/>
              </a:buClr>
              <a:buSzPts val="1500"/>
              <a:buNone/>
              <a:defRPr sz="1500"/>
            </a:lvl2pPr>
            <a:lvl3pPr lvl="2" algn="ctr">
              <a:lnSpc>
                <a:spcPct val="90000"/>
              </a:lnSpc>
              <a:spcBef>
                <a:spcPts val="375"/>
              </a:spcBef>
              <a:spcAft>
                <a:spcPts val="0"/>
              </a:spcAft>
              <a:buClr>
                <a:schemeClr val="dk1"/>
              </a:buClr>
              <a:buSzPts val="1350"/>
              <a:buNone/>
              <a:defRPr sz="1350"/>
            </a:lvl3pPr>
            <a:lvl4pPr lvl="3" algn="ctr">
              <a:lnSpc>
                <a:spcPct val="90000"/>
              </a:lnSpc>
              <a:spcBef>
                <a:spcPts val="375"/>
              </a:spcBef>
              <a:spcAft>
                <a:spcPts val="0"/>
              </a:spcAft>
              <a:buClr>
                <a:schemeClr val="dk1"/>
              </a:buClr>
              <a:buSzPts val="1200"/>
              <a:buNone/>
              <a:defRPr sz="1200"/>
            </a:lvl4pPr>
            <a:lvl5pPr lvl="4" algn="ctr">
              <a:lnSpc>
                <a:spcPct val="90000"/>
              </a:lnSpc>
              <a:spcBef>
                <a:spcPts val="375"/>
              </a:spcBef>
              <a:spcAft>
                <a:spcPts val="0"/>
              </a:spcAft>
              <a:buClr>
                <a:schemeClr val="dk1"/>
              </a:buClr>
              <a:buSzPts val="1200"/>
              <a:buNone/>
              <a:defRPr sz="1200"/>
            </a:lvl5pPr>
            <a:lvl6pPr lvl="5" algn="ctr">
              <a:lnSpc>
                <a:spcPct val="90000"/>
              </a:lnSpc>
              <a:spcBef>
                <a:spcPts val="375"/>
              </a:spcBef>
              <a:spcAft>
                <a:spcPts val="0"/>
              </a:spcAft>
              <a:buClr>
                <a:schemeClr val="dk1"/>
              </a:buClr>
              <a:buSzPts val="1200"/>
              <a:buNone/>
              <a:defRPr sz="1200"/>
            </a:lvl6pPr>
            <a:lvl7pPr lvl="6" algn="ctr">
              <a:lnSpc>
                <a:spcPct val="90000"/>
              </a:lnSpc>
              <a:spcBef>
                <a:spcPts val="375"/>
              </a:spcBef>
              <a:spcAft>
                <a:spcPts val="0"/>
              </a:spcAft>
              <a:buClr>
                <a:schemeClr val="dk1"/>
              </a:buClr>
              <a:buSzPts val="1200"/>
              <a:buNone/>
              <a:defRPr sz="1200"/>
            </a:lvl7pPr>
            <a:lvl8pPr lvl="7" algn="ctr">
              <a:lnSpc>
                <a:spcPct val="90000"/>
              </a:lnSpc>
              <a:spcBef>
                <a:spcPts val="375"/>
              </a:spcBef>
              <a:spcAft>
                <a:spcPts val="0"/>
              </a:spcAft>
              <a:buClr>
                <a:schemeClr val="dk1"/>
              </a:buClr>
              <a:buSzPts val="1200"/>
              <a:buNone/>
              <a:defRPr sz="1200"/>
            </a:lvl8pPr>
            <a:lvl9pPr lvl="8" algn="ctr">
              <a:lnSpc>
                <a:spcPct val="90000"/>
              </a:lnSpc>
              <a:spcBef>
                <a:spcPts val="375"/>
              </a:spcBef>
              <a:spcAft>
                <a:spcPts val="0"/>
              </a:spcAft>
              <a:buClr>
                <a:schemeClr val="dk1"/>
              </a:buClr>
              <a:buSzPts val="1200"/>
              <a:buNone/>
              <a:defRPr sz="1200"/>
            </a:lvl9pPr>
          </a:lstStyle>
          <a:p>
            <a:endParaRPr/>
          </a:p>
        </p:txBody>
      </p:sp>
      <p:sp>
        <p:nvSpPr>
          <p:cNvPr id="24" name="Google Shape;24;p77"/>
          <p:cNvSpPr txBox="1">
            <a:spLocks noGrp="1"/>
          </p:cNvSpPr>
          <p:nvPr>
            <p:ph type="dt" idx="10"/>
          </p:nvPr>
        </p:nvSpPr>
        <p:spPr>
          <a:xfrm>
            <a:off x="838200" y="6356351"/>
            <a:ext cx="2743200" cy="365100"/>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25" name="Google Shape;25;p77"/>
          <p:cNvSpPr txBox="1">
            <a:spLocks noGrp="1"/>
          </p:cNvSpPr>
          <p:nvPr>
            <p:ph type="ftr" idx="11"/>
          </p:nvPr>
        </p:nvSpPr>
        <p:spPr>
          <a:xfrm>
            <a:off x="4038600" y="6356351"/>
            <a:ext cx="4114800" cy="365100"/>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26" name="Google Shape;26;p77"/>
          <p:cNvSpPr txBox="1">
            <a:spLocks noGrp="1"/>
          </p:cNvSpPr>
          <p:nvPr>
            <p:ph type="sldNum" idx="12"/>
          </p:nvPr>
        </p:nvSpPr>
        <p:spPr>
          <a:xfrm>
            <a:off x="8610600" y="6356351"/>
            <a:ext cx="2743200" cy="365100"/>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9pPr>
          </a:lstStyle>
          <a:p>
            <a:fld id="{00000000-1234-1234-1234-123412341234}" type="slidenum">
              <a:rPr lang="uk-UA" smtClean="0"/>
              <a:pPr/>
              <a:t>‹#›</a:t>
            </a:fld>
            <a:endParaRPr lang="uk-UA"/>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Title and Content" type="obj">
  <p:cSld name="OBJECT">
    <p:spTree>
      <p:nvGrpSpPr>
        <p:cNvPr id="1" name="Shape 27"/>
        <p:cNvGrpSpPr/>
        <p:nvPr/>
      </p:nvGrpSpPr>
      <p:grpSpPr>
        <a:xfrm>
          <a:off x="0" y="0"/>
          <a:ext cx="0" cy="0"/>
          <a:chOff x="0" y="0"/>
          <a:chExt cx="0" cy="0"/>
        </a:xfrm>
      </p:grpSpPr>
      <p:sp>
        <p:nvSpPr>
          <p:cNvPr id="28" name="Google Shape;28;p78"/>
          <p:cNvSpPr txBox="1">
            <a:spLocks noGrp="1"/>
          </p:cNvSpPr>
          <p:nvPr>
            <p:ph type="title"/>
          </p:nvPr>
        </p:nvSpPr>
        <p:spPr>
          <a:xfrm>
            <a:off x="838200" y="365126"/>
            <a:ext cx="10515600" cy="1325700"/>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29" name="Google Shape;29;p78"/>
          <p:cNvSpPr txBox="1">
            <a:spLocks noGrp="1"/>
          </p:cNvSpPr>
          <p:nvPr>
            <p:ph type="body" idx="1"/>
          </p:nvPr>
        </p:nvSpPr>
        <p:spPr>
          <a:xfrm>
            <a:off x="838200" y="1825625"/>
            <a:ext cx="10515600" cy="4351200"/>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750"/>
              </a:spcBef>
              <a:spcAft>
                <a:spcPts val="0"/>
              </a:spcAft>
              <a:buClr>
                <a:schemeClr val="dk1"/>
              </a:buClr>
              <a:buSzPts val="1800"/>
              <a:buChar char="•"/>
              <a:defRPr/>
            </a:lvl1pPr>
            <a:lvl2pPr marL="914400" lvl="1" indent="-342900" algn="l">
              <a:lnSpc>
                <a:spcPct val="90000"/>
              </a:lnSpc>
              <a:spcBef>
                <a:spcPts val="375"/>
              </a:spcBef>
              <a:spcAft>
                <a:spcPts val="0"/>
              </a:spcAft>
              <a:buClr>
                <a:schemeClr val="dk1"/>
              </a:buClr>
              <a:buSzPts val="1800"/>
              <a:buChar char="•"/>
              <a:defRPr/>
            </a:lvl2pPr>
            <a:lvl3pPr marL="1371600" lvl="2" indent="-342900" algn="l">
              <a:lnSpc>
                <a:spcPct val="90000"/>
              </a:lnSpc>
              <a:spcBef>
                <a:spcPts val="375"/>
              </a:spcBef>
              <a:spcAft>
                <a:spcPts val="0"/>
              </a:spcAft>
              <a:buClr>
                <a:schemeClr val="dk1"/>
              </a:buClr>
              <a:buSzPts val="1800"/>
              <a:buChar char="•"/>
              <a:defRPr/>
            </a:lvl3pPr>
            <a:lvl4pPr marL="1828800" lvl="3" indent="-342900" algn="l">
              <a:lnSpc>
                <a:spcPct val="90000"/>
              </a:lnSpc>
              <a:spcBef>
                <a:spcPts val="375"/>
              </a:spcBef>
              <a:spcAft>
                <a:spcPts val="0"/>
              </a:spcAft>
              <a:buClr>
                <a:schemeClr val="dk1"/>
              </a:buClr>
              <a:buSzPts val="1800"/>
              <a:buChar char="•"/>
              <a:defRPr/>
            </a:lvl4pPr>
            <a:lvl5pPr marL="2286000" lvl="4" indent="-342900" algn="l">
              <a:lnSpc>
                <a:spcPct val="90000"/>
              </a:lnSpc>
              <a:spcBef>
                <a:spcPts val="375"/>
              </a:spcBef>
              <a:spcAft>
                <a:spcPts val="0"/>
              </a:spcAft>
              <a:buClr>
                <a:schemeClr val="dk1"/>
              </a:buClr>
              <a:buSzPts val="1800"/>
              <a:buChar char="•"/>
              <a:defRPr/>
            </a:lvl5pPr>
            <a:lvl6pPr marL="2743200" lvl="5" indent="-342900" algn="l">
              <a:lnSpc>
                <a:spcPct val="90000"/>
              </a:lnSpc>
              <a:spcBef>
                <a:spcPts val="375"/>
              </a:spcBef>
              <a:spcAft>
                <a:spcPts val="0"/>
              </a:spcAft>
              <a:buClr>
                <a:schemeClr val="dk1"/>
              </a:buClr>
              <a:buSzPts val="1800"/>
              <a:buChar char="•"/>
              <a:defRPr/>
            </a:lvl6pPr>
            <a:lvl7pPr marL="3200400" lvl="6" indent="-342900" algn="l">
              <a:lnSpc>
                <a:spcPct val="90000"/>
              </a:lnSpc>
              <a:spcBef>
                <a:spcPts val="375"/>
              </a:spcBef>
              <a:spcAft>
                <a:spcPts val="0"/>
              </a:spcAft>
              <a:buClr>
                <a:schemeClr val="dk1"/>
              </a:buClr>
              <a:buSzPts val="1800"/>
              <a:buChar char="•"/>
              <a:defRPr/>
            </a:lvl7pPr>
            <a:lvl8pPr marL="3657600" lvl="7" indent="-342900" algn="l">
              <a:lnSpc>
                <a:spcPct val="90000"/>
              </a:lnSpc>
              <a:spcBef>
                <a:spcPts val="375"/>
              </a:spcBef>
              <a:spcAft>
                <a:spcPts val="0"/>
              </a:spcAft>
              <a:buClr>
                <a:schemeClr val="dk1"/>
              </a:buClr>
              <a:buSzPts val="1800"/>
              <a:buChar char="•"/>
              <a:defRPr/>
            </a:lvl8pPr>
            <a:lvl9pPr marL="4114800" lvl="8" indent="-342900" algn="l">
              <a:lnSpc>
                <a:spcPct val="90000"/>
              </a:lnSpc>
              <a:spcBef>
                <a:spcPts val="375"/>
              </a:spcBef>
              <a:spcAft>
                <a:spcPts val="0"/>
              </a:spcAft>
              <a:buClr>
                <a:schemeClr val="dk1"/>
              </a:buClr>
              <a:buSzPts val="1800"/>
              <a:buChar char="•"/>
              <a:defRPr/>
            </a:lvl9pPr>
          </a:lstStyle>
          <a:p>
            <a:endParaRPr/>
          </a:p>
        </p:txBody>
      </p:sp>
      <p:sp>
        <p:nvSpPr>
          <p:cNvPr id="30" name="Google Shape;30;p78"/>
          <p:cNvSpPr txBox="1">
            <a:spLocks noGrp="1"/>
          </p:cNvSpPr>
          <p:nvPr>
            <p:ph type="dt" idx="10"/>
          </p:nvPr>
        </p:nvSpPr>
        <p:spPr>
          <a:xfrm>
            <a:off x="838200" y="6356351"/>
            <a:ext cx="2743200" cy="365100"/>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31" name="Google Shape;31;p78"/>
          <p:cNvSpPr txBox="1">
            <a:spLocks noGrp="1"/>
          </p:cNvSpPr>
          <p:nvPr>
            <p:ph type="ftr" idx="11"/>
          </p:nvPr>
        </p:nvSpPr>
        <p:spPr>
          <a:xfrm>
            <a:off x="4038600" y="6356351"/>
            <a:ext cx="4114800" cy="365100"/>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32" name="Google Shape;32;p78"/>
          <p:cNvSpPr txBox="1">
            <a:spLocks noGrp="1"/>
          </p:cNvSpPr>
          <p:nvPr>
            <p:ph type="sldNum" idx="12"/>
          </p:nvPr>
        </p:nvSpPr>
        <p:spPr>
          <a:xfrm>
            <a:off x="8610600" y="6356351"/>
            <a:ext cx="2743200" cy="365100"/>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9pPr>
          </a:lstStyle>
          <a:p>
            <a:fld id="{00000000-1234-1234-1234-123412341234}" type="slidenum">
              <a:rPr lang="uk-UA" smtClean="0"/>
              <a:pPr/>
              <a:t>‹#›</a:t>
            </a:fld>
            <a:endParaRPr lang="uk-UA"/>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33"/>
        <p:cNvGrpSpPr/>
        <p:nvPr/>
      </p:nvGrpSpPr>
      <p:grpSpPr>
        <a:xfrm>
          <a:off x="0" y="0"/>
          <a:ext cx="0" cy="0"/>
          <a:chOff x="0" y="0"/>
          <a:chExt cx="0" cy="0"/>
        </a:xfrm>
      </p:grpSpPr>
      <p:sp>
        <p:nvSpPr>
          <p:cNvPr id="34" name="Google Shape;34;p79"/>
          <p:cNvSpPr txBox="1">
            <a:spLocks noGrp="1"/>
          </p:cNvSpPr>
          <p:nvPr>
            <p:ph type="title"/>
          </p:nvPr>
        </p:nvSpPr>
        <p:spPr>
          <a:xfrm>
            <a:off x="831851" y="1709739"/>
            <a:ext cx="10515600" cy="2852700"/>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4500"/>
              <a:buFont typeface="Calibri"/>
              <a:buNone/>
              <a:defRPr sz="45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35" name="Google Shape;35;p79"/>
          <p:cNvSpPr txBox="1">
            <a:spLocks noGrp="1"/>
          </p:cNvSpPr>
          <p:nvPr>
            <p:ph type="body" idx="1"/>
          </p:nvPr>
        </p:nvSpPr>
        <p:spPr>
          <a:xfrm>
            <a:off x="831851" y="4589464"/>
            <a:ext cx="10515600" cy="1500300"/>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750"/>
              </a:spcBef>
              <a:spcAft>
                <a:spcPts val="0"/>
              </a:spcAft>
              <a:buClr>
                <a:srgbClr val="888888"/>
              </a:buClr>
              <a:buSzPts val="1800"/>
              <a:buNone/>
              <a:defRPr sz="1800">
                <a:solidFill>
                  <a:srgbClr val="888888"/>
                </a:solidFill>
              </a:defRPr>
            </a:lvl1pPr>
            <a:lvl2pPr marL="914400" lvl="1" indent="-228600" algn="l">
              <a:lnSpc>
                <a:spcPct val="90000"/>
              </a:lnSpc>
              <a:spcBef>
                <a:spcPts val="375"/>
              </a:spcBef>
              <a:spcAft>
                <a:spcPts val="0"/>
              </a:spcAft>
              <a:buClr>
                <a:srgbClr val="888888"/>
              </a:buClr>
              <a:buSzPts val="1500"/>
              <a:buNone/>
              <a:defRPr sz="1500">
                <a:solidFill>
                  <a:srgbClr val="888888"/>
                </a:solidFill>
              </a:defRPr>
            </a:lvl2pPr>
            <a:lvl3pPr marL="1371600" lvl="2" indent="-228600" algn="l">
              <a:lnSpc>
                <a:spcPct val="90000"/>
              </a:lnSpc>
              <a:spcBef>
                <a:spcPts val="375"/>
              </a:spcBef>
              <a:spcAft>
                <a:spcPts val="0"/>
              </a:spcAft>
              <a:buClr>
                <a:srgbClr val="888888"/>
              </a:buClr>
              <a:buSzPts val="1350"/>
              <a:buNone/>
              <a:defRPr sz="1350">
                <a:solidFill>
                  <a:srgbClr val="888888"/>
                </a:solidFill>
              </a:defRPr>
            </a:lvl3pPr>
            <a:lvl4pPr marL="1828800" lvl="3" indent="-228600" algn="l">
              <a:lnSpc>
                <a:spcPct val="90000"/>
              </a:lnSpc>
              <a:spcBef>
                <a:spcPts val="375"/>
              </a:spcBef>
              <a:spcAft>
                <a:spcPts val="0"/>
              </a:spcAft>
              <a:buClr>
                <a:srgbClr val="888888"/>
              </a:buClr>
              <a:buSzPts val="1200"/>
              <a:buNone/>
              <a:defRPr sz="1200">
                <a:solidFill>
                  <a:srgbClr val="888888"/>
                </a:solidFill>
              </a:defRPr>
            </a:lvl4pPr>
            <a:lvl5pPr marL="2286000" lvl="4" indent="-228600" algn="l">
              <a:lnSpc>
                <a:spcPct val="90000"/>
              </a:lnSpc>
              <a:spcBef>
                <a:spcPts val="375"/>
              </a:spcBef>
              <a:spcAft>
                <a:spcPts val="0"/>
              </a:spcAft>
              <a:buClr>
                <a:srgbClr val="888888"/>
              </a:buClr>
              <a:buSzPts val="1200"/>
              <a:buNone/>
              <a:defRPr sz="1200">
                <a:solidFill>
                  <a:srgbClr val="888888"/>
                </a:solidFill>
              </a:defRPr>
            </a:lvl5pPr>
            <a:lvl6pPr marL="2743200" lvl="5" indent="-228600" algn="l">
              <a:lnSpc>
                <a:spcPct val="90000"/>
              </a:lnSpc>
              <a:spcBef>
                <a:spcPts val="375"/>
              </a:spcBef>
              <a:spcAft>
                <a:spcPts val="0"/>
              </a:spcAft>
              <a:buClr>
                <a:srgbClr val="888888"/>
              </a:buClr>
              <a:buSzPts val="1200"/>
              <a:buNone/>
              <a:defRPr sz="1200">
                <a:solidFill>
                  <a:srgbClr val="888888"/>
                </a:solidFill>
              </a:defRPr>
            </a:lvl6pPr>
            <a:lvl7pPr marL="3200400" lvl="6" indent="-228600" algn="l">
              <a:lnSpc>
                <a:spcPct val="90000"/>
              </a:lnSpc>
              <a:spcBef>
                <a:spcPts val="375"/>
              </a:spcBef>
              <a:spcAft>
                <a:spcPts val="0"/>
              </a:spcAft>
              <a:buClr>
                <a:srgbClr val="888888"/>
              </a:buClr>
              <a:buSzPts val="1200"/>
              <a:buNone/>
              <a:defRPr sz="1200">
                <a:solidFill>
                  <a:srgbClr val="888888"/>
                </a:solidFill>
              </a:defRPr>
            </a:lvl7pPr>
            <a:lvl8pPr marL="3657600" lvl="7" indent="-228600" algn="l">
              <a:lnSpc>
                <a:spcPct val="90000"/>
              </a:lnSpc>
              <a:spcBef>
                <a:spcPts val="375"/>
              </a:spcBef>
              <a:spcAft>
                <a:spcPts val="0"/>
              </a:spcAft>
              <a:buClr>
                <a:srgbClr val="888888"/>
              </a:buClr>
              <a:buSzPts val="1200"/>
              <a:buNone/>
              <a:defRPr sz="1200">
                <a:solidFill>
                  <a:srgbClr val="888888"/>
                </a:solidFill>
              </a:defRPr>
            </a:lvl8pPr>
            <a:lvl9pPr marL="4114800" lvl="8" indent="-228600" algn="l">
              <a:lnSpc>
                <a:spcPct val="90000"/>
              </a:lnSpc>
              <a:spcBef>
                <a:spcPts val="375"/>
              </a:spcBef>
              <a:spcAft>
                <a:spcPts val="0"/>
              </a:spcAft>
              <a:buClr>
                <a:srgbClr val="888888"/>
              </a:buClr>
              <a:buSzPts val="1200"/>
              <a:buNone/>
              <a:defRPr sz="1200">
                <a:solidFill>
                  <a:srgbClr val="888888"/>
                </a:solidFill>
              </a:defRPr>
            </a:lvl9pPr>
          </a:lstStyle>
          <a:p>
            <a:endParaRPr/>
          </a:p>
        </p:txBody>
      </p:sp>
      <p:sp>
        <p:nvSpPr>
          <p:cNvPr id="36" name="Google Shape;36;p79"/>
          <p:cNvSpPr txBox="1">
            <a:spLocks noGrp="1"/>
          </p:cNvSpPr>
          <p:nvPr>
            <p:ph type="dt" idx="10"/>
          </p:nvPr>
        </p:nvSpPr>
        <p:spPr>
          <a:xfrm>
            <a:off x="838200" y="6356351"/>
            <a:ext cx="2743200" cy="365100"/>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37" name="Google Shape;37;p79"/>
          <p:cNvSpPr txBox="1">
            <a:spLocks noGrp="1"/>
          </p:cNvSpPr>
          <p:nvPr>
            <p:ph type="ftr" idx="11"/>
          </p:nvPr>
        </p:nvSpPr>
        <p:spPr>
          <a:xfrm>
            <a:off x="4038600" y="6356351"/>
            <a:ext cx="4114800" cy="365100"/>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38" name="Google Shape;38;p79"/>
          <p:cNvSpPr txBox="1">
            <a:spLocks noGrp="1"/>
          </p:cNvSpPr>
          <p:nvPr>
            <p:ph type="sldNum" idx="12"/>
          </p:nvPr>
        </p:nvSpPr>
        <p:spPr>
          <a:xfrm>
            <a:off x="8610600" y="6356351"/>
            <a:ext cx="2743200" cy="365100"/>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9pPr>
          </a:lstStyle>
          <a:p>
            <a:fld id="{00000000-1234-1234-1234-123412341234}" type="slidenum">
              <a:rPr lang="uk-UA" smtClean="0"/>
              <a:pPr/>
              <a:t>‹#›</a:t>
            </a:fld>
            <a:endParaRPr lang="uk-UA"/>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Two Content" type="twoObj">
  <p:cSld name="TWO_OBJECTS">
    <p:spTree>
      <p:nvGrpSpPr>
        <p:cNvPr id="1" name="Shape 39"/>
        <p:cNvGrpSpPr/>
        <p:nvPr/>
      </p:nvGrpSpPr>
      <p:grpSpPr>
        <a:xfrm>
          <a:off x="0" y="0"/>
          <a:ext cx="0" cy="0"/>
          <a:chOff x="0" y="0"/>
          <a:chExt cx="0" cy="0"/>
        </a:xfrm>
      </p:grpSpPr>
      <p:sp>
        <p:nvSpPr>
          <p:cNvPr id="40" name="Google Shape;40;p80"/>
          <p:cNvSpPr txBox="1">
            <a:spLocks noGrp="1"/>
          </p:cNvSpPr>
          <p:nvPr>
            <p:ph type="title"/>
          </p:nvPr>
        </p:nvSpPr>
        <p:spPr>
          <a:xfrm>
            <a:off x="838200" y="365126"/>
            <a:ext cx="10515600" cy="1325700"/>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41" name="Google Shape;41;p80"/>
          <p:cNvSpPr txBox="1">
            <a:spLocks noGrp="1"/>
          </p:cNvSpPr>
          <p:nvPr>
            <p:ph type="body" idx="1"/>
          </p:nvPr>
        </p:nvSpPr>
        <p:spPr>
          <a:xfrm>
            <a:off x="838200" y="1825625"/>
            <a:ext cx="5181600" cy="4351200"/>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750"/>
              </a:spcBef>
              <a:spcAft>
                <a:spcPts val="0"/>
              </a:spcAft>
              <a:buClr>
                <a:schemeClr val="dk1"/>
              </a:buClr>
              <a:buSzPts val="1800"/>
              <a:buChar char="•"/>
              <a:defRPr/>
            </a:lvl1pPr>
            <a:lvl2pPr marL="914400" lvl="1" indent="-342900" algn="l">
              <a:lnSpc>
                <a:spcPct val="90000"/>
              </a:lnSpc>
              <a:spcBef>
                <a:spcPts val="375"/>
              </a:spcBef>
              <a:spcAft>
                <a:spcPts val="0"/>
              </a:spcAft>
              <a:buClr>
                <a:schemeClr val="dk1"/>
              </a:buClr>
              <a:buSzPts val="1800"/>
              <a:buChar char="•"/>
              <a:defRPr/>
            </a:lvl2pPr>
            <a:lvl3pPr marL="1371600" lvl="2" indent="-342900" algn="l">
              <a:lnSpc>
                <a:spcPct val="90000"/>
              </a:lnSpc>
              <a:spcBef>
                <a:spcPts val="375"/>
              </a:spcBef>
              <a:spcAft>
                <a:spcPts val="0"/>
              </a:spcAft>
              <a:buClr>
                <a:schemeClr val="dk1"/>
              </a:buClr>
              <a:buSzPts val="1800"/>
              <a:buChar char="•"/>
              <a:defRPr/>
            </a:lvl3pPr>
            <a:lvl4pPr marL="1828800" lvl="3" indent="-342900" algn="l">
              <a:lnSpc>
                <a:spcPct val="90000"/>
              </a:lnSpc>
              <a:spcBef>
                <a:spcPts val="375"/>
              </a:spcBef>
              <a:spcAft>
                <a:spcPts val="0"/>
              </a:spcAft>
              <a:buClr>
                <a:schemeClr val="dk1"/>
              </a:buClr>
              <a:buSzPts val="1800"/>
              <a:buChar char="•"/>
              <a:defRPr/>
            </a:lvl4pPr>
            <a:lvl5pPr marL="2286000" lvl="4" indent="-342900" algn="l">
              <a:lnSpc>
                <a:spcPct val="90000"/>
              </a:lnSpc>
              <a:spcBef>
                <a:spcPts val="375"/>
              </a:spcBef>
              <a:spcAft>
                <a:spcPts val="0"/>
              </a:spcAft>
              <a:buClr>
                <a:schemeClr val="dk1"/>
              </a:buClr>
              <a:buSzPts val="1800"/>
              <a:buChar char="•"/>
              <a:defRPr/>
            </a:lvl5pPr>
            <a:lvl6pPr marL="2743200" lvl="5" indent="-342900" algn="l">
              <a:lnSpc>
                <a:spcPct val="90000"/>
              </a:lnSpc>
              <a:spcBef>
                <a:spcPts val="375"/>
              </a:spcBef>
              <a:spcAft>
                <a:spcPts val="0"/>
              </a:spcAft>
              <a:buClr>
                <a:schemeClr val="dk1"/>
              </a:buClr>
              <a:buSzPts val="1800"/>
              <a:buChar char="•"/>
              <a:defRPr/>
            </a:lvl6pPr>
            <a:lvl7pPr marL="3200400" lvl="6" indent="-342900" algn="l">
              <a:lnSpc>
                <a:spcPct val="90000"/>
              </a:lnSpc>
              <a:spcBef>
                <a:spcPts val="375"/>
              </a:spcBef>
              <a:spcAft>
                <a:spcPts val="0"/>
              </a:spcAft>
              <a:buClr>
                <a:schemeClr val="dk1"/>
              </a:buClr>
              <a:buSzPts val="1800"/>
              <a:buChar char="•"/>
              <a:defRPr/>
            </a:lvl7pPr>
            <a:lvl8pPr marL="3657600" lvl="7" indent="-342900" algn="l">
              <a:lnSpc>
                <a:spcPct val="90000"/>
              </a:lnSpc>
              <a:spcBef>
                <a:spcPts val="375"/>
              </a:spcBef>
              <a:spcAft>
                <a:spcPts val="0"/>
              </a:spcAft>
              <a:buClr>
                <a:schemeClr val="dk1"/>
              </a:buClr>
              <a:buSzPts val="1800"/>
              <a:buChar char="•"/>
              <a:defRPr/>
            </a:lvl8pPr>
            <a:lvl9pPr marL="4114800" lvl="8" indent="-342900" algn="l">
              <a:lnSpc>
                <a:spcPct val="90000"/>
              </a:lnSpc>
              <a:spcBef>
                <a:spcPts val="375"/>
              </a:spcBef>
              <a:spcAft>
                <a:spcPts val="0"/>
              </a:spcAft>
              <a:buClr>
                <a:schemeClr val="dk1"/>
              </a:buClr>
              <a:buSzPts val="1800"/>
              <a:buChar char="•"/>
              <a:defRPr/>
            </a:lvl9pPr>
          </a:lstStyle>
          <a:p>
            <a:endParaRPr/>
          </a:p>
        </p:txBody>
      </p:sp>
      <p:sp>
        <p:nvSpPr>
          <p:cNvPr id="42" name="Google Shape;42;p80"/>
          <p:cNvSpPr txBox="1">
            <a:spLocks noGrp="1"/>
          </p:cNvSpPr>
          <p:nvPr>
            <p:ph type="body" idx="2"/>
          </p:nvPr>
        </p:nvSpPr>
        <p:spPr>
          <a:xfrm>
            <a:off x="6172200" y="1825625"/>
            <a:ext cx="5181600" cy="4351200"/>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750"/>
              </a:spcBef>
              <a:spcAft>
                <a:spcPts val="0"/>
              </a:spcAft>
              <a:buClr>
                <a:schemeClr val="dk1"/>
              </a:buClr>
              <a:buSzPts val="1800"/>
              <a:buChar char="•"/>
              <a:defRPr/>
            </a:lvl1pPr>
            <a:lvl2pPr marL="914400" lvl="1" indent="-342900" algn="l">
              <a:lnSpc>
                <a:spcPct val="90000"/>
              </a:lnSpc>
              <a:spcBef>
                <a:spcPts val="375"/>
              </a:spcBef>
              <a:spcAft>
                <a:spcPts val="0"/>
              </a:spcAft>
              <a:buClr>
                <a:schemeClr val="dk1"/>
              </a:buClr>
              <a:buSzPts val="1800"/>
              <a:buChar char="•"/>
              <a:defRPr/>
            </a:lvl2pPr>
            <a:lvl3pPr marL="1371600" lvl="2" indent="-342900" algn="l">
              <a:lnSpc>
                <a:spcPct val="90000"/>
              </a:lnSpc>
              <a:spcBef>
                <a:spcPts val="375"/>
              </a:spcBef>
              <a:spcAft>
                <a:spcPts val="0"/>
              </a:spcAft>
              <a:buClr>
                <a:schemeClr val="dk1"/>
              </a:buClr>
              <a:buSzPts val="1800"/>
              <a:buChar char="•"/>
              <a:defRPr/>
            </a:lvl3pPr>
            <a:lvl4pPr marL="1828800" lvl="3" indent="-342900" algn="l">
              <a:lnSpc>
                <a:spcPct val="90000"/>
              </a:lnSpc>
              <a:spcBef>
                <a:spcPts val="375"/>
              </a:spcBef>
              <a:spcAft>
                <a:spcPts val="0"/>
              </a:spcAft>
              <a:buClr>
                <a:schemeClr val="dk1"/>
              </a:buClr>
              <a:buSzPts val="1800"/>
              <a:buChar char="•"/>
              <a:defRPr/>
            </a:lvl4pPr>
            <a:lvl5pPr marL="2286000" lvl="4" indent="-342900" algn="l">
              <a:lnSpc>
                <a:spcPct val="90000"/>
              </a:lnSpc>
              <a:spcBef>
                <a:spcPts val="375"/>
              </a:spcBef>
              <a:spcAft>
                <a:spcPts val="0"/>
              </a:spcAft>
              <a:buClr>
                <a:schemeClr val="dk1"/>
              </a:buClr>
              <a:buSzPts val="1800"/>
              <a:buChar char="•"/>
              <a:defRPr/>
            </a:lvl5pPr>
            <a:lvl6pPr marL="2743200" lvl="5" indent="-342900" algn="l">
              <a:lnSpc>
                <a:spcPct val="90000"/>
              </a:lnSpc>
              <a:spcBef>
                <a:spcPts val="375"/>
              </a:spcBef>
              <a:spcAft>
                <a:spcPts val="0"/>
              </a:spcAft>
              <a:buClr>
                <a:schemeClr val="dk1"/>
              </a:buClr>
              <a:buSzPts val="1800"/>
              <a:buChar char="•"/>
              <a:defRPr/>
            </a:lvl6pPr>
            <a:lvl7pPr marL="3200400" lvl="6" indent="-342900" algn="l">
              <a:lnSpc>
                <a:spcPct val="90000"/>
              </a:lnSpc>
              <a:spcBef>
                <a:spcPts val="375"/>
              </a:spcBef>
              <a:spcAft>
                <a:spcPts val="0"/>
              </a:spcAft>
              <a:buClr>
                <a:schemeClr val="dk1"/>
              </a:buClr>
              <a:buSzPts val="1800"/>
              <a:buChar char="•"/>
              <a:defRPr/>
            </a:lvl7pPr>
            <a:lvl8pPr marL="3657600" lvl="7" indent="-342900" algn="l">
              <a:lnSpc>
                <a:spcPct val="90000"/>
              </a:lnSpc>
              <a:spcBef>
                <a:spcPts val="375"/>
              </a:spcBef>
              <a:spcAft>
                <a:spcPts val="0"/>
              </a:spcAft>
              <a:buClr>
                <a:schemeClr val="dk1"/>
              </a:buClr>
              <a:buSzPts val="1800"/>
              <a:buChar char="•"/>
              <a:defRPr/>
            </a:lvl8pPr>
            <a:lvl9pPr marL="4114800" lvl="8" indent="-342900" algn="l">
              <a:lnSpc>
                <a:spcPct val="90000"/>
              </a:lnSpc>
              <a:spcBef>
                <a:spcPts val="375"/>
              </a:spcBef>
              <a:spcAft>
                <a:spcPts val="0"/>
              </a:spcAft>
              <a:buClr>
                <a:schemeClr val="dk1"/>
              </a:buClr>
              <a:buSzPts val="1800"/>
              <a:buChar char="•"/>
              <a:defRPr/>
            </a:lvl9pPr>
          </a:lstStyle>
          <a:p>
            <a:endParaRPr/>
          </a:p>
        </p:txBody>
      </p:sp>
      <p:sp>
        <p:nvSpPr>
          <p:cNvPr id="43" name="Google Shape;43;p80"/>
          <p:cNvSpPr txBox="1">
            <a:spLocks noGrp="1"/>
          </p:cNvSpPr>
          <p:nvPr>
            <p:ph type="dt" idx="10"/>
          </p:nvPr>
        </p:nvSpPr>
        <p:spPr>
          <a:xfrm>
            <a:off x="838200" y="6356351"/>
            <a:ext cx="2743200" cy="365100"/>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44" name="Google Shape;44;p80"/>
          <p:cNvSpPr txBox="1">
            <a:spLocks noGrp="1"/>
          </p:cNvSpPr>
          <p:nvPr>
            <p:ph type="ftr" idx="11"/>
          </p:nvPr>
        </p:nvSpPr>
        <p:spPr>
          <a:xfrm>
            <a:off x="4038600" y="6356351"/>
            <a:ext cx="4114800" cy="365100"/>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45" name="Google Shape;45;p80"/>
          <p:cNvSpPr txBox="1">
            <a:spLocks noGrp="1"/>
          </p:cNvSpPr>
          <p:nvPr>
            <p:ph type="sldNum" idx="12"/>
          </p:nvPr>
        </p:nvSpPr>
        <p:spPr>
          <a:xfrm>
            <a:off x="8610600" y="6356351"/>
            <a:ext cx="2743200" cy="365100"/>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9pPr>
          </a:lstStyle>
          <a:p>
            <a:fld id="{00000000-1234-1234-1234-123412341234}" type="slidenum">
              <a:rPr lang="uk-UA" smtClean="0"/>
              <a:pPr/>
              <a:t>‹#›</a:t>
            </a:fld>
            <a:endParaRPr lang="uk-UA"/>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Comparison" type="twoTxTwoObj">
  <p:cSld name="TWO_OBJECTS_WITH_TEXT">
    <p:spTree>
      <p:nvGrpSpPr>
        <p:cNvPr id="1" name="Shape 46"/>
        <p:cNvGrpSpPr/>
        <p:nvPr/>
      </p:nvGrpSpPr>
      <p:grpSpPr>
        <a:xfrm>
          <a:off x="0" y="0"/>
          <a:ext cx="0" cy="0"/>
          <a:chOff x="0" y="0"/>
          <a:chExt cx="0" cy="0"/>
        </a:xfrm>
      </p:grpSpPr>
      <p:sp>
        <p:nvSpPr>
          <p:cNvPr id="47" name="Google Shape;47;p81"/>
          <p:cNvSpPr txBox="1">
            <a:spLocks noGrp="1"/>
          </p:cNvSpPr>
          <p:nvPr>
            <p:ph type="title"/>
          </p:nvPr>
        </p:nvSpPr>
        <p:spPr>
          <a:xfrm>
            <a:off x="839788" y="365126"/>
            <a:ext cx="10515600" cy="1325700"/>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48" name="Google Shape;48;p81"/>
          <p:cNvSpPr txBox="1">
            <a:spLocks noGrp="1"/>
          </p:cNvSpPr>
          <p:nvPr>
            <p:ph type="body" idx="1"/>
          </p:nvPr>
        </p:nvSpPr>
        <p:spPr>
          <a:xfrm>
            <a:off x="839789" y="1681163"/>
            <a:ext cx="5157600" cy="823800"/>
          </a:xfrm>
          <a:prstGeom prst="rect">
            <a:avLst/>
          </a:prstGeom>
          <a:noFill/>
          <a:ln>
            <a:noFill/>
          </a:ln>
        </p:spPr>
        <p:txBody>
          <a:bodyPr spcFirstLastPara="1" wrap="square" lIns="91425" tIns="45700" rIns="91425" bIns="45700" anchor="b" anchorCtr="0">
            <a:normAutofit/>
          </a:bodyPr>
          <a:lstStyle>
            <a:lvl1pPr marL="457200" lvl="0" indent="-228600" algn="l">
              <a:lnSpc>
                <a:spcPct val="90000"/>
              </a:lnSpc>
              <a:spcBef>
                <a:spcPts val="750"/>
              </a:spcBef>
              <a:spcAft>
                <a:spcPts val="0"/>
              </a:spcAft>
              <a:buClr>
                <a:schemeClr val="dk1"/>
              </a:buClr>
              <a:buSzPts val="1800"/>
              <a:buNone/>
              <a:defRPr sz="1800" b="1"/>
            </a:lvl1pPr>
            <a:lvl2pPr marL="914400" lvl="1" indent="-228600" algn="l">
              <a:lnSpc>
                <a:spcPct val="90000"/>
              </a:lnSpc>
              <a:spcBef>
                <a:spcPts val="375"/>
              </a:spcBef>
              <a:spcAft>
                <a:spcPts val="0"/>
              </a:spcAft>
              <a:buClr>
                <a:schemeClr val="dk1"/>
              </a:buClr>
              <a:buSzPts val="1500"/>
              <a:buNone/>
              <a:defRPr sz="1500" b="1"/>
            </a:lvl2pPr>
            <a:lvl3pPr marL="1371600" lvl="2" indent="-228600" algn="l">
              <a:lnSpc>
                <a:spcPct val="90000"/>
              </a:lnSpc>
              <a:spcBef>
                <a:spcPts val="375"/>
              </a:spcBef>
              <a:spcAft>
                <a:spcPts val="0"/>
              </a:spcAft>
              <a:buClr>
                <a:schemeClr val="dk1"/>
              </a:buClr>
              <a:buSzPts val="1350"/>
              <a:buNone/>
              <a:defRPr sz="1350" b="1"/>
            </a:lvl3pPr>
            <a:lvl4pPr marL="1828800" lvl="3" indent="-228600" algn="l">
              <a:lnSpc>
                <a:spcPct val="90000"/>
              </a:lnSpc>
              <a:spcBef>
                <a:spcPts val="375"/>
              </a:spcBef>
              <a:spcAft>
                <a:spcPts val="0"/>
              </a:spcAft>
              <a:buClr>
                <a:schemeClr val="dk1"/>
              </a:buClr>
              <a:buSzPts val="1200"/>
              <a:buNone/>
              <a:defRPr sz="1200" b="1"/>
            </a:lvl4pPr>
            <a:lvl5pPr marL="2286000" lvl="4" indent="-228600" algn="l">
              <a:lnSpc>
                <a:spcPct val="90000"/>
              </a:lnSpc>
              <a:spcBef>
                <a:spcPts val="375"/>
              </a:spcBef>
              <a:spcAft>
                <a:spcPts val="0"/>
              </a:spcAft>
              <a:buClr>
                <a:schemeClr val="dk1"/>
              </a:buClr>
              <a:buSzPts val="1200"/>
              <a:buNone/>
              <a:defRPr sz="1200" b="1"/>
            </a:lvl5pPr>
            <a:lvl6pPr marL="2743200" lvl="5" indent="-228600" algn="l">
              <a:lnSpc>
                <a:spcPct val="90000"/>
              </a:lnSpc>
              <a:spcBef>
                <a:spcPts val="375"/>
              </a:spcBef>
              <a:spcAft>
                <a:spcPts val="0"/>
              </a:spcAft>
              <a:buClr>
                <a:schemeClr val="dk1"/>
              </a:buClr>
              <a:buSzPts val="1200"/>
              <a:buNone/>
              <a:defRPr sz="1200" b="1"/>
            </a:lvl6pPr>
            <a:lvl7pPr marL="3200400" lvl="6" indent="-228600" algn="l">
              <a:lnSpc>
                <a:spcPct val="90000"/>
              </a:lnSpc>
              <a:spcBef>
                <a:spcPts val="375"/>
              </a:spcBef>
              <a:spcAft>
                <a:spcPts val="0"/>
              </a:spcAft>
              <a:buClr>
                <a:schemeClr val="dk1"/>
              </a:buClr>
              <a:buSzPts val="1200"/>
              <a:buNone/>
              <a:defRPr sz="1200" b="1"/>
            </a:lvl7pPr>
            <a:lvl8pPr marL="3657600" lvl="7" indent="-228600" algn="l">
              <a:lnSpc>
                <a:spcPct val="90000"/>
              </a:lnSpc>
              <a:spcBef>
                <a:spcPts val="375"/>
              </a:spcBef>
              <a:spcAft>
                <a:spcPts val="0"/>
              </a:spcAft>
              <a:buClr>
                <a:schemeClr val="dk1"/>
              </a:buClr>
              <a:buSzPts val="1200"/>
              <a:buNone/>
              <a:defRPr sz="1200" b="1"/>
            </a:lvl8pPr>
            <a:lvl9pPr marL="4114800" lvl="8" indent="-228600" algn="l">
              <a:lnSpc>
                <a:spcPct val="90000"/>
              </a:lnSpc>
              <a:spcBef>
                <a:spcPts val="375"/>
              </a:spcBef>
              <a:spcAft>
                <a:spcPts val="0"/>
              </a:spcAft>
              <a:buClr>
                <a:schemeClr val="dk1"/>
              </a:buClr>
              <a:buSzPts val="1200"/>
              <a:buNone/>
              <a:defRPr sz="1200" b="1"/>
            </a:lvl9pPr>
          </a:lstStyle>
          <a:p>
            <a:endParaRPr/>
          </a:p>
        </p:txBody>
      </p:sp>
      <p:sp>
        <p:nvSpPr>
          <p:cNvPr id="49" name="Google Shape;49;p81"/>
          <p:cNvSpPr txBox="1">
            <a:spLocks noGrp="1"/>
          </p:cNvSpPr>
          <p:nvPr>
            <p:ph type="body" idx="2"/>
          </p:nvPr>
        </p:nvSpPr>
        <p:spPr>
          <a:xfrm>
            <a:off x="839789" y="2505075"/>
            <a:ext cx="5157600" cy="3684600"/>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750"/>
              </a:spcBef>
              <a:spcAft>
                <a:spcPts val="0"/>
              </a:spcAft>
              <a:buClr>
                <a:schemeClr val="dk1"/>
              </a:buClr>
              <a:buSzPts val="1800"/>
              <a:buChar char="•"/>
              <a:defRPr/>
            </a:lvl1pPr>
            <a:lvl2pPr marL="914400" lvl="1" indent="-342900" algn="l">
              <a:lnSpc>
                <a:spcPct val="90000"/>
              </a:lnSpc>
              <a:spcBef>
                <a:spcPts val="375"/>
              </a:spcBef>
              <a:spcAft>
                <a:spcPts val="0"/>
              </a:spcAft>
              <a:buClr>
                <a:schemeClr val="dk1"/>
              </a:buClr>
              <a:buSzPts val="1800"/>
              <a:buChar char="•"/>
              <a:defRPr/>
            </a:lvl2pPr>
            <a:lvl3pPr marL="1371600" lvl="2" indent="-342900" algn="l">
              <a:lnSpc>
                <a:spcPct val="90000"/>
              </a:lnSpc>
              <a:spcBef>
                <a:spcPts val="375"/>
              </a:spcBef>
              <a:spcAft>
                <a:spcPts val="0"/>
              </a:spcAft>
              <a:buClr>
                <a:schemeClr val="dk1"/>
              </a:buClr>
              <a:buSzPts val="1800"/>
              <a:buChar char="•"/>
              <a:defRPr/>
            </a:lvl3pPr>
            <a:lvl4pPr marL="1828800" lvl="3" indent="-342900" algn="l">
              <a:lnSpc>
                <a:spcPct val="90000"/>
              </a:lnSpc>
              <a:spcBef>
                <a:spcPts val="375"/>
              </a:spcBef>
              <a:spcAft>
                <a:spcPts val="0"/>
              </a:spcAft>
              <a:buClr>
                <a:schemeClr val="dk1"/>
              </a:buClr>
              <a:buSzPts val="1800"/>
              <a:buChar char="•"/>
              <a:defRPr/>
            </a:lvl4pPr>
            <a:lvl5pPr marL="2286000" lvl="4" indent="-342900" algn="l">
              <a:lnSpc>
                <a:spcPct val="90000"/>
              </a:lnSpc>
              <a:spcBef>
                <a:spcPts val="375"/>
              </a:spcBef>
              <a:spcAft>
                <a:spcPts val="0"/>
              </a:spcAft>
              <a:buClr>
                <a:schemeClr val="dk1"/>
              </a:buClr>
              <a:buSzPts val="1800"/>
              <a:buChar char="•"/>
              <a:defRPr/>
            </a:lvl5pPr>
            <a:lvl6pPr marL="2743200" lvl="5" indent="-342900" algn="l">
              <a:lnSpc>
                <a:spcPct val="90000"/>
              </a:lnSpc>
              <a:spcBef>
                <a:spcPts val="375"/>
              </a:spcBef>
              <a:spcAft>
                <a:spcPts val="0"/>
              </a:spcAft>
              <a:buClr>
                <a:schemeClr val="dk1"/>
              </a:buClr>
              <a:buSzPts val="1800"/>
              <a:buChar char="•"/>
              <a:defRPr/>
            </a:lvl6pPr>
            <a:lvl7pPr marL="3200400" lvl="6" indent="-342900" algn="l">
              <a:lnSpc>
                <a:spcPct val="90000"/>
              </a:lnSpc>
              <a:spcBef>
                <a:spcPts val="375"/>
              </a:spcBef>
              <a:spcAft>
                <a:spcPts val="0"/>
              </a:spcAft>
              <a:buClr>
                <a:schemeClr val="dk1"/>
              </a:buClr>
              <a:buSzPts val="1800"/>
              <a:buChar char="•"/>
              <a:defRPr/>
            </a:lvl7pPr>
            <a:lvl8pPr marL="3657600" lvl="7" indent="-342900" algn="l">
              <a:lnSpc>
                <a:spcPct val="90000"/>
              </a:lnSpc>
              <a:spcBef>
                <a:spcPts val="375"/>
              </a:spcBef>
              <a:spcAft>
                <a:spcPts val="0"/>
              </a:spcAft>
              <a:buClr>
                <a:schemeClr val="dk1"/>
              </a:buClr>
              <a:buSzPts val="1800"/>
              <a:buChar char="•"/>
              <a:defRPr/>
            </a:lvl8pPr>
            <a:lvl9pPr marL="4114800" lvl="8" indent="-342900" algn="l">
              <a:lnSpc>
                <a:spcPct val="90000"/>
              </a:lnSpc>
              <a:spcBef>
                <a:spcPts val="375"/>
              </a:spcBef>
              <a:spcAft>
                <a:spcPts val="0"/>
              </a:spcAft>
              <a:buClr>
                <a:schemeClr val="dk1"/>
              </a:buClr>
              <a:buSzPts val="1800"/>
              <a:buChar char="•"/>
              <a:defRPr/>
            </a:lvl9pPr>
          </a:lstStyle>
          <a:p>
            <a:endParaRPr/>
          </a:p>
        </p:txBody>
      </p:sp>
      <p:sp>
        <p:nvSpPr>
          <p:cNvPr id="50" name="Google Shape;50;p81"/>
          <p:cNvSpPr txBox="1">
            <a:spLocks noGrp="1"/>
          </p:cNvSpPr>
          <p:nvPr>
            <p:ph type="body" idx="3"/>
          </p:nvPr>
        </p:nvSpPr>
        <p:spPr>
          <a:xfrm>
            <a:off x="6172200" y="1681163"/>
            <a:ext cx="5183200" cy="823800"/>
          </a:xfrm>
          <a:prstGeom prst="rect">
            <a:avLst/>
          </a:prstGeom>
          <a:noFill/>
          <a:ln>
            <a:noFill/>
          </a:ln>
        </p:spPr>
        <p:txBody>
          <a:bodyPr spcFirstLastPara="1" wrap="square" lIns="91425" tIns="45700" rIns="91425" bIns="45700" anchor="b" anchorCtr="0">
            <a:normAutofit/>
          </a:bodyPr>
          <a:lstStyle>
            <a:lvl1pPr marL="457200" lvl="0" indent="-228600" algn="l">
              <a:lnSpc>
                <a:spcPct val="90000"/>
              </a:lnSpc>
              <a:spcBef>
                <a:spcPts val="750"/>
              </a:spcBef>
              <a:spcAft>
                <a:spcPts val="0"/>
              </a:spcAft>
              <a:buClr>
                <a:schemeClr val="dk1"/>
              </a:buClr>
              <a:buSzPts val="1800"/>
              <a:buNone/>
              <a:defRPr sz="1800" b="1"/>
            </a:lvl1pPr>
            <a:lvl2pPr marL="914400" lvl="1" indent="-228600" algn="l">
              <a:lnSpc>
                <a:spcPct val="90000"/>
              </a:lnSpc>
              <a:spcBef>
                <a:spcPts val="375"/>
              </a:spcBef>
              <a:spcAft>
                <a:spcPts val="0"/>
              </a:spcAft>
              <a:buClr>
                <a:schemeClr val="dk1"/>
              </a:buClr>
              <a:buSzPts val="1500"/>
              <a:buNone/>
              <a:defRPr sz="1500" b="1"/>
            </a:lvl2pPr>
            <a:lvl3pPr marL="1371600" lvl="2" indent="-228600" algn="l">
              <a:lnSpc>
                <a:spcPct val="90000"/>
              </a:lnSpc>
              <a:spcBef>
                <a:spcPts val="375"/>
              </a:spcBef>
              <a:spcAft>
                <a:spcPts val="0"/>
              </a:spcAft>
              <a:buClr>
                <a:schemeClr val="dk1"/>
              </a:buClr>
              <a:buSzPts val="1350"/>
              <a:buNone/>
              <a:defRPr sz="1350" b="1"/>
            </a:lvl3pPr>
            <a:lvl4pPr marL="1828800" lvl="3" indent="-228600" algn="l">
              <a:lnSpc>
                <a:spcPct val="90000"/>
              </a:lnSpc>
              <a:spcBef>
                <a:spcPts val="375"/>
              </a:spcBef>
              <a:spcAft>
                <a:spcPts val="0"/>
              </a:spcAft>
              <a:buClr>
                <a:schemeClr val="dk1"/>
              </a:buClr>
              <a:buSzPts val="1200"/>
              <a:buNone/>
              <a:defRPr sz="1200" b="1"/>
            </a:lvl4pPr>
            <a:lvl5pPr marL="2286000" lvl="4" indent="-228600" algn="l">
              <a:lnSpc>
                <a:spcPct val="90000"/>
              </a:lnSpc>
              <a:spcBef>
                <a:spcPts val="375"/>
              </a:spcBef>
              <a:spcAft>
                <a:spcPts val="0"/>
              </a:spcAft>
              <a:buClr>
                <a:schemeClr val="dk1"/>
              </a:buClr>
              <a:buSzPts val="1200"/>
              <a:buNone/>
              <a:defRPr sz="1200" b="1"/>
            </a:lvl5pPr>
            <a:lvl6pPr marL="2743200" lvl="5" indent="-228600" algn="l">
              <a:lnSpc>
                <a:spcPct val="90000"/>
              </a:lnSpc>
              <a:spcBef>
                <a:spcPts val="375"/>
              </a:spcBef>
              <a:spcAft>
                <a:spcPts val="0"/>
              </a:spcAft>
              <a:buClr>
                <a:schemeClr val="dk1"/>
              </a:buClr>
              <a:buSzPts val="1200"/>
              <a:buNone/>
              <a:defRPr sz="1200" b="1"/>
            </a:lvl6pPr>
            <a:lvl7pPr marL="3200400" lvl="6" indent="-228600" algn="l">
              <a:lnSpc>
                <a:spcPct val="90000"/>
              </a:lnSpc>
              <a:spcBef>
                <a:spcPts val="375"/>
              </a:spcBef>
              <a:spcAft>
                <a:spcPts val="0"/>
              </a:spcAft>
              <a:buClr>
                <a:schemeClr val="dk1"/>
              </a:buClr>
              <a:buSzPts val="1200"/>
              <a:buNone/>
              <a:defRPr sz="1200" b="1"/>
            </a:lvl7pPr>
            <a:lvl8pPr marL="3657600" lvl="7" indent="-228600" algn="l">
              <a:lnSpc>
                <a:spcPct val="90000"/>
              </a:lnSpc>
              <a:spcBef>
                <a:spcPts val="375"/>
              </a:spcBef>
              <a:spcAft>
                <a:spcPts val="0"/>
              </a:spcAft>
              <a:buClr>
                <a:schemeClr val="dk1"/>
              </a:buClr>
              <a:buSzPts val="1200"/>
              <a:buNone/>
              <a:defRPr sz="1200" b="1"/>
            </a:lvl8pPr>
            <a:lvl9pPr marL="4114800" lvl="8" indent="-228600" algn="l">
              <a:lnSpc>
                <a:spcPct val="90000"/>
              </a:lnSpc>
              <a:spcBef>
                <a:spcPts val="375"/>
              </a:spcBef>
              <a:spcAft>
                <a:spcPts val="0"/>
              </a:spcAft>
              <a:buClr>
                <a:schemeClr val="dk1"/>
              </a:buClr>
              <a:buSzPts val="1200"/>
              <a:buNone/>
              <a:defRPr sz="1200" b="1"/>
            </a:lvl9pPr>
          </a:lstStyle>
          <a:p>
            <a:endParaRPr/>
          </a:p>
        </p:txBody>
      </p:sp>
      <p:sp>
        <p:nvSpPr>
          <p:cNvPr id="51" name="Google Shape;51;p81"/>
          <p:cNvSpPr txBox="1">
            <a:spLocks noGrp="1"/>
          </p:cNvSpPr>
          <p:nvPr>
            <p:ph type="body" idx="4"/>
          </p:nvPr>
        </p:nvSpPr>
        <p:spPr>
          <a:xfrm>
            <a:off x="6172200" y="2505075"/>
            <a:ext cx="5183200" cy="3684600"/>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750"/>
              </a:spcBef>
              <a:spcAft>
                <a:spcPts val="0"/>
              </a:spcAft>
              <a:buClr>
                <a:schemeClr val="dk1"/>
              </a:buClr>
              <a:buSzPts val="1800"/>
              <a:buChar char="•"/>
              <a:defRPr/>
            </a:lvl1pPr>
            <a:lvl2pPr marL="914400" lvl="1" indent="-342900" algn="l">
              <a:lnSpc>
                <a:spcPct val="90000"/>
              </a:lnSpc>
              <a:spcBef>
                <a:spcPts val="375"/>
              </a:spcBef>
              <a:spcAft>
                <a:spcPts val="0"/>
              </a:spcAft>
              <a:buClr>
                <a:schemeClr val="dk1"/>
              </a:buClr>
              <a:buSzPts val="1800"/>
              <a:buChar char="•"/>
              <a:defRPr/>
            </a:lvl2pPr>
            <a:lvl3pPr marL="1371600" lvl="2" indent="-342900" algn="l">
              <a:lnSpc>
                <a:spcPct val="90000"/>
              </a:lnSpc>
              <a:spcBef>
                <a:spcPts val="375"/>
              </a:spcBef>
              <a:spcAft>
                <a:spcPts val="0"/>
              </a:spcAft>
              <a:buClr>
                <a:schemeClr val="dk1"/>
              </a:buClr>
              <a:buSzPts val="1800"/>
              <a:buChar char="•"/>
              <a:defRPr/>
            </a:lvl3pPr>
            <a:lvl4pPr marL="1828800" lvl="3" indent="-342900" algn="l">
              <a:lnSpc>
                <a:spcPct val="90000"/>
              </a:lnSpc>
              <a:spcBef>
                <a:spcPts val="375"/>
              </a:spcBef>
              <a:spcAft>
                <a:spcPts val="0"/>
              </a:spcAft>
              <a:buClr>
                <a:schemeClr val="dk1"/>
              </a:buClr>
              <a:buSzPts val="1800"/>
              <a:buChar char="•"/>
              <a:defRPr/>
            </a:lvl4pPr>
            <a:lvl5pPr marL="2286000" lvl="4" indent="-342900" algn="l">
              <a:lnSpc>
                <a:spcPct val="90000"/>
              </a:lnSpc>
              <a:spcBef>
                <a:spcPts val="375"/>
              </a:spcBef>
              <a:spcAft>
                <a:spcPts val="0"/>
              </a:spcAft>
              <a:buClr>
                <a:schemeClr val="dk1"/>
              </a:buClr>
              <a:buSzPts val="1800"/>
              <a:buChar char="•"/>
              <a:defRPr/>
            </a:lvl5pPr>
            <a:lvl6pPr marL="2743200" lvl="5" indent="-342900" algn="l">
              <a:lnSpc>
                <a:spcPct val="90000"/>
              </a:lnSpc>
              <a:spcBef>
                <a:spcPts val="375"/>
              </a:spcBef>
              <a:spcAft>
                <a:spcPts val="0"/>
              </a:spcAft>
              <a:buClr>
                <a:schemeClr val="dk1"/>
              </a:buClr>
              <a:buSzPts val="1800"/>
              <a:buChar char="•"/>
              <a:defRPr/>
            </a:lvl6pPr>
            <a:lvl7pPr marL="3200400" lvl="6" indent="-342900" algn="l">
              <a:lnSpc>
                <a:spcPct val="90000"/>
              </a:lnSpc>
              <a:spcBef>
                <a:spcPts val="375"/>
              </a:spcBef>
              <a:spcAft>
                <a:spcPts val="0"/>
              </a:spcAft>
              <a:buClr>
                <a:schemeClr val="dk1"/>
              </a:buClr>
              <a:buSzPts val="1800"/>
              <a:buChar char="•"/>
              <a:defRPr/>
            </a:lvl7pPr>
            <a:lvl8pPr marL="3657600" lvl="7" indent="-342900" algn="l">
              <a:lnSpc>
                <a:spcPct val="90000"/>
              </a:lnSpc>
              <a:spcBef>
                <a:spcPts val="375"/>
              </a:spcBef>
              <a:spcAft>
                <a:spcPts val="0"/>
              </a:spcAft>
              <a:buClr>
                <a:schemeClr val="dk1"/>
              </a:buClr>
              <a:buSzPts val="1800"/>
              <a:buChar char="•"/>
              <a:defRPr/>
            </a:lvl8pPr>
            <a:lvl9pPr marL="4114800" lvl="8" indent="-342900" algn="l">
              <a:lnSpc>
                <a:spcPct val="90000"/>
              </a:lnSpc>
              <a:spcBef>
                <a:spcPts val="375"/>
              </a:spcBef>
              <a:spcAft>
                <a:spcPts val="0"/>
              </a:spcAft>
              <a:buClr>
                <a:schemeClr val="dk1"/>
              </a:buClr>
              <a:buSzPts val="1800"/>
              <a:buChar char="•"/>
              <a:defRPr/>
            </a:lvl9pPr>
          </a:lstStyle>
          <a:p>
            <a:endParaRPr/>
          </a:p>
        </p:txBody>
      </p:sp>
      <p:sp>
        <p:nvSpPr>
          <p:cNvPr id="52" name="Google Shape;52;p81"/>
          <p:cNvSpPr txBox="1">
            <a:spLocks noGrp="1"/>
          </p:cNvSpPr>
          <p:nvPr>
            <p:ph type="dt" idx="10"/>
          </p:nvPr>
        </p:nvSpPr>
        <p:spPr>
          <a:xfrm>
            <a:off x="838200" y="6356351"/>
            <a:ext cx="2743200" cy="365100"/>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53" name="Google Shape;53;p81"/>
          <p:cNvSpPr txBox="1">
            <a:spLocks noGrp="1"/>
          </p:cNvSpPr>
          <p:nvPr>
            <p:ph type="ftr" idx="11"/>
          </p:nvPr>
        </p:nvSpPr>
        <p:spPr>
          <a:xfrm>
            <a:off x="4038600" y="6356351"/>
            <a:ext cx="4114800" cy="365100"/>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54" name="Google Shape;54;p81"/>
          <p:cNvSpPr txBox="1">
            <a:spLocks noGrp="1"/>
          </p:cNvSpPr>
          <p:nvPr>
            <p:ph type="sldNum" idx="12"/>
          </p:nvPr>
        </p:nvSpPr>
        <p:spPr>
          <a:xfrm>
            <a:off x="8610600" y="6356351"/>
            <a:ext cx="2743200" cy="365100"/>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9pPr>
          </a:lstStyle>
          <a:p>
            <a:fld id="{00000000-1234-1234-1234-123412341234}" type="slidenum">
              <a:rPr lang="uk-UA" smtClean="0"/>
              <a:pPr/>
              <a:t>‹#›</a:t>
            </a:fld>
            <a:endParaRPr lang="uk-UA"/>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55"/>
        <p:cNvGrpSpPr/>
        <p:nvPr/>
      </p:nvGrpSpPr>
      <p:grpSpPr>
        <a:xfrm>
          <a:off x="0" y="0"/>
          <a:ext cx="0" cy="0"/>
          <a:chOff x="0" y="0"/>
          <a:chExt cx="0" cy="0"/>
        </a:xfrm>
      </p:grpSpPr>
      <p:sp>
        <p:nvSpPr>
          <p:cNvPr id="56" name="Google Shape;56;p82"/>
          <p:cNvSpPr txBox="1">
            <a:spLocks noGrp="1"/>
          </p:cNvSpPr>
          <p:nvPr>
            <p:ph type="title"/>
          </p:nvPr>
        </p:nvSpPr>
        <p:spPr>
          <a:xfrm>
            <a:off x="838200" y="365126"/>
            <a:ext cx="10515600" cy="1325700"/>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57" name="Google Shape;57;p82"/>
          <p:cNvSpPr txBox="1">
            <a:spLocks noGrp="1"/>
          </p:cNvSpPr>
          <p:nvPr>
            <p:ph type="dt" idx="10"/>
          </p:nvPr>
        </p:nvSpPr>
        <p:spPr>
          <a:xfrm>
            <a:off x="838200" y="6356351"/>
            <a:ext cx="2743200" cy="365100"/>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58" name="Google Shape;58;p82"/>
          <p:cNvSpPr txBox="1">
            <a:spLocks noGrp="1"/>
          </p:cNvSpPr>
          <p:nvPr>
            <p:ph type="ftr" idx="11"/>
          </p:nvPr>
        </p:nvSpPr>
        <p:spPr>
          <a:xfrm>
            <a:off x="4038600" y="6356351"/>
            <a:ext cx="4114800" cy="365100"/>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59" name="Google Shape;59;p82"/>
          <p:cNvSpPr txBox="1">
            <a:spLocks noGrp="1"/>
          </p:cNvSpPr>
          <p:nvPr>
            <p:ph type="sldNum" idx="12"/>
          </p:nvPr>
        </p:nvSpPr>
        <p:spPr>
          <a:xfrm>
            <a:off x="8610600" y="6356351"/>
            <a:ext cx="2743200" cy="365100"/>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9pPr>
          </a:lstStyle>
          <a:p>
            <a:fld id="{00000000-1234-1234-1234-123412341234}" type="slidenum">
              <a:rPr lang="uk-UA" smtClean="0"/>
              <a:pPr/>
              <a:t>‹#›</a:t>
            </a:fld>
            <a:endParaRPr lang="uk-UA"/>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Content with Caption" type="objTx">
  <p:cSld name="OBJECT_WITH_CAPTION_TEXT">
    <p:spTree>
      <p:nvGrpSpPr>
        <p:cNvPr id="1" name="Shape 60"/>
        <p:cNvGrpSpPr/>
        <p:nvPr/>
      </p:nvGrpSpPr>
      <p:grpSpPr>
        <a:xfrm>
          <a:off x="0" y="0"/>
          <a:ext cx="0" cy="0"/>
          <a:chOff x="0" y="0"/>
          <a:chExt cx="0" cy="0"/>
        </a:xfrm>
      </p:grpSpPr>
      <p:sp>
        <p:nvSpPr>
          <p:cNvPr id="61" name="Google Shape;61;p84"/>
          <p:cNvSpPr txBox="1">
            <a:spLocks noGrp="1"/>
          </p:cNvSpPr>
          <p:nvPr>
            <p:ph type="title"/>
          </p:nvPr>
        </p:nvSpPr>
        <p:spPr>
          <a:xfrm>
            <a:off x="839788" y="457200"/>
            <a:ext cx="3932400" cy="1600200"/>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2400"/>
              <a:buFont typeface="Calibri"/>
              <a:buNone/>
              <a:defRPr sz="24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62" name="Google Shape;62;p84"/>
          <p:cNvSpPr txBox="1">
            <a:spLocks noGrp="1"/>
          </p:cNvSpPr>
          <p:nvPr>
            <p:ph type="body" idx="1"/>
          </p:nvPr>
        </p:nvSpPr>
        <p:spPr>
          <a:xfrm>
            <a:off x="5183188" y="987426"/>
            <a:ext cx="6172400" cy="4873500"/>
          </a:xfrm>
          <a:prstGeom prst="rect">
            <a:avLst/>
          </a:prstGeom>
          <a:noFill/>
          <a:ln>
            <a:noFill/>
          </a:ln>
        </p:spPr>
        <p:txBody>
          <a:bodyPr spcFirstLastPara="1" wrap="square" lIns="91425" tIns="45700" rIns="91425" bIns="45700" anchor="t" anchorCtr="0">
            <a:normAutofit/>
          </a:bodyPr>
          <a:lstStyle>
            <a:lvl1pPr marL="457200" lvl="0" indent="-381000" algn="l">
              <a:lnSpc>
                <a:spcPct val="90000"/>
              </a:lnSpc>
              <a:spcBef>
                <a:spcPts val="750"/>
              </a:spcBef>
              <a:spcAft>
                <a:spcPts val="0"/>
              </a:spcAft>
              <a:buClr>
                <a:schemeClr val="dk1"/>
              </a:buClr>
              <a:buSzPts val="2400"/>
              <a:buChar char="•"/>
              <a:defRPr sz="2400"/>
            </a:lvl1pPr>
            <a:lvl2pPr marL="914400" lvl="1" indent="-361950" algn="l">
              <a:lnSpc>
                <a:spcPct val="90000"/>
              </a:lnSpc>
              <a:spcBef>
                <a:spcPts val="375"/>
              </a:spcBef>
              <a:spcAft>
                <a:spcPts val="0"/>
              </a:spcAft>
              <a:buClr>
                <a:schemeClr val="dk1"/>
              </a:buClr>
              <a:buSzPts val="2100"/>
              <a:buChar char="•"/>
              <a:defRPr sz="2100"/>
            </a:lvl2pPr>
            <a:lvl3pPr marL="1371600" lvl="2" indent="-342900" algn="l">
              <a:lnSpc>
                <a:spcPct val="90000"/>
              </a:lnSpc>
              <a:spcBef>
                <a:spcPts val="375"/>
              </a:spcBef>
              <a:spcAft>
                <a:spcPts val="0"/>
              </a:spcAft>
              <a:buClr>
                <a:schemeClr val="dk1"/>
              </a:buClr>
              <a:buSzPts val="1800"/>
              <a:buChar char="•"/>
              <a:defRPr sz="1800"/>
            </a:lvl3pPr>
            <a:lvl4pPr marL="1828800" lvl="3" indent="-323850" algn="l">
              <a:lnSpc>
                <a:spcPct val="90000"/>
              </a:lnSpc>
              <a:spcBef>
                <a:spcPts val="375"/>
              </a:spcBef>
              <a:spcAft>
                <a:spcPts val="0"/>
              </a:spcAft>
              <a:buClr>
                <a:schemeClr val="dk1"/>
              </a:buClr>
              <a:buSzPts val="1500"/>
              <a:buChar char="•"/>
              <a:defRPr sz="1500"/>
            </a:lvl4pPr>
            <a:lvl5pPr marL="2286000" lvl="4" indent="-323850" algn="l">
              <a:lnSpc>
                <a:spcPct val="90000"/>
              </a:lnSpc>
              <a:spcBef>
                <a:spcPts val="375"/>
              </a:spcBef>
              <a:spcAft>
                <a:spcPts val="0"/>
              </a:spcAft>
              <a:buClr>
                <a:schemeClr val="dk1"/>
              </a:buClr>
              <a:buSzPts val="1500"/>
              <a:buChar char="•"/>
              <a:defRPr sz="1500"/>
            </a:lvl5pPr>
            <a:lvl6pPr marL="2743200" lvl="5" indent="-323850" algn="l">
              <a:lnSpc>
                <a:spcPct val="90000"/>
              </a:lnSpc>
              <a:spcBef>
                <a:spcPts val="375"/>
              </a:spcBef>
              <a:spcAft>
                <a:spcPts val="0"/>
              </a:spcAft>
              <a:buClr>
                <a:schemeClr val="dk1"/>
              </a:buClr>
              <a:buSzPts val="1500"/>
              <a:buChar char="•"/>
              <a:defRPr sz="1500"/>
            </a:lvl6pPr>
            <a:lvl7pPr marL="3200400" lvl="6" indent="-323850" algn="l">
              <a:lnSpc>
                <a:spcPct val="90000"/>
              </a:lnSpc>
              <a:spcBef>
                <a:spcPts val="375"/>
              </a:spcBef>
              <a:spcAft>
                <a:spcPts val="0"/>
              </a:spcAft>
              <a:buClr>
                <a:schemeClr val="dk1"/>
              </a:buClr>
              <a:buSzPts val="1500"/>
              <a:buChar char="•"/>
              <a:defRPr sz="1500"/>
            </a:lvl7pPr>
            <a:lvl8pPr marL="3657600" lvl="7" indent="-323850" algn="l">
              <a:lnSpc>
                <a:spcPct val="90000"/>
              </a:lnSpc>
              <a:spcBef>
                <a:spcPts val="375"/>
              </a:spcBef>
              <a:spcAft>
                <a:spcPts val="0"/>
              </a:spcAft>
              <a:buClr>
                <a:schemeClr val="dk1"/>
              </a:buClr>
              <a:buSzPts val="1500"/>
              <a:buChar char="•"/>
              <a:defRPr sz="1500"/>
            </a:lvl8pPr>
            <a:lvl9pPr marL="4114800" lvl="8" indent="-323850" algn="l">
              <a:lnSpc>
                <a:spcPct val="90000"/>
              </a:lnSpc>
              <a:spcBef>
                <a:spcPts val="375"/>
              </a:spcBef>
              <a:spcAft>
                <a:spcPts val="0"/>
              </a:spcAft>
              <a:buClr>
                <a:schemeClr val="dk1"/>
              </a:buClr>
              <a:buSzPts val="1500"/>
              <a:buChar char="•"/>
              <a:defRPr sz="1500"/>
            </a:lvl9pPr>
          </a:lstStyle>
          <a:p>
            <a:endParaRPr/>
          </a:p>
        </p:txBody>
      </p:sp>
      <p:sp>
        <p:nvSpPr>
          <p:cNvPr id="63" name="Google Shape;63;p84"/>
          <p:cNvSpPr txBox="1">
            <a:spLocks noGrp="1"/>
          </p:cNvSpPr>
          <p:nvPr>
            <p:ph type="body" idx="2"/>
          </p:nvPr>
        </p:nvSpPr>
        <p:spPr>
          <a:xfrm>
            <a:off x="839788" y="2057400"/>
            <a:ext cx="3932400" cy="3811500"/>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750"/>
              </a:spcBef>
              <a:spcAft>
                <a:spcPts val="0"/>
              </a:spcAft>
              <a:buClr>
                <a:schemeClr val="dk1"/>
              </a:buClr>
              <a:buSzPts val="1200"/>
              <a:buNone/>
              <a:defRPr sz="1200"/>
            </a:lvl1pPr>
            <a:lvl2pPr marL="914400" lvl="1" indent="-228600" algn="l">
              <a:lnSpc>
                <a:spcPct val="90000"/>
              </a:lnSpc>
              <a:spcBef>
                <a:spcPts val="375"/>
              </a:spcBef>
              <a:spcAft>
                <a:spcPts val="0"/>
              </a:spcAft>
              <a:buClr>
                <a:schemeClr val="dk1"/>
              </a:buClr>
              <a:buSzPts val="1050"/>
              <a:buNone/>
              <a:defRPr sz="1050"/>
            </a:lvl2pPr>
            <a:lvl3pPr marL="1371600" lvl="2" indent="-228600" algn="l">
              <a:lnSpc>
                <a:spcPct val="90000"/>
              </a:lnSpc>
              <a:spcBef>
                <a:spcPts val="375"/>
              </a:spcBef>
              <a:spcAft>
                <a:spcPts val="0"/>
              </a:spcAft>
              <a:buClr>
                <a:schemeClr val="dk1"/>
              </a:buClr>
              <a:buSzPts val="900"/>
              <a:buNone/>
              <a:defRPr sz="900"/>
            </a:lvl3pPr>
            <a:lvl4pPr marL="1828800" lvl="3" indent="-228600" algn="l">
              <a:lnSpc>
                <a:spcPct val="90000"/>
              </a:lnSpc>
              <a:spcBef>
                <a:spcPts val="375"/>
              </a:spcBef>
              <a:spcAft>
                <a:spcPts val="0"/>
              </a:spcAft>
              <a:buClr>
                <a:schemeClr val="dk1"/>
              </a:buClr>
              <a:buSzPts val="750"/>
              <a:buNone/>
              <a:defRPr sz="750"/>
            </a:lvl4pPr>
            <a:lvl5pPr marL="2286000" lvl="4" indent="-228600" algn="l">
              <a:lnSpc>
                <a:spcPct val="90000"/>
              </a:lnSpc>
              <a:spcBef>
                <a:spcPts val="375"/>
              </a:spcBef>
              <a:spcAft>
                <a:spcPts val="0"/>
              </a:spcAft>
              <a:buClr>
                <a:schemeClr val="dk1"/>
              </a:buClr>
              <a:buSzPts val="750"/>
              <a:buNone/>
              <a:defRPr sz="750"/>
            </a:lvl5pPr>
            <a:lvl6pPr marL="2743200" lvl="5" indent="-228600" algn="l">
              <a:lnSpc>
                <a:spcPct val="90000"/>
              </a:lnSpc>
              <a:spcBef>
                <a:spcPts val="375"/>
              </a:spcBef>
              <a:spcAft>
                <a:spcPts val="0"/>
              </a:spcAft>
              <a:buClr>
                <a:schemeClr val="dk1"/>
              </a:buClr>
              <a:buSzPts val="750"/>
              <a:buNone/>
              <a:defRPr sz="750"/>
            </a:lvl6pPr>
            <a:lvl7pPr marL="3200400" lvl="6" indent="-228600" algn="l">
              <a:lnSpc>
                <a:spcPct val="90000"/>
              </a:lnSpc>
              <a:spcBef>
                <a:spcPts val="375"/>
              </a:spcBef>
              <a:spcAft>
                <a:spcPts val="0"/>
              </a:spcAft>
              <a:buClr>
                <a:schemeClr val="dk1"/>
              </a:buClr>
              <a:buSzPts val="750"/>
              <a:buNone/>
              <a:defRPr sz="750"/>
            </a:lvl7pPr>
            <a:lvl8pPr marL="3657600" lvl="7" indent="-228600" algn="l">
              <a:lnSpc>
                <a:spcPct val="90000"/>
              </a:lnSpc>
              <a:spcBef>
                <a:spcPts val="375"/>
              </a:spcBef>
              <a:spcAft>
                <a:spcPts val="0"/>
              </a:spcAft>
              <a:buClr>
                <a:schemeClr val="dk1"/>
              </a:buClr>
              <a:buSzPts val="750"/>
              <a:buNone/>
              <a:defRPr sz="750"/>
            </a:lvl8pPr>
            <a:lvl9pPr marL="4114800" lvl="8" indent="-228600" algn="l">
              <a:lnSpc>
                <a:spcPct val="90000"/>
              </a:lnSpc>
              <a:spcBef>
                <a:spcPts val="375"/>
              </a:spcBef>
              <a:spcAft>
                <a:spcPts val="0"/>
              </a:spcAft>
              <a:buClr>
                <a:schemeClr val="dk1"/>
              </a:buClr>
              <a:buSzPts val="750"/>
              <a:buNone/>
              <a:defRPr sz="750"/>
            </a:lvl9pPr>
          </a:lstStyle>
          <a:p>
            <a:endParaRPr/>
          </a:p>
        </p:txBody>
      </p:sp>
      <p:sp>
        <p:nvSpPr>
          <p:cNvPr id="64" name="Google Shape;64;p84"/>
          <p:cNvSpPr txBox="1">
            <a:spLocks noGrp="1"/>
          </p:cNvSpPr>
          <p:nvPr>
            <p:ph type="dt" idx="10"/>
          </p:nvPr>
        </p:nvSpPr>
        <p:spPr>
          <a:xfrm>
            <a:off x="838200" y="6356351"/>
            <a:ext cx="2743200" cy="365100"/>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65" name="Google Shape;65;p84"/>
          <p:cNvSpPr txBox="1">
            <a:spLocks noGrp="1"/>
          </p:cNvSpPr>
          <p:nvPr>
            <p:ph type="ftr" idx="11"/>
          </p:nvPr>
        </p:nvSpPr>
        <p:spPr>
          <a:xfrm>
            <a:off x="4038600" y="6356351"/>
            <a:ext cx="4114800" cy="365100"/>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66" name="Google Shape;66;p84"/>
          <p:cNvSpPr txBox="1">
            <a:spLocks noGrp="1"/>
          </p:cNvSpPr>
          <p:nvPr>
            <p:ph type="sldNum" idx="12"/>
          </p:nvPr>
        </p:nvSpPr>
        <p:spPr>
          <a:xfrm>
            <a:off x="8610600" y="6356351"/>
            <a:ext cx="2743200" cy="365100"/>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9pPr>
          </a:lstStyle>
          <a:p>
            <a:fld id="{00000000-1234-1234-1234-123412341234}" type="slidenum">
              <a:rPr lang="uk-UA" smtClean="0"/>
              <a:pPr/>
              <a:t>‹#›</a:t>
            </a:fld>
            <a:endParaRPr lang="uk-UA"/>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Picture with Caption" type="picTx">
  <p:cSld name="PICTURE_WITH_CAPTION_TEXT">
    <p:spTree>
      <p:nvGrpSpPr>
        <p:cNvPr id="1" name="Shape 67"/>
        <p:cNvGrpSpPr/>
        <p:nvPr/>
      </p:nvGrpSpPr>
      <p:grpSpPr>
        <a:xfrm>
          <a:off x="0" y="0"/>
          <a:ext cx="0" cy="0"/>
          <a:chOff x="0" y="0"/>
          <a:chExt cx="0" cy="0"/>
        </a:xfrm>
      </p:grpSpPr>
      <p:sp>
        <p:nvSpPr>
          <p:cNvPr id="68" name="Google Shape;68;p85"/>
          <p:cNvSpPr txBox="1">
            <a:spLocks noGrp="1"/>
          </p:cNvSpPr>
          <p:nvPr>
            <p:ph type="title"/>
          </p:nvPr>
        </p:nvSpPr>
        <p:spPr>
          <a:xfrm>
            <a:off x="839788" y="457200"/>
            <a:ext cx="3932400" cy="1600200"/>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2400"/>
              <a:buFont typeface="Calibri"/>
              <a:buNone/>
              <a:defRPr sz="24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69" name="Google Shape;69;p85"/>
          <p:cNvSpPr>
            <a:spLocks noGrp="1"/>
          </p:cNvSpPr>
          <p:nvPr>
            <p:ph type="pic" idx="2"/>
          </p:nvPr>
        </p:nvSpPr>
        <p:spPr>
          <a:xfrm>
            <a:off x="5183188" y="987426"/>
            <a:ext cx="6172400" cy="4873500"/>
          </a:xfrm>
          <a:prstGeom prst="rect">
            <a:avLst/>
          </a:prstGeom>
          <a:noFill/>
          <a:ln>
            <a:noFill/>
          </a:ln>
        </p:spPr>
      </p:sp>
      <p:sp>
        <p:nvSpPr>
          <p:cNvPr id="70" name="Google Shape;70;p85"/>
          <p:cNvSpPr txBox="1">
            <a:spLocks noGrp="1"/>
          </p:cNvSpPr>
          <p:nvPr>
            <p:ph type="body" idx="1"/>
          </p:nvPr>
        </p:nvSpPr>
        <p:spPr>
          <a:xfrm>
            <a:off x="839788" y="2057400"/>
            <a:ext cx="3932400" cy="3811500"/>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750"/>
              </a:spcBef>
              <a:spcAft>
                <a:spcPts val="0"/>
              </a:spcAft>
              <a:buClr>
                <a:schemeClr val="dk1"/>
              </a:buClr>
              <a:buSzPts val="1200"/>
              <a:buNone/>
              <a:defRPr sz="1200"/>
            </a:lvl1pPr>
            <a:lvl2pPr marL="914400" lvl="1" indent="-228600" algn="l">
              <a:lnSpc>
                <a:spcPct val="90000"/>
              </a:lnSpc>
              <a:spcBef>
                <a:spcPts val="375"/>
              </a:spcBef>
              <a:spcAft>
                <a:spcPts val="0"/>
              </a:spcAft>
              <a:buClr>
                <a:schemeClr val="dk1"/>
              </a:buClr>
              <a:buSzPts val="1050"/>
              <a:buNone/>
              <a:defRPr sz="1050"/>
            </a:lvl2pPr>
            <a:lvl3pPr marL="1371600" lvl="2" indent="-228600" algn="l">
              <a:lnSpc>
                <a:spcPct val="90000"/>
              </a:lnSpc>
              <a:spcBef>
                <a:spcPts val="375"/>
              </a:spcBef>
              <a:spcAft>
                <a:spcPts val="0"/>
              </a:spcAft>
              <a:buClr>
                <a:schemeClr val="dk1"/>
              </a:buClr>
              <a:buSzPts val="900"/>
              <a:buNone/>
              <a:defRPr sz="900"/>
            </a:lvl3pPr>
            <a:lvl4pPr marL="1828800" lvl="3" indent="-228600" algn="l">
              <a:lnSpc>
                <a:spcPct val="90000"/>
              </a:lnSpc>
              <a:spcBef>
                <a:spcPts val="375"/>
              </a:spcBef>
              <a:spcAft>
                <a:spcPts val="0"/>
              </a:spcAft>
              <a:buClr>
                <a:schemeClr val="dk1"/>
              </a:buClr>
              <a:buSzPts val="750"/>
              <a:buNone/>
              <a:defRPr sz="750"/>
            </a:lvl4pPr>
            <a:lvl5pPr marL="2286000" lvl="4" indent="-228600" algn="l">
              <a:lnSpc>
                <a:spcPct val="90000"/>
              </a:lnSpc>
              <a:spcBef>
                <a:spcPts val="375"/>
              </a:spcBef>
              <a:spcAft>
                <a:spcPts val="0"/>
              </a:spcAft>
              <a:buClr>
                <a:schemeClr val="dk1"/>
              </a:buClr>
              <a:buSzPts val="750"/>
              <a:buNone/>
              <a:defRPr sz="750"/>
            </a:lvl5pPr>
            <a:lvl6pPr marL="2743200" lvl="5" indent="-228600" algn="l">
              <a:lnSpc>
                <a:spcPct val="90000"/>
              </a:lnSpc>
              <a:spcBef>
                <a:spcPts val="375"/>
              </a:spcBef>
              <a:spcAft>
                <a:spcPts val="0"/>
              </a:spcAft>
              <a:buClr>
                <a:schemeClr val="dk1"/>
              </a:buClr>
              <a:buSzPts val="750"/>
              <a:buNone/>
              <a:defRPr sz="750"/>
            </a:lvl6pPr>
            <a:lvl7pPr marL="3200400" lvl="6" indent="-228600" algn="l">
              <a:lnSpc>
                <a:spcPct val="90000"/>
              </a:lnSpc>
              <a:spcBef>
                <a:spcPts val="375"/>
              </a:spcBef>
              <a:spcAft>
                <a:spcPts val="0"/>
              </a:spcAft>
              <a:buClr>
                <a:schemeClr val="dk1"/>
              </a:buClr>
              <a:buSzPts val="750"/>
              <a:buNone/>
              <a:defRPr sz="750"/>
            </a:lvl7pPr>
            <a:lvl8pPr marL="3657600" lvl="7" indent="-228600" algn="l">
              <a:lnSpc>
                <a:spcPct val="90000"/>
              </a:lnSpc>
              <a:spcBef>
                <a:spcPts val="375"/>
              </a:spcBef>
              <a:spcAft>
                <a:spcPts val="0"/>
              </a:spcAft>
              <a:buClr>
                <a:schemeClr val="dk1"/>
              </a:buClr>
              <a:buSzPts val="750"/>
              <a:buNone/>
              <a:defRPr sz="750"/>
            </a:lvl8pPr>
            <a:lvl9pPr marL="4114800" lvl="8" indent="-228600" algn="l">
              <a:lnSpc>
                <a:spcPct val="90000"/>
              </a:lnSpc>
              <a:spcBef>
                <a:spcPts val="375"/>
              </a:spcBef>
              <a:spcAft>
                <a:spcPts val="0"/>
              </a:spcAft>
              <a:buClr>
                <a:schemeClr val="dk1"/>
              </a:buClr>
              <a:buSzPts val="750"/>
              <a:buNone/>
              <a:defRPr sz="750"/>
            </a:lvl9pPr>
          </a:lstStyle>
          <a:p>
            <a:endParaRPr/>
          </a:p>
        </p:txBody>
      </p:sp>
      <p:sp>
        <p:nvSpPr>
          <p:cNvPr id="71" name="Google Shape;71;p85"/>
          <p:cNvSpPr txBox="1">
            <a:spLocks noGrp="1"/>
          </p:cNvSpPr>
          <p:nvPr>
            <p:ph type="dt" idx="10"/>
          </p:nvPr>
        </p:nvSpPr>
        <p:spPr>
          <a:xfrm>
            <a:off x="838200" y="6356351"/>
            <a:ext cx="2743200" cy="365100"/>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72" name="Google Shape;72;p85"/>
          <p:cNvSpPr txBox="1">
            <a:spLocks noGrp="1"/>
          </p:cNvSpPr>
          <p:nvPr>
            <p:ph type="ftr" idx="11"/>
          </p:nvPr>
        </p:nvSpPr>
        <p:spPr>
          <a:xfrm>
            <a:off x="4038600" y="6356351"/>
            <a:ext cx="4114800" cy="365100"/>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73" name="Google Shape;73;p85"/>
          <p:cNvSpPr txBox="1">
            <a:spLocks noGrp="1"/>
          </p:cNvSpPr>
          <p:nvPr>
            <p:ph type="sldNum" idx="12"/>
          </p:nvPr>
        </p:nvSpPr>
        <p:spPr>
          <a:xfrm>
            <a:off x="8610600" y="6356351"/>
            <a:ext cx="2743200" cy="365100"/>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9pPr>
          </a:lstStyle>
          <a:p>
            <a:fld id="{00000000-1234-1234-1234-123412341234}" type="slidenum">
              <a:rPr lang="uk-UA" smtClean="0"/>
              <a:pPr/>
              <a:t>‹#›</a:t>
            </a:fld>
            <a:endParaRPr lang="uk-UA"/>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Title and Vertical Text" type="vertTx">
  <p:cSld name="VERTICAL_TEXT">
    <p:spTree>
      <p:nvGrpSpPr>
        <p:cNvPr id="1" name="Shape 74"/>
        <p:cNvGrpSpPr/>
        <p:nvPr/>
      </p:nvGrpSpPr>
      <p:grpSpPr>
        <a:xfrm>
          <a:off x="0" y="0"/>
          <a:ext cx="0" cy="0"/>
          <a:chOff x="0" y="0"/>
          <a:chExt cx="0" cy="0"/>
        </a:xfrm>
      </p:grpSpPr>
      <p:sp>
        <p:nvSpPr>
          <p:cNvPr id="75" name="Google Shape;75;p86"/>
          <p:cNvSpPr txBox="1">
            <a:spLocks noGrp="1"/>
          </p:cNvSpPr>
          <p:nvPr>
            <p:ph type="title"/>
          </p:nvPr>
        </p:nvSpPr>
        <p:spPr>
          <a:xfrm>
            <a:off x="838200" y="365126"/>
            <a:ext cx="10515600" cy="1325700"/>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76" name="Google Shape;76;p86"/>
          <p:cNvSpPr txBox="1">
            <a:spLocks noGrp="1"/>
          </p:cNvSpPr>
          <p:nvPr>
            <p:ph type="body" idx="1"/>
          </p:nvPr>
        </p:nvSpPr>
        <p:spPr>
          <a:xfrm rot="5400000">
            <a:off x="3920400" y="-1256575"/>
            <a:ext cx="4351200" cy="10515600"/>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750"/>
              </a:spcBef>
              <a:spcAft>
                <a:spcPts val="0"/>
              </a:spcAft>
              <a:buClr>
                <a:schemeClr val="dk1"/>
              </a:buClr>
              <a:buSzPts val="1800"/>
              <a:buChar char="•"/>
              <a:defRPr/>
            </a:lvl1pPr>
            <a:lvl2pPr marL="914400" lvl="1" indent="-342900" algn="l">
              <a:lnSpc>
                <a:spcPct val="90000"/>
              </a:lnSpc>
              <a:spcBef>
                <a:spcPts val="375"/>
              </a:spcBef>
              <a:spcAft>
                <a:spcPts val="0"/>
              </a:spcAft>
              <a:buClr>
                <a:schemeClr val="dk1"/>
              </a:buClr>
              <a:buSzPts val="1800"/>
              <a:buChar char="•"/>
              <a:defRPr/>
            </a:lvl2pPr>
            <a:lvl3pPr marL="1371600" lvl="2" indent="-342900" algn="l">
              <a:lnSpc>
                <a:spcPct val="90000"/>
              </a:lnSpc>
              <a:spcBef>
                <a:spcPts val="375"/>
              </a:spcBef>
              <a:spcAft>
                <a:spcPts val="0"/>
              </a:spcAft>
              <a:buClr>
                <a:schemeClr val="dk1"/>
              </a:buClr>
              <a:buSzPts val="1800"/>
              <a:buChar char="•"/>
              <a:defRPr/>
            </a:lvl3pPr>
            <a:lvl4pPr marL="1828800" lvl="3" indent="-342900" algn="l">
              <a:lnSpc>
                <a:spcPct val="90000"/>
              </a:lnSpc>
              <a:spcBef>
                <a:spcPts val="375"/>
              </a:spcBef>
              <a:spcAft>
                <a:spcPts val="0"/>
              </a:spcAft>
              <a:buClr>
                <a:schemeClr val="dk1"/>
              </a:buClr>
              <a:buSzPts val="1800"/>
              <a:buChar char="•"/>
              <a:defRPr/>
            </a:lvl4pPr>
            <a:lvl5pPr marL="2286000" lvl="4" indent="-342900" algn="l">
              <a:lnSpc>
                <a:spcPct val="90000"/>
              </a:lnSpc>
              <a:spcBef>
                <a:spcPts val="375"/>
              </a:spcBef>
              <a:spcAft>
                <a:spcPts val="0"/>
              </a:spcAft>
              <a:buClr>
                <a:schemeClr val="dk1"/>
              </a:buClr>
              <a:buSzPts val="1800"/>
              <a:buChar char="•"/>
              <a:defRPr/>
            </a:lvl5pPr>
            <a:lvl6pPr marL="2743200" lvl="5" indent="-342900" algn="l">
              <a:lnSpc>
                <a:spcPct val="90000"/>
              </a:lnSpc>
              <a:spcBef>
                <a:spcPts val="375"/>
              </a:spcBef>
              <a:spcAft>
                <a:spcPts val="0"/>
              </a:spcAft>
              <a:buClr>
                <a:schemeClr val="dk1"/>
              </a:buClr>
              <a:buSzPts val="1800"/>
              <a:buChar char="•"/>
              <a:defRPr/>
            </a:lvl6pPr>
            <a:lvl7pPr marL="3200400" lvl="6" indent="-342900" algn="l">
              <a:lnSpc>
                <a:spcPct val="90000"/>
              </a:lnSpc>
              <a:spcBef>
                <a:spcPts val="375"/>
              </a:spcBef>
              <a:spcAft>
                <a:spcPts val="0"/>
              </a:spcAft>
              <a:buClr>
                <a:schemeClr val="dk1"/>
              </a:buClr>
              <a:buSzPts val="1800"/>
              <a:buChar char="•"/>
              <a:defRPr/>
            </a:lvl7pPr>
            <a:lvl8pPr marL="3657600" lvl="7" indent="-342900" algn="l">
              <a:lnSpc>
                <a:spcPct val="90000"/>
              </a:lnSpc>
              <a:spcBef>
                <a:spcPts val="375"/>
              </a:spcBef>
              <a:spcAft>
                <a:spcPts val="0"/>
              </a:spcAft>
              <a:buClr>
                <a:schemeClr val="dk1"/>
              </a:buClr>
              <a:buSzPts val="1800"/>
              <a:buChar char="•"/>
              <a:defRPr/>
            </a:lvl8pPr>
            <a:lvl9pPr marL="4114800" lvl="8" indent="-342900" algn="l">
              <a:lnSpc>
                <a:spcPct val="90000"/>
              </a:lnSpc>
              <a:spcBef>
                <a:spcPts val="375"/>
              </a:spcBef>
              <a:spcAft>
                <a:spcPts val="0"/>
              </a:spcAft>
              <a:buClr>
                <a:schemeClr val="dk1"/>
              </a:buClr>
              <a:buSzPts val="1800"/>
              <a:buChar char="•"/>
              <a:defRPr/>
            </a:lvl9pPr>
          </a:lstStyle>
          <a:p>
            <a:endParaRPr/>
          </a:p>
        </p:txBody>
      </p:sp>
      <p:sp>
        <p:nvSpPr>
          <p:cNvPr id="77" name="Google Shape;77;p86"/>
          <p:cNvSpPr txBox="1">
            <a:spLocks noGrp="1"/>
          </p:cNvSpPr>
          <p:nvPr>
            <p:ph type="dt" idx="10"/>
          </p:nvPr>
        </p:nvSpPr>
        <p:spPr>
          <a:xfrm>
            <a:off x="838200" y="6356351"/>
            <a:ext cx="2743200" cy="365100"/>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78" name="Google Shape;78;p86"/>
          <p:cNvSpPr txBox="1">
            <a:spLocks noGrp="1"/>
          </p:cNvSpPr>
          <p:nvPr>
            <p:ph type="ftr" idx="11"/>
          </p:nvPr>
        </p:nvSpPr>
        <p:spPr>
          <a:xfrm>
            <a:off x="4038600" y="6356351"/>
            <a:ext cx="4114800" cy="365100"/>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79" name="Google Shape;79;p86"/>
          <p:cNvSpPr txBox="1">
            <a:spLocks noGrp="1"/>
          </p:cNvSpPr>
          <p:nvPr>
            <p:ph type="sldNum" idx="12"/>
          </p:nvPr>
        </p:nvSpPr>
        <p:spPr>
          <a:xfrm>
            <a:off x="8610600" y="6356351"/>
            <a:ext cx="2743200" cy="365100"/>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9pPr>
          </a:lstStyle>
          <a:p>
            <a:fld id="{00000000-1234-1234-1234-123412341234}" type="slidenum">
              <a:rPr lang="uk-UA" smtClean="0"/>
              <a:pPr/>
              <a:t>‹#›</a:t>
            </a:fld>
            <a:endParaRPr lang="uk-UA"/>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matchingName="Vertical Title and Text" type="vertTitleAndTx">
  <p:cSld name="VERTICAL_TITLE_AND_VERTICAL_TEXT">
    <p:spTree>
      <p:nvGrpSpPr>
        <p:cNvPr id="1" name="Shape 80"/>
        <p:cNvGrpSpPr/>
        <p:nvPr/>
      </p:nvGrpSpPr>
      <p:grpSpPr>
        <a:xfrm>
          <a:off x="0" y="0"/>
          <a:ext cx="0" cy="0"/>
          <a:chOff x="0" y="0"/>
          <a:chExt cx="0" cy="0"/>
        </a:xfrm>
      </p:grpSpPr>
      <p:sp>
        <p:nvSpPr>
          <p:cNvPr id="81" name="Google Shape;81;p87"/>
          <p:cNvSpPr txBox="1">
            <a:spLocks noGrp="1"/>
          </p:cNvSpPr>
          <p:nvPr>
            <p:ph type="title"/>
          </p:nvPr>
        </p:nvSpPr>
        <p:spPr>
          <a:xfrm rot="5400000">
            <a:off x="7133450" y="1956675"/>
            <a:ext cx="5811900" cy="2628800"/>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82" name="Google Shape;82;p87"/>
          <p:cNvSpPr txBox="1">
            <a:spLocks noGrp="1"/>
          </p:cNvSpPr>
          <p:nvPr>
            <p:ph type="body" idx="1"/>
          </p:nvPr>
        </p:nvSpPr>
        <p:spPr>
          <a:xfrm rot="5400000">
            <a:off x="1799350" y="-596125"/>
            <a:ext cx="5811900" cy="7734400"/>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750"/>
              </a:spcBef>
              <a:spcAft>
                <a:spcPts val="0"/>
              </a:spcAft>
              <a:buClr>
                <a:schemeClr val="dk1"/>
              </a:buClr>
              <a:buSzPts val="1800"/>
              <a:buChar char="•"/>
              <a:defRPr/>
            </a:lvl1pPr>
            <a:lvl2pPr marL="914400" lvl="1" indent="-342900" algn="l">
              <a:lnSpc>
                <a:spcPct val="90000"/>
              </a:lnSpc>
              <a:spcBef>
                <a:spcPts val="375"/>
              </a:spcBef>
              <a:spcAft>
                <a:spcPts val="0"/>
              </a:spcAft>
              <a:buClr>
                <a:schemeClr val="dk1"/>
              </a:buClr>
              <a:buSzPts val="1800"/>
              <a:buChar char="•"/>
              <a:defRPr/>
            </a:lvl2pPr>
            <a:lvl3pPr marL="1371600" lvl="2" indent="-342900" algn="l">
              <a:lnSpc>
                <a:spcPct val="90000"/>
              </a:lnSpc>
              <a:spcBef>
                <a:spcPts val="375"/>
              </a:spcBef>
              <a:spcAft>
                <a:spcPts val="0"/>
              </a:spcAft>
              <a:buClr>
                <a:schemeClr val="dk1"/>
              </a:buClr>
              <a:buSzPts val="1800"/>
              <a:buChar char="•"/>
              <a:defRPr/>
            </a:lvl3pPr>
            <a:lvl4pPr marL="1828800" lvl="3" indent="-342900" algn="l">
              <a:lnSpc>
                <a:spcPct val="90000"/>
              </a:lnSpc>
              <a:spcBef>
                <a:spcPts val="375"/>
              </a:spcBef>
              <a:spcAft>
                <a:spcPts val="0"/>
              </a:spcAft>
              <a:buClr>
                <a:schemeClr val="dk1"/>
              </a:buClr>
              <a:buSzPts val="1800"/>
              <a:buChar char="•"/>
              <a:defRPr/>
            </a:lvl4pPr>
            <a:lvl5pPr marL="2286000" lvl="4" indent="-342900" algn="l">
              <a:lnSpc>
                <a:spcPct val="90000"/>
              </a:lnSpc>
              <a:spcBef>
                <a:spcPts val="375"/>
              </a:spcBef>
              <a:spcAft>
                <a:spcPts val="0"/>
              </a:spcAft>
              <a:buClr>
                <a:schemeClr val="dk1"/>
              </a:buClr>
              <a:buSzPts val="1800"/>
              <a:buChar char="•"/>
              <a:defRPr/>
            </a:lvl5pPr>
            <a:lvl6pPr marL="2743200" lvl="5" indent="-342900" algn="l">
              <a:lnSpc>
                <a:spcPct val="90000"/>
              </a:lnSpc>
              <a:spcBef>
                <a:spcPts val="375"/>
              </a:spcBef>
              <a:spcAft>
                <a:spcPts val="0"/>
              </a:spcAft>
              <a:buClr>
                <a:schemeClr val="dk1"/>
              </a:buClr>
              <a:buSzPts val="1800"/>
              <a:buChar char="•"/>
              <a:defRPr/>
            </a:lvl6pPr>
            <a:lvl7pPr marL="3200400" lvl="6" indent="-342900" algn="l">
              <a:lnSpc>
                <a:spcPct val="90000"/>
              </a:lnSpc>
              <a:spcBef>
                <a:spcPts val="375"/>
              </a:spcBef>
              <a:spcAft>
                <a:spcPts val="0"/>
              </a:spcAft>
              <a:buClr>
                <a:schemeClr val="dk1"/>
              </a:buClr>
              <a:buSzPts val="1800"/>
              <a:buChar char="•"/>
              <a:defRPr/>
            </a:lvl7pPr>
            <a:lvl8pPr marL="3657600" lvl="7" indent="-342900" algn="l">
              <a:lnSpc>
                <a:spcPct val="90000"/>
              </a:lnSpc>
              <a:spcBef>
                <a:spcPts val="375"/>
              </a:spcBef>
              <a:spcAft>
                <a:spcPts val="0"/>
              </a:spcAft>
              <a:buClr>
                <a:schemeClr val="dk1"/>
              </a:buClr>
              <a:buSzPts val="1800"/>
              <a:buChar char="•"/>
              <a:defRPr/>
            </a:lvl8pPr>
            <a:lvl9pPr marL="4114800" lvl="8" indent="-342900" algn="l">
              <a:lnSpc>
                <a:spcPct val="90000"/>
              </a:lnSpc>
              <a:spcBef>
                <a:spcPts val="375"/>
              </a:spcBef>
              <a:spcAft>
                <a:spcPts val="0"/>
              </a:spcAft>
              <a:buClr>
                <a:schemeClr val="dk1"/>
              </a:buClr>
              <a:buSzPts val="1800"/>
              <a:buChar char="•"/>
              <a:defRPr/>
            </a:lvl9pPr>
          </a:lstStyle>
          <a:p>
            <a:endParaRPr/>
          </a:p>
        </p:txBody>
      </p:sp>
      <p:sp>
        <p:nvSpPr>
          <p:cNvPr id="83" name="Google Shape;83;p87"/>
          <p:cNvSpPr txBox="1">
            <a:spLocks noGrp="1"/>
          </p:cNvSpPr>
          <p:nvPr>
            <p:ph type="dt" idx="10"/>
          </p:nvPr>
        </p:nvSpPr>
        <p:spPr>
          <a:xfrm>
            <a:off x="838200" y="6356351"/>
            <a:ext cx="2743200" cy="365100"/>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84" name="Google Shape;84;p87"/>
          <p:cNvSpPr txBox="1">
            <a:spLocks noGrp="1"/>
          </p:cNvSpPr>
          <p:nvPr>
            <p:ph type="ftr" idx="11"/>
          </p:nvPr>
        </p:nvSpPr>
        <p:spPr>
          <a:xfrm>
            <a:off x="4038600" y="6356351"/>
            <a:ext cx="4114800" cy="365100"/>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85" name="Google Shape;85;p87"/>
          <p:cNvSpPr txBox="1">
            <a:spLocks noGrp="1"/>
          </p:cNvSpPr>
          <p:nvPr>
            <p:ph type="sldNum" idx="12"/>
          </p:nvPr>
        </p:nvSpPr>
        <p:spPr>
          <a:xfrm>
            <a:off x="8610600" y="6356351"/>
            <a:ext cx="2743200" cy="365100"/>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9pPr>
          </a:lstStyle>
          <a:p>
            <a:fld id="{00000000-1234-1234-1234-123412341234}" type="slidenum">
              <a:rPr lang="uk-UA" smtClean="0"/>
              <a:pPr/>
              <a:t>‹#›</a:t>
            </a:fld>
            <a:endParaRPr lang="uk-UA"/>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matchingName="Text Slide">
  <p:cSld name="Text Slide">
    <p:bg>
      <p:bgPr>
        <a:solidFill>
          <a:schemeClr val="lt1"/>
        </a:solidFill>
        <a:effectLst/>
      </p:bgPr>
    </p:bg>
    <p:spTree>
      <p:nvGrpSpPr>
        <p:cNvPr id="1" name="Shape 86"/>
        <p:cNvGrpSpPr/>
        <p:nvPr/>
      </p:nvGrpSpPr>
      <p:grpSpPr>
        <a:xfrm>
          <a:off x="0" y="0"/>
          <a:ext cx="0" cy="0"/>
          <a:chOff x="0" y="0"/>
          <a:chExt cx="0" cy="0"/>
        </a:xfrm>
      </p:grpSpPr>
      <p:pic>
        <p:nvPicPr>
          <p:cNvPr id="87" name="Google Shape;87;p88" descr="A picture containing text, sign, seat&#10;&#10;Description automatically generated"/>
          <p:cNvPicPr preferRelativeResize="0"/>
          <p:nvPr/>
        </p:nvPicPr>
        <p:blipFill rotWithShape="1">
          <a:blip r:embed="rId2" cstate="screen">
            <a:alphaModFix/>
            <a:extLst>
              <a:ext uri="{28A0092B-C50C-407E-A947-70E740481C1C}">
                <a14:useLocalDpi xmlns:a14="http://schemas.microsoft.com/office/drawing/2010/main"/>
              </a:ext>
            </a:extLst>
          </a:blip>
          <a:srcRect/>
          <a:stretch/>
        </p:blipFill>
        <p:spPr>
          <a:xfrm>
            <a:off x="8576869" y="5603082"/>
            <a:ext cx="3413760" cy="1828800"/>
          </a:xfrm>
          <a:prstGeom prst="rect">
            <a:avLst/>
          </a:prstGeom>
          <a:noFill/>
          <a:ln>
            <a:noFill/>
          </a:ln>
        </p:spPr>
      </p:pic>
      <p:sp>
        <p:nvSpPr>
          <p:cNvPr id="88" name="Google Shape;88;p88"/>
          <p:cNvSpPr/>
          <p:nvPr/>
        </p:nvSpPr>
        <p:spPr>
          <a:xfrm>
            <a:off x="0" y="0"/>
            <a:ext cx="198000" cy="6858000"/>
          </a:xfrm>
          <a:prstGeom prst="rect">
            <a:avLst/>
          </a:prstGeom>
          <a:solidFill>
            <a:srgbClr val="2776B6"/>
          </a:solidFill>
          <a:ln w="12700" cap="flat" cmpd="sng">
            <a:solidFill>
              <a:srgbClr val="42719B"/>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matchingName="Divider 2">
  <p:cSld name="Divider 2">
    <p:spTree>
      <p:nvGrpSpPr>
        <p:cNvPr id="1" name="Shape 89"/>
        <p:cNvGrpSpPr/>
        <p:nvPr/>
      </p:nvGrpSpPr>
      <p:grpSpPr>
        <a:xfrm>
          <a:off x="0" y="0"/>
          <a:ext cx="0" cy="0"/>
          <a:chOff x="0" y="0"/>
          <a:chExt cx="0" cy="0"/>
        </a:xfrm>
      </p:grpSpPr>
      <p:pic>
        <p:nvPicPr>
          <p:cNvPr id="90" name="Google Shape;90;p89" descr="ANation-PPT22_5.jpg"/>
          <p:cNvPicPr preferRelativeResize="0"/>
          <p:nvPr/>
        </p:nvPicPr>
        <p:blipFill rotWithShape="1">
          <a:blip r:embed="rId2" cstate="screen">
            <a:alphaModFix/>
            <a:extLst>
              <a:ext uri="{28A0092B-C50C-407E-A947-70E740481C1C}">
                <a14:useLocalDpi xmlns:a14="http://schemas.microsoft.com/office/drawing/2010/main"/>
              </a:ext>
            </a:extLst>
          </a:blip>
          <a:srcRect/>
          <a:stretch/>
        </p:blipFill>
        <p:spPr>
          <a:xfrm>
            <a:off x="1" y="1"/>
            <a:ext cx="12191999" cy="6858001"/>
          </a:xfrm>
          <a:prstGeom prst="rect">
            <a:avLst/>
          </a:prstGeom>
          <a:noFill/>
          <a:ln>
            <a:noFill/>
          </a:ln>
        </p:spPr>
      </p:pic>
      <p:sp>
        <p:nvSpPr>
          <p:cNvPr id="91" name="Google Shape;91;p89"/>
          <p:cNvSpPr/>
          <p:nvPr/>
        </p:nvSpPr>
        <p:spPr>
          <a:xfrm>
            <a:off x="1" y="0"/>
            <a:ext cx="201200" cy="6858000"/>
          </a:xfrm>
          <a:prstGeom prst="rect">
            <a:avLst/>
          </a:prstGeom>
          <a:solidFill>
            <a:srgbClr val="296CA4">
              <a:alpha val="86666"/>
            </a:srgbClr>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92" name="Google Shape;92;p89"/>
          <p:cNvSpPr/>
          <p:nvPr/>
        </p:nvSpPr>
        <p:spPr>
          <a:xfrm>
            <a:off x="4851172" y="0"/>
            <a:ext cx="7340800" cy="6858000"/>
          </a:xfrm>
          <a:prstGeom prst="rect">
            <a:avLst/>
          </a:prstGeom>
          <a:solidFill>
            <a:srgbClr val="296CA4">
              <a:alpha val="86666"/>
            </a:srgbClr>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pic>
        <p:nvPicPr>
          <p:cNvPr id="93" name="Google Shape;93;p89" descr="Text&#10;&#10;Description automatically generated with low confidence"/>
          <p:cNvPicPr preferRelativeResize="0"/>
          <p:nvPr/>
        </p:nvPicPr>
        <p:blipFill rotWithShape="1">
          <a:blip r:embed="rId3" cstate="screen">
            <a:alphaModFix/>
            <a:extLst>
              <a:ext uri="{28A0092B-C50C-407E-A947-70E740481C1C}">
                <a14:useLocalDpi xmlns:a14="http://schemas.microsoft.com/office/drawing/2010/main"/>
              </a:ext>
            </a:extLst>
          </a:blip>
          <a:srcRect/>
          <a:stretch/>
        </p:blipFill>
        <p:spPr>
          <a:xfrm>
            <a:off x="8549640" y="5553348"/>
            <a:ext cx="3474723" cy="1861459"/>
          </a:xfrm>
          <a:prstGeom prst="rect">
            <a:avLst/>
          </a:prstGeom>
          <a:noFill/>
          <a:ln>
            <a:noFill/>
          </a:ln>
        </p:spPr>
      </p:pic>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matchingName="Divider 3">
  <p:cSld name="Divider 3">
    <p:spTree>
      <p:nvGrpSpPr>
        <p:cNvPr id="1" name="Shape 94"/>
        <p:cNvGrpSpPr/>
        <p:nvPr/>
      </p:nvGrpSpPr>
      <p:grpSpPr>
        <a:xfrm>
          <a:off x="0" y="0"/>
          <a:ext cx="0" cy="0"/>
          <a:chOff x="0" y="0"/>
          <a:chExt cx="0" cy="0"/>
        </a:xfrm>
      </p:grpSpPr>
      <p:pic>
        <p:nvPicPr>
          <p:cNvPr id="95" name="Google Shape;95;p90" descr="ANation-PPT22_6.jpg"/>
          <p:cNvPicPr preferRelativeResize="0"/>
          <p:nvPr/>
        </p:nvPicPr>
        <p:blipFill rotWithShape="1">
          <a:blip r:embed="rId2" cstate="screen">
            <a:alphaModFix/>
            <a:extLst>
              <a:ext uri="{28A0092B-C50C-407E-A947-70E740481C1C}">
                <a14:useLocalDpi xmlns:a14="http://schemas.microsoft.com/office/drawing/2010/main"/>
              </a:ext>
            </a:extLst>
          </a:blip>
          <a:srcRect/>
          <a:stretch/>
        </p:blipFill>
        <p:spPr>
          <a:xfrm>
            <a:off x="1" y="1"/>
            <a:ext cx="12191999" cy="6858001"/>
          </a:xfrm>
          <a:prstGeom prst="rect">
            <a:avLst/>
          </a:prstGeom>
          <a:noFill/>
          <a:ln>
            <a:noFill/>
          </a:ln>
        </p:spPr>
      </p:pic>
      <p:sp>
        <p:nvSpPr>
          <p:cNvPr id="96" name="Google Shape;96;p90"/>
          <p:cNvSpPr/>
          <p:nvPr/>
        </p:nvSpPr>
        <p:spPr>
          <a:xfrm>
            <a:off x="1" y="0"/>
            <a:ext cx="201200" cy="6858000"/>
          </a:xfrm>
          <a:prstGeom prst="rect">
            <a:avLst/>
          </a:prstGeom>
          <a:solidFill>
            <a:srgbClr val="296CA4">
              <a:alpha val="86666"/>
            </a:srgbClr>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97" name="Google Shape;97;p90"/>
          <p:cNvSpPr/>
          <p:nvPr/>
        </p:nvSpPr>
        <p:spPr>
          <a:xfrm>
            <a:off x="4851172" y="0"/>
            <a:ext cx="7340800" cy="6858000"/>
          </a:xfrm>
          <a:prstGeom prst="rect">
            <a:avLst/>
          </a:prstGeom>
          <a:solidFill>
            <a:srgbClr val="296CA4">
              <a:alpha val="86666"/>
            </a:srgbClr>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pic>
        <p:nvPicPr>
          <p:cNvPr id="98" name="Google Shape;98;p90" descr="Text&#10;&#10;Description automatically generated with low confidence"/>
          <p:cNvPicPr preferRelativeResize="0"/>
          <p:nvPr/>
        </p:nvPicPr>
        <p:blipFill rotWithShape="1">
          <a:blip r:embed="rId3" cstate="screen">
            <a:alphaModFix/>
            <a:extLst>
              <a:ext uri="{28A0092B-C50C-407E-A947-70E740481C1C}">
                <a14:useLocalDpi xmlns:a14="http://schemas.microsoft.com/office/drawing/2010/main"/>
              </a:ext>
            </a:extLst>
          </a:blip>
          <a:srcRect/>
          <a:stretch/>
        </p:blipFill>
        <p:spPr>
          <a:xfrm>
            <a:off x="8549640" y="5553348"/>
            <a:ext cx="3474723" cy="1861459"/>
          </a:xfrm>
          <a:prstGeom prst="rect">
            <a:avLst/>
          </a:prstGeom>
          <a:noFill/>
          <a:ln>
            <a:noFill/>
          </a:ln>
        </p:spPr>
      </p:pic>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matchingName="Divider 1">
  <p:cSld name="Divider 1">
    <p:spTree>
      <p:nvGrpSpPr>
        <p:cNvPr id="1" name="Shape 99"/>
        <p:cNvGrpSpPr/>
        <p:nvPr/>
      </p:nvGrpSpPr>
      <p:grpSpPr>
        <a:xfrm>
          <a:off x="0" y="0"/>
          <a:ext cx="0" cy="0"/>
          <a:chOff x="0" y="0"/>
          <a:chExt cx="0" cy="0"/>
        </a:xfrm>
      </p:grpSpPr>
      <p:pic>
        <p:nvPicPr>
          <p:cNvPr id="100" name="Google Shape;100;p91" descr="ANation-PPT22_2.jpg"/>
          <p:cNvPicPr preferRelativeResize="0"/>
          <p:nvPr/>
        </p:nvPicPr>
        <p:blipFill rotWithShape="1">
          <a:blip r:embed="rId2" cstate="screen">
            <a:alphaModFix/>
            <a:extLst>
              <a:ext uri="{28A0092B-C50C-407E-A947-70E740481C1C}">
                <a14:useLocalDpi xmlns:a14="http://schemas.microsoft.com/office/drawing/2010/main"/>
              </a:ext>
            </a:extLst>
          </a:blip>
          <a:srcRect/>
          <a:stretch/>
        </p:blipFill>
        <p:spPr>
          <a:xfrm>
            <a:off x="1" y="1"/>
            <a:ext cx="12191999" cy="6858001"/>
          </a:xfrm>
          <a:prstGeom prst="rect">
            <a:avLst/>
          </a:prstGeom>
          <a:noFill/>
          <a:ln>
            <a:noFill/>
          </a:ln>
        </p:spPr>
      </p:pic>
      <p:sp>
        <p:nvSpPr>
          <p:cNvPr id="101" name="Google Shape;101;p91"/>
          <p:cNvSpPr/>
          <p:nvPr/>
        </p:nvSpPr>
        <p:spPr>
          <a:xfrm>
            <a:off x="1" y="0"/>
            <a:ext cx="201200" cy="6858000"/>
          </a:xfrm>
          <a:prstGeom prst="rect">
            <a:avLst/>
          </a:prstGeom>
          <a:solidFill>
            <a:srgbClr val="296CA4">
              <a:alpha val="86666"/>
            </a:srgbClr>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102" name="Google Shape;102;p91"/>
          <p:cNvSpPr/>
          <p:nvPr/>
        </p:nvSpPr>
        <p:spPr>
          <a:xfrm>
            <a:off x="4851172" y="0"/>
            <a:ext cx="7340800" cy="6858000"/>
          </a:xfrm>
          <a:prstGeom prst="rect">
            <a:avLst/>
          </a:prstGeom>
          <a:solidFill>
            <a:srgbClr val="296CA4">
              <a:alpha val="86666"/>
            </a:srgbClr>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pic>
        <p:nvPicPr>
          <p:cNvPr id="103" name="Google Shape;103;p91" descr="Text&#10;&#10;Description automatically generated with low confidence"/>
          <p:cNvPicPr preferRelativeResize="0"/>
          <p:nvPr/>
        </p:nvPicPr>
        <p:blipFill rotWithShape="1">
          <a:blip r:embed="rId3" cstate="screen">
            <a:alphaModFix/>
            <a:extLst>
              <a:ext uri="{28A0092B-C50C-407E-A947-70E740481C1C}">
                <a14:useLocalDpi xmlns:a14="http://schemas.microsoft.com/office/drawing/2010/main"/>
              </a:ext>
            </a:extLst>
          </a:blip>
          <a:srcRect/>
          <a:stretch/>
        </p:blipFill>
        <p:spPr>
          <a:xfrm>
            <a:off x="8549640" y="5553348"/>
            <a:ext cx="3474723" cy="1861459"/>
          </a:xfrm>
          <a:prstGeom prst="rect">
            <a:avLst/>
          </a:prstGeom>
          <a:noFill/>
          <a:ln>
            <a:noFill/>
          </a:ln>
        </p:spPr>
      </p:pic>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matchingName="Divider 4">
  <p:cSld name="Divider 4">
    <p:spTree>
      <p:nvGrpSpPr>
        <p:cNvPr id="1" name="Shape 104"/>
        <p:cNvGrpSpPr/>
        <p:nvPr/>
      </p:nvGrpSpPr>
      <p:grpSpPr>
        <a:xfrm>
          <a:off x="0" y="0"/>
          <a:ext cx="0" cy="0"/>
          <a:chOff x="0" y="0"/>
          <a:chExt cx="0" cy="0"/>
        </a:xfrm>
      </p:grpSpPr>
      <p:pic>
        <p:nvPicPr>
          <p:cNvPr id="105" name="Google Shape;105;p92" descr="ANation-PPT2_7.jpg"/>
          <p:cNvPicPr preferRelativeResize="0"/>
          <p:nvPr/>
        </p:nvPicPr>
        <p:blipFill rotWithShape="1">
          <a:blip r:embed="rId2" cstate="screen">
            <a:alphaModFix/>
            <a:extLst>
              <a:ext uri="{28A0092B-C50C-407E-A947-70E740481C1C}">
                <a14:useLocalDpi xmlns:a14="http://schemas.microsoft.com/office/drawing/2010/main"/>
              </a:ext>
            </a:extLst>
          </a:blip>
          <a:srcRect/>
          <a:stretch/>
        </p:blipFill>
        <p:spPr>
          <a:xfrm>
            <a:off x="1" y="1"/>
            <a:ext cx="12191999" cy="6858001"/>
          </a:xfrm>
          <a:prstGeom prst="rect">
            <a:avLst/>
          </a:prstGeom>
          <a:noFill/>
          <a:ln>
            <a:noFill/>
          </a:ln>
        </p:spPr>
      </p:pic>
      <p:sp>
        <p:nvSpPr>
          <p:cNvPr id="106" name="Google Shape;106;p92"/>
          <p:cNvSpPr/>
          <p:nvPr/>
        </p:nvSpPr>
        <p:spPr>
          <a:xfrm>
            <a:off x="1" y="0"/>
            <a:ext cx="201200" cy="6858000"/>
          </a:xfrm>
          <a:prstGeom prst="rect">
            <a:avLst/>
          </a:prstGeom>
          <a:solidFill>
            <a:srgbClr val="296CA4">
              <a:alpha val="86666"/>
            </a:srgbClr>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107" name="Google Shape;107;p92"/>
          <p:cNvSpPr/>
          <p:nvPr/>
        </p:nvSpPr>
        <p:spPr>
          <a:xfrm>
            <a:off x="4851172" y="0"/>
            <a:ext cx="7340800" cy="6858000"/>
          </a:xfrm>
          <a:prstGeom prst="rect">
            <a:avLst/>
          </a:prstGeom>
          <a:solidFill>
            <a:srgbClr val="296CA4">
              <a:alpha val="86666"/>
            </a:srgbClr>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pic>
        <p:nvPicPr>
          <p:cNvPr id="108" name="Google Shape;108;p92" descr="Text&#10;&#10;Description automatically generated with low confidence"/>
          <p:cNvPicPr preferRelativeResize="0"/>
          <p:nvPr/>
        </p:nvPicPr>
        <p:blipFill rotWithShape="1">
          <a:blip r:embed="rId3" cstate="screen">
            <a:alphaModFix/>
            <a:extLst>
              <a:ext uri="{28A0092B-C50C-407E-A947-70E740481C1C}">
                <a14:useLocalDpi xmlns:a14="http://schemas.microsoft.com/office/drawing/2010/main"/>
              </a:ext>
            </a:extLst>
          </a:blip>
          <a:srcRect/>
          <a:stretch/>
        </p:blipFill>
        <p:spPr>
          <a:xfrm>
            <a:off x="8549640" y="5553348"/>
            <a:ext cx="3474723" cy="1861459"/>
          </a:xfrm>
          <a:prstGeom prst="rect">
            <a:avLst/>
          </a:prstGeom>
          <a:noFill/>
          <a:ln>
            <a:noFill/>
          </a:ln>
        </p:spPr>
      </p:pic>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9"/>
        <p:cNvGrpSpPr/>
        <p:nvPr/>
      </p:nvGrpSpPr>
      <p:grpSpPr>
        <a:xfrm>
          <a:off x="0" y="0"/>
          <a:ext cx="0" cy="0"/>
          <a:chOff x="0" y="0"/>
          <a:chExt cx="0" cy="0"/>
        </a:xfrm>
      </p:grpSpPr>
      <p:sp>
        <p:nvSpPr>
          <p:cNvPr id="10" name="Google Shape;10;p55"/>
          <p:cNvSpPr txBox="1">
            <a:spLocks noGrp="1"/>
          </p:cNvSpPr>
          <p:nvPr>
            <p:ph type="title"/>
          </p:nvPr>
        </p:nvSpPr>
        <p:spPr>
          <a:xfrm>
            <a:off x="838200" y="365126"/>
            <a:ext cx="10515600" cy="1325700"/>
          </a:xfrm>
          <a:prstGeom prst="rect">
            <a:avLst/>
          </a:prstGeom>
          <a:noFill/>
          <a:ln>
            <a:noFill/>
          </a:ln>
        </p:spPr>
        <p:txBody>
          <a:bodyPr spcFirstLastPara="1" wrap="square" lIns="91425" tIns="45700" rIns="91425" bIns="45700" anchor="ctr" anchorCtr="0">
            <a:normAutofit/>
          </a:bodyPr>
          <a:lstStyle>
            <a:lvl1pPr marR="0" lvl="0" algn="l" rtl="0">
              <a:lnSpc>
                <a:spcPct val="90000"/>
              </a:lnSpc>
              <a:spcBef>
                <a:spcPts val="0"/>
              </a:spcBef>
              <a:spcAft>
                <a:spcPts val="0"/>
              </a:spcAft>
              <a:buClr>
                <a:schemeClr val="dk1"/>
              </a:buClr>
              <a:buSzPts val="3300"/>
              <a:buFont typeface="Calibri"/>
              <a:buNone/>
              <a:defRPr sz="33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9pPr>
          </a:lstStyle>
          <a:p>
            <a:endParaRPr/>
          </a:p>
        </p:txBody>
      </p:sp>
      <p:sp>
        <p:nvSpPr>
          <p:cNvPr id="11" name="Google Shape;11;p55"/>
          <p:cNvSpPr txBox="1">
            <a:spLocks noGrp="1"/>
          </p:cNvSpPr>
          <p:nvPr>
            <p:ph type="body" idx="1"/>
          </p:nvPr>
        </p:nvSpPr>
        <p:spPr>
          <a:xfrm>
            <a:off x="838200" y="1825625"/>
            <a:ext cx="10515600" cy="4351200"/>
          </a:xfrm>
          <a:prstGeom prst="rect">
            <a:avLst/>
          </a:prstGeom>
          <a:noFill/>
          <a:ln>
            <a:noFill/>
          </a:ln>
        </p:spPr>
        <p:txBody>
          <a:bodyPr spcFirstLastPara="1" wrap="square" lIns="91425" tIns="45700" rIns="91425" bIns="45700" anchor="t" anchorCtr="0">
            <a:normAutofit/>
          </a:bodyPr>
          <a:lstStyle>
            <a:lvl1pPr marL="457200" marR="0" lvl="0" indent="-361950" algn="l" rtl="0">
              <a:lnSpc>
                <a:spcPct val="90000"/>
              </a:lnSpc>
              <a:spcBef>
                <a:spcPts val="750"/>
              </a:spcBef>
              <a:spcAft>
                <a:spcPts val="0"/>
              </a:spcAft>
              <a:buClr>
                <a:schemeClr val="dk1"/>
              </a:buClr>
              <a:buSzPts val="2100"/>
              <a:buFont typeface="Arial"/>
              <a:buChar char="•"/>
              <a:defRPr sz="2100" b="0" i="0" u="none" strike="noStrike" cap="none">
                <a:solidFill>
                  <a:schemeClr val="dk1"/>
                </a:solidFill>
                <a:latin typeface="Calibri"/>
                <a:ea typeface="Calibri"/>
                <a:cs typeface="Calibri"/>
                <a:sym typeface="Calibri"/>
              </a:defRPr>
            </a:lvl1pPr>
            <a:lvl2pPr marL="914400" marR="0" lvl="1" indent="-342900" algn="l" rtl="0">
              <a:lnSpc>
                <a:spcPct val="90000"/>
              </a:lnSpc>
              <a:spcBef>
                <a:spcPts val="375"/>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2pPr>
            <a:lvl3pPr marL="1371600" marR="0" lvl="2" indent="-323850" algn="l" rtl="0">
              <a:lnSpc>
                <a:spcPct val="90000"/>
              </a:lnSpc>
              <a:spcBef>
                <a:spcPts val="375"/>
              </a:spcBef>
              <a:spcAft>
                <a:spcPts val="0"/>
              </a:spcAft>
              <a:buClr>
                <a:schemeClr val="dk1"/>
              </a:buClr>
              <a:buSzPts val="1500"/>
              <a:buFont typeface="Arial"/>
              <a:buChar char="•"/>
              <a:defRPr sz="1500" b="0" i="0" u="none" strike="noStrike" cap="none">
                <a:solidFill>
                  <a:schemeClr val="dk1"/>
                </a:solidFill>
                <a:latin typeface="Calibri"/>
                <a:ea typeface="Calibri"/>
                <a:cs typeface="Calibri"/>
                <a:sym typeface="Calibri"/>
              </a:defRPr>
            </a:lvl3pPr>
            <a:lvl4pPr marL="1828800" marR="0" lvl="3"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4pPr>
            <a:lvl5pPr marL="2286000" marR="0" lvl="4"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5pPr>
            <a:lvl6pPr marL="2743200" marR="0" lvl="5"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6pPr>
            <a:lvl7pPr marL="3200400" marR="0" lvl="6"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7pPr>
            <a:lvl8pPr marL="3657600" marR="0" lvl="7"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8pPr>
            <a:lvl9pPr marL="4114800" marR="0" lvl="8"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9pPr>
          </a:lstStyle>
          <a:p>
            <a:endParaRPr/>
          </a:p>
        </p:txBody>
      </p:sp>
      <p:sp>
        <p:nvSpPr>
          <p:cNvPr id="12" name="Google Shape;12;p55"/>
          <p:cNvSpPr txBox="1">
            <a:spLocks noGrp="1"/>
          </p:cNvSpPr>
          <p:nvPr>
            <p:ph type="dt" idx="10"/>
          </p:nvPr>
        </p:nvSpPr>
        <p:spPr>
          <a:xfrm>
            <a:off x="838200" y="6356351"/>
            <a:ext cx="2743200" cy="365100"/>
          </a:xfrm>
          <a:prstGeom prst="rect">
            <a:avLst/>
          </a:prstGeom>
          <a:noFill/>
          <a:ln>
            <a:noFill/>
          </a:ln>
        </p:spPr>
        <p:txBody>
          <a:bodyPr spcFirstLastPara="1" wrap="square" lIns="91425" tIns="45700" rIns="91425" bIns="45700" anchor="ctr" anchorCtr="0">
            <a:noAutofit/>
          </a:bodyPr>
          <a:lstStyle>
            <a:lvl1pPr marR="0" lvl="0" algn="l" rtl="0">
              <a:lnSpc>
                <a:spcPct val="100000"/>
              </a:lnSpc>
              <a:spcBef>
                <a:spcPts val="0"/>
              </a:spcBef>
              <a:spcAft>
                <a:spcPts val="0"/>
              </a:spcAft>
              <a:buClr>
                <a:srgbClr val="000000"/>
              </a:buClr>
              <a:buSzPts val="1400"/>
              <a:buFont typeface="Arial"/>
              <a:buNone/>
              <a:defRPr sz="900" b="0" i="0" u="none" strike="noStrike" cap="none">
                <a:solidFill>
                  <a:srgbClr val="888888"/>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13" name="Google Shape;13;p55"/>
          <p:cNvSpPr txBox="1">
            <a:spLocks noGrp="1"/>
          </p:cNvSpPr>
          <p:nvPr>
            <p:ph type="ftr" idx="11"/>
          </p:nvPr>
        </p:nvSpPr>
        <p:spPr>
          <a:xfrm>
            <a:off x="4038600" y="6356351"/>
            <a:ext cx="4114800" cy="365100"/>
          </a:xfrm>
          <a:prstGeom prst="rect">
            <a:avLst/>
          </a:prstGeom>
          <a:noFill/>
          <a:ln>
            <a:noFill/>
          </a:ln>
        </p:spPr>
        <p:txBody>
          <a:bodyPr spcFirstLastPara="1" wrap="square" lIns="91425" tIns="45700" rIns="91425" bIns="45700" anchor="ctr" anchorCtr="0">
            <a:noAutofit/>
          </a:bodyPr>
          <a:lstStyle>
            <a:lvl1pPr marR="0" lvl="0" algn="ctr" rtl="0">
              <a:lnSpc>
                <a:spcPct val="100000"/>
              </a:lnSpc>
              <a:spcBef>
                <a:spcPts val="0"/>
              </a:spcBef>
              <a:spcAft>
                <a:spcPts val="0"/>
              </a:spcAft>
              <a:buClr>
                <a:srgbClr val="000000"/>
              </a:buClr>
              <a:buSzPts val="1400"/>
              <a:buFont typeface="Arial"/>
              <a:buNone/>
              <a:defRPr sz="900" b="0" i="0" u="none" strike="noStrike" cap="none">
                <a:solidFill>
                  <a:srgbClr val="888888"/>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14" name="Google Shape;14;p55"/>
          <p:cNvSpPr txBox="1">
            <a:spLocks noGrp="1"/>
          </p:cNvSpPr>
          <p:nvPr>
            <p:ph type="sldNum" idx="12"/>
          </p:nvPr>
        </p:nvSpPr>
        <p:spPr>
          <a:xfrm>
            <a:off x="8610600" y="6356351"/>
            <a:ext cx="2743200" cy="365100"/>
          </a:xfrm>
          <a:prstGeom prst="rect">
            <a:avLst/>
          </a:prstGeom>
          <a:noFill/>
          <a:ln>
            <a:noFill/>
          </a:ln>
        </p:spPr>
        <p:txBody>
          <a:bodyPr spcFirstLastPara="1" wrap="square" lIns="91425" tIns="45700" rIns="91425" bIns="45700" anchor="ctr" anchorCtr="0">
            <a:noAutofit/>
          </a:bodyPr>
          <a:lstStyle>
            <a:lvl1pPr marL="0" marR="0" lvl="0" indent="0" algn="r" rtl="0">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1pPr>
            <a:lvl2pPr marL="0" marR="0" lvl="1" indent="0" algn="r" rtl="0">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2pPr>
            <a:lvl3pPr marL="0" marR="0" lvl="2" indent="0" algn="r" rtl="0">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3pPr>
            <a:lvl4pPr marL="0" marR="0" lvl="3" indent="0" algn="r" rtl="0">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4pPr>
            <a:lvl5pPr marL="0" marR="0" lvl="4" indent="0" algn="r" rtl="0">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5pPr>
            <a:lvl6pPr marL="0" marR="0" lvl="5" indent="0" algn="r" rtl="0">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6pPr>
            <a:lvl7pPr marL="0" marR="0" lvl="6" indent="0" algn="r" rtl="0">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7pPr>
            <a:lvl8pPr marL="0" marR="0" lvl="7" indent="0" algn="r" rtl="0">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8pPr>
            <a:lvl9pPr marL="0" marR="0" lvl="8" indent="0" algn="r" rtl="0">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9pPr>
          </a:lstStyle>
          <a:p>
            <a:fld id="{00000000-1234-1234-1234-123412341234}" type="slidenum">
              <a:rPr lang="uk-UA" smtClean="0"/>
              <a:pPr/>
              <a:t>‹#›</a:t>
            </a:fld>
            <a:endParaRPr lang="uk-UA"/>
          </a:p>
        </p:txBody>
      </p:sp>
    </p:spTree>
  </p:cSld>
  <p:clrMap bg1="lt1" tx1="dk1" bg2="dk2" tx2="lt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 id="2147483661" r:id="rId13"/>
    <p:sldLayoutId id="2147483662" r:id="rId14"/>
    <p:sldLayoutId id="2147483663" r:id="rId15"/>
    <p:sldLayoutId id="2147483664" r:id="rId16"/>
    <p:sldLayoutId id="2147483665" r:id="rId17"/>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2.xml"/><Relationship Id="rId1" Type="http://schemas.openxmlformats.org/officeDocument/2006/relationships/slideLayout" Target="../slideLayouts/slideLayout1.xml"/><Relationship Id="rId4" Type="http://schemas.openxmlformats.org/officeDocument/2006/relationships/image" Target="../media/image10.png"/></Relationships>
</file>

<file path=ppt/slides/_rels/slide3.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3.xml"/><Relationship Id="rId1" Type="http://schemas.openxmlformats.org/officeDocument/2006/relationships/slideLayout" Target="../slideLayouts/slideLayout1.xml"/><Relationship Id="rId4" Type="http://schemas.openxmlformats.org/officeDocument/2006/relationships/image" Target="../media/image10.png"/></Relationships>
</file>

<file path=ppt/slides/_rels/slide4.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4.xml"/><Relationship Id="rId1" Type="http://schemas.openxmlformats.org/officeDocument/2006/relationships/slideLayout" Target="../slideLayouts/slideLayout1.xml"/><Relationship Id="rId4" Type="http://schemas.openxmlformats.org/officeDocument/2006/relationships/image" Target="../media/image10.png"/></Relationships>
</file>

<file path=ppt/slides/_rels/slide5.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5.xml"/><Relationship Id="rId1" Type="http://schemas.openxmlformats.org/officeDocument/2006/relationships/slideLayout" Target="../slideLayouts/slideLayout1.xml"/><Relationship Id="rId4" Type="http://schemas.openxmlformats.org/officeDocument/2006/relationships/image" Target="../media/image10.png"/></Relationships>
</file>

<file path=ppt/slides/_rels/slide6.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6.xml"/><Relationship Id="rId1" Type="http://schemas.openxmlformats.org/officeDocument/2006/relationships/slideLayout" Target="../slideLayouts/slideLayout1.xml"/><Relationship Id="rId6" Type="http://schemas.openxmlformats.org/officeDocument/2006/relationships/image" Target="../media/image10.png"/><Relationship Id="rId5" Type="http://schemas.openxmlformats.org/officeDocument/2006/relationships/image" Target="../media/image13.png"/><Relationship Id="rId4" Type="http://schemas.openxmlformats.org/officeDocument/2006/relationships/image" Target="../media/image120.png"/></Relationships>
</file>

<file path=ppt/slides/_rels/slide7.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7.xml"/><Relationship Id="rId1" Type="http://schemas.openxmlformats.org/officeDocument/2006/relationships/slideLayout" Target="../slideLayouts/slideLayout1.xml"/><Relationship Id="rId4" Type="http://schemas.openxmlformats.org/officeDocument/2006/relationships/image" Target="../media/image10.png"/></Relationships>
</file>

<file path=ppt/slides/_rels/slide8.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8.xml"/><Relationship Id="rId1" Type="http://schemas.openxmlformats.org/officeDocument/2006/relationships/slideLayout" Target="../slideLayouts/slideLayout1.xml"/><Relationship Id="rId6" Type="http://schemas.openxmlformats.org/officeDocument/2006/relationships/image" Target="../media/image10.png"/><Relationship Id="rId5" Type="http://schemas.openxmlformats.org/officeDocument/2006/relationships/image" Target="../media/image17.png"/><Relationship Id="rId4" Type="http://schemas.openxmlformats.org/officeDocument/2006/relationships/image" Target="../media/image16.png"/></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xml"/><Relationship Id="rId5" Type="http://schemas.openxmlformats.org/officeDocument/2006/relationships/image" Target="../media/image10.png"/><Relationship Id="rId4" Type="http://schemas.openxmlformats.org/officeDocument/2006/relationships/image" Target="../media/image170.png"/></Relationships>
</file>

<file path=ppt/slides/_rels/slide10.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notesSlide" Target="../notesSlides/notesSlide10.xml"/><Relationship Id="rId1" Type="http://schemas.openxmlformats.org/officeDocument/2006/relationships/slideLayout" Target="../slideLayouts/slideLayout1.xml"/><Relationship Id="rId4" Type="http://schemas.openxmlformats.org/officeDocument/2006/relationships/image" Target="../media/image10.png"/></Relationships>
</file>

<file path=ppt/slides/_rels/slide11.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notesSlide" Target="../notesSlides/notesSlide11.xml"/><Relationship Id="rId1" Type="http://schemas.openxmlformats.org/officeDocument/2006/relationships/slideLayout" Target="../slideLayouts/slideLayout1.xml"/><Relationship Id="rId6" Type="http://schemas.openxmlformats.org/officeDocument/2006/relationships/image" Target="../media/image10.png"/><Relationship Id="rId5" Type="http://schemas.openxmlformats.org/officeDocument/2006/relationships/image" Target="../media/image20.png"/><Relationship Id="rId4" Type="http://schemas.openxmlformats.org/officeDocument/2006/relationships/image" Target="../media/image19.png"/></Relationships>
</file>

<file path=ppt/slides/_rels/slide12.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notesSlide" Target="../notesSlides/notesSlide12.xml"/><Relationship Id="rId1" Type="http://schemas.openxmlformats.org/officeDocument/2006/relationships/slideLayout" Target="../slideLayouts/slideLayout1.xml"/><Relationship Id="rId4" Type="http://schemas.openxmlformats.org/officeDocument/2006/relationships/image" Target="../media/image10.png"/></Relationships>
</file>

<file path=ppt/slides/_rels/slide13.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notesSlide" Target="../notesSlides/notesSlide13.xml"/><Relationship Id="rId1" Type="http://schemas.openxmlformats.org/officeDocument/2006/relationships/slideLayout" Target="../slideLayouts/slideLayout1.xml"/><Relationship Id="rId4" Type="http://schemas.openxmlformats.org/officeDocument/2006/relationships/image" Target="../media/image10.png"/></Relationships>
</file>

<file path=ppt/slides/_rels/slide14.xml.rels><?xml version="1.0" encoding="UTF-8" standalone="yes"?>
<Relationships xmlns="http://schemas.openxmlformats.org/package/2006/relationships"><Relationship Id="rId3" Type="http://schemas.openxmlformats.org/officeDocument/2006/relationships/image" Target="../media/image10.png"/><Relationship Id="rId7" Type="http://schemas.openxmlformats.org/officeDocument/2006/relationships/image" Target="../media/image25.png"/><Relationship Id="rId2" Type="http://schemas.openxmlformats.org/officeDocument/2006/relationships/notesSlide" Target="../notesSlides/notesSlide14.xml"/><Relationship Id="rId1" Type="http://schemas.openxmlformats.org/officeDocument/2006/relationships/slideLayout" Target="../slideLayouts/slideLayout1.xml"/><Relationship Id="rId6" Type="http://schemas.openxmlformats.org/officeDocument/2006/relationships/image" Target="../media/image24.png"/><Relationship Id="rId5" Type="http://schemas.openxmlformats.org/officeDocument/2006/relationships/image" Target="../media/image23.png"/><Relationship Id="rId4" Type="http://schemas.openxmlformats.org/officeDocument/2006/relationships/image" Target="../media/image21.jpeg"/></Relationships>
</file>

<file path=ppt/slides/_rels/slide15.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notesSlide" Target="../notesSlides/notesSlide15.xml"/><Relationship Id="rId1" Type="http://schemas.openxmlformats.org/officeDocument/2006/relationships/slideLayout" Target="../slideLayouts/slideLayout1.xml"/><Relationship Id="rId4" Type="http://schemas.openxmlformats.org/officeDocument/2006/relationships/image" Target="../media/image10.png"/></Relationships>
</file>

<file path=ppt/slides/_rels/slide16.xml.rels><?xml version="1.0" encoding="UTF-8" standalone="yes"?>
<Relationships xmlns="http://schemas.openxmlformats.org/package/2006/relationships"><Relationship Id="rId3" Type="http://schemas.openxmlformats.org/officeDocument/2006/relationships/image" Target="../media/image27.png"/><Relationship Id="rId2" Type="http://schemas.openxmlformats.org/officeDocument/2006/relationships/notesSlide" Target="../notesSlides/notesSlide16.xml"/><Relationship Id="rId1" Type="http://schemas.openxmlformats.org/officeDocument/2006/relationships/slideLayout" Target="../slideLayouts/slideLayout1.xml"/><Relationship Id="rId4" Type="http://schemas.openxmlformats.org/officeDocument/2006/relationships/image" Target="../media/image10.png"/></Relationships>
</file>

<file path=ppt/slides/_rels/slide17.xml.rels><?xml version="1.0" encoding="UTF-8" standalone="yes"?>
<Relationships xmlns="http://schemas.openxmlformats.org/package/2006/relationships"><Relationship Id="rId3" Type="http://schemas.openxmlformats.org/officeDocument/2006/relationships/image" Target="../media/image28.png"/><Relationship Id="rId2" Type="http://schemas.openxmlformats.org/officeDocument/2006/relationships/notesSlide" Target="../notesSlides/notesSlide17.xml"/><Relationship Id="rId1" Type="http://schemas.openxmlformats.org/officeDocument/2006/relationships/slideLayout" Target="../slideLayouts/slideLayout1.xml"/><Relationship Id="rId6" Type="http://schemas.openxmlformats.org/officeDocument/2006/relationships/image" Target="../media/image10.png"/><Relationship Id="rId5" Type="http://schemas.openxmlformats.org/officeDocument/2006/relationships/image" Target="../media/image29.png"/><Relationship Id="rId4" Type="http://schemas.openxmlformats.org/officeDocument/2006/relationships/image" Target="../media/image270.png"/></Relationships>
</file>

<file path=ppt/slides/_rels/slide18.xml.rels><?xml version="1.0" encoding="UTF-8" standalone="yes"?>
<Relationships xmlns="http://schemas.openxmlformats.org/package/2006/relationships"><Relationship Id="rId3" Type="http://schemas.openxmlformats.org/officeDocument/2006/relationships/image" Target="../media/image280.png"/><Relationship Id="rId2" Type="http://schemas.openxmlformats.org/officeDocument/2006/relationships/notesSlide" Target="../notesSlides/notesSlide18.xml"/><Relationship Id="rId1" Type="http://schemas.openxmlformats.org/officeDocument/2006/relationships/slideLayout" Target="../slideLayouts/slideLayout1.xml"/><Relationship Id="rId4" Type="http://schemas.openxmlformats.org/officeDocument/2006/relationships/image" Target="../media/image10.png"/></Relationships>
</file>

<file path=ppt/slides/_rels/slide19.xml.rels><?xml version="1.0" encoding="UTF-8" standalone="yes"?>
<Relationships xmlns="http://schemas.openxmlformats.org/package/2006/relationships"><Relationship Id="rId3" Type="http://schemas.openxmlformats.org/officeDocument/2006/relationships/image" Target="../media/image30.png"/><Relationship Id="rId2" Type="http://schemas.openxmlformats.org/officeDocument/2006/relationships/notesSlide" Target="../notesSlides/notesSlide19.xml"/><Relationship Id="rId1" Type="http://schemas.openxmlformats.org/officeDocument/2006/relationships/slideLayout" Target="../slideLayouts/slideLayout1.xml"/><Relationship Id="rId4" Type="http://schemas.openxmlformats.org/officeDocument/2006/relationships/image" Target="../media/image10.png"/></Relationships>
</file>

<file path=ppt/slides/_rels/slide20.xml.rels><?xml version="1.0" encoding="UTF-8" standalone="yes"?>
<Relationships xmlns="http://schemas.openxmlformats.org/package/2006/relationships"><Relationship Id="rId3" Type="http://schemas.openxmlformats.org/officeDocument/2006/relationships/image" Target="../media/image30.png"/><Relationship Id="rId2" Type="http://schemas.openxmlformats.org/officeDocument/2006/relationships/notesSlide" Target="../notesSlides/notesSlide20.xml"/><Relationship Id="rId1" Type="http://schemas.openxmlformats.org/officeDocument/2006/relationships/slideLayout" Target="../slideLayouts/slideLayout1.xml"/><Relationship Id="rId6" Type="http://schemas.openxmlformats.org/officeDocument/2006/relationships/image" Target="../media/image10.png"/><Relationship Id="rId5" Type="http://schemas.openxmlformats.org/officeDocument/2006/relationships/image" Target="../media/image31.png"/><Relationship Id="rId4" Type="http://schemas.openxmlformats.org/officeDocument/2006/relationships/image" Target="../media/image300.png"/></Relationships>
</file>

<file path=ppt/slides/_rels/slide21.xml.rels><?xml version="1.0" encoding="UTF-8" standalone="yes"?>
<Relationships xmlns="http://schemas.openxmlformats.org/package/2006/relationships"><Relationship Id="rId3" Type="http://schemas.openxmlformats.org/officeDocument/2006/relationships/image" Target="../media/image32.png"/><Relationship Id="rId2" Type="http://schemas.openxmlformats.org/officeDocument/2006/relationships/notesSlide" Target="../notesSlides/notesSlide21.xml"/><Relationship Id="rId1" Type="http://schemas.openxmlformats.org/officeDocument/2006/relationships/slideLayout" Target="../slideLayouts/slideLayout1.xml"/><Relationship Id="rId5" Type="http://schemas.openxmlformats.org/officeDocument/2006/relationships/image" Target="../media/image10.png"/><Relationship Id="rId4" Type="http://schemas.openxmlformats.org/officeDocument/2006/relationships/image" Target="../media/image33.png"/></Relationships>
</file>

<file path=ppt/slides/_rels/slide22.xml.rels><?xml version="1.0" encoding="UTF-8" standalone="yes"?>
<Relationships xmlns="http://schemas.openxmlformats.org/package/2006/relationships"><Relationship Id="rId3" Type="http://schemas.openxmlformats.org/officeDocument/2006/relationships/image" Target="../media/image34.png"/><Relationship Id="rId2" Type="http://schemas.openxmlformats.org/officeDocument/2006/relationships/notesSlide" Target="../notesSlides/notesSlide22.xml"/><Relationship Id="rId1" Type="http://schemas.openxmlformats.org/officeDocument/2006/relationships/slideLayout" Target="../slideLayouts/slideLayout1.xml"/><Relationship Id="rId4" Type="http://schemas.openxmlformats.org/officeDocument/2006/relationships/image" Target="../media/image10.png"/></Relationships>
</file>

<file path=ppt/slides/_rels/slide23.xml.rels><?xml version="1.0" encoding="UTF-8" standalone="yes"?>
<Relationships xmlns="http://schemas.openxmlformats.org/package/2006/relationships"><Relationship Id="rId3" Type="http://schemas.openxmlformats.org/officeDocument/2006/relationships/image" Target="../media/image34.png"/><Relationship Id="rId2" Type="http://schemas.openxmlformats.org/officeDocument/2006/relationships/notesSlide" Target="../notesSlides/notesSlide23.xml"/><Relationship Id="rId1" Type="http://schemas.openxmlformats.org/officeDocument/2006/relationships/slideLayout" Target="../slideLayouts/slideLayout1.xml"/><Relationship Id="rId4" Type="http://schemas.openxmlformats.org/officeDocument/2006/relationships/image" Target="../media/image10.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112"/>
        <p:cNvGrpSpPr/>
        <p:nvPr/>
      </p:nvGrpSpPr>
      <p:grpSpPr>
        <a:xfrm>
          <a:off x="0" y="0"/>
          <a:ext cx="0" cy="0"/>
          <a:chOff x="0" y="0"/>
          <a:chExt cx="0" cy="0"/>
        </a:xfrm>
      </p:grpSpPr>
      <p:sp>
        <p:nvSpPr>
          <p:cNvPr id="113" name="Google Shape;113;g104476d1465_0_0"/>
          <p:cNvSpPr txBox="1">
            <a:spLocks noGrp="1"/>
          </p:cNvSpPr>
          <p:nvPr>
            <p:ph type="ctrTitle" idx="4294967295"/>
          </p:nvPr>
        </p:nvSpPr>
        <p:spPr>
          <a:xfrm>
            <a:off x="5590352" y="2054277"/>
            <a:ext cx="5077649" cy="3194455"/>
          </a:xfrm>
          <a:prstGeom prst="rect">
            <a:avLst/>
          </a:prstGeom>
          <a:noFill/>
          <a:ln>
            <a:noFill/>
          </a:ln>
        </p:spPr>
        <p:txBody>
          <a:bodyPr spcFirstLastPara="1" wrap="square" lIns="91425" tIns="45700" rIns="91425" bIns="45700" anchor="ctr" anchorCtr="0">
            <a:noAutofit/>
          </a:bodyPr>
          <a:lstStyle/>
          <a:p>
            <a:pPr lvl="0" algn="ctr">
              <a:lnSpc>
                <a:spcPct val="100000"/>
              </a:lnSpc>
            </a:pPr>
            <a:r>
              <a:rPr lang="en-US" sz="3600" b="1" dirty="0">
                <a:solidFill>
                  <a:srgbClr val="417DBF"/>
                </a:solidFill>
                <a:latin typeface="Verdana"/>
                <a:ea typeface="Verdana"/>
                <a:cs typeface="Verdana"/>
                <a:sym typeface="Verdana"/>
              </a:rPr>
              <a:t>6</a:t>
            </a:r>
            <a:r>
              <a:rPr lang="en-US" sz="3600" b="1" baseline="30000" dirty="0">
                <a:solidFill>
                  <a:srgbClr val="417DBF"/>
                </a:solidFill>
                <a:latin typeface="Verdana"/>
                <a:ea typeface="Verdana"/>
                <a:cs typeface="Verdana"/>
                <a:sym typeface="Verdana"/>
              </a:rPr>
              <a:t>th</a:t>
            </a:r>
            <a:r>
              <a:rPr lang="en-US" sz="3600" b="1" dirty="0">
                <a:solidFill>
                  <a:srgbClr val="417DBF"/>
                </a:solidFill>
                <a:latin typeface="Verdana"/>
                <a:ea typeface="Verdana"/>
                <a:cs typeface="Verdana"/>
                <a:sym typeface="Verdana"/>
              </a:rPr>
              <a:t> Grade Accelerated Math</a:t>
            </a:r>
            <a:br>
              <a:rPr lang="en-US" sz="3600" b="1" dirty="0">
                <a:solidFill>
                  <a:srgbClr val="417DBF"/>
                </a:solidFill>
                <a:latin typeface="Verdana"/>
                <a:ea typeface="Verdana"/>
                <a:cs typeface="Verdana"/>
                <a:sym typeface="Verdana"/>
              </a:rPr>
            </a:br>
            <a:r>
              <a:rPr lang="en-US" sz="3600" b="1" dirty="0">
                <a:solidFill>
                  <a:srgbClr val="417DBF"/>
                </a:solidFill>
                <a:latin typeface="Verdana"/>
                <a:ea typeface="Verdana"/>
                <a:cs typeface="Verdana"/>
                <a:sym typeface="Verdana"/>
              </a:rPr>
              <a:t/>
            </a:r>
            <a:br>
              <a:rPr lang="en-US" sz="3600" b="1" dirty="0">
                <a:solidFill>
                  <a:srgbClr val="417DBF"/>
                </a:solidFill>
                <a:latin typeface="Verdana"/>
                <a:ea typeface="Verdana"/>
                <a:cs typeface="Verdana"/>
                <a:sym typeface="Verdana"/>
              </a:rPr>
            </a:br>
            <a:r>
              <a:rPr lang="en-US" sz="3600" b="1" dirty="0">
                <a:solidFill>
                  <a:srgbClr val="417DBF"/>
                </a:solidFill>
                <a:latin typeface="Verdana"/>
                <a:ea typeface="Verdana"/>
                <a:cs typeface="Verdana"/>
                <a:sym typeface="Verdana"/>
              </a:rPr>
              <a:t>Unit 8, Lesson 3</a:t>
            </a:r>
            <a:br>
              <a:rPr lang="en-US" sz="3600" b="1" dirty="0">
                <a:solidFill>
                  <a:srgbClr val="417DBF"/>
                </a:solidFill>
                <a:latin typeface="Verdana"/>
                <a:ea typeface="Verdana"/>
                <a:cs typeface="Verdana"/>
                <a:sym typeface="Verdana"/>
              </a:rPr>
            </a:br>
            <a:r>
              <a:rPr lang="en-US" sz="3600" b="1" dirty="0">
                <a:solidFill>
                  <a:srgbClr val="417DBF"/>
                </a:solidFill>
                <a:latin typeface="Verdana"/>
                <a:ea typeface="Verdana"/>
                <a:cs typeface="Verdana"/>
                <a:sym typeface="Verdana"/>
              </a:rPr>
              <a:t/>
            </a:r>
            <a:br>
              <a:rPr lang="en-US" sz="3600" b="1" dirty="0">
                <a:solidFill>
                  <a:srgbClr val="417DBF"/>
                </a:solidFill>
                <a:latin typeface="Verdana"/>
                <a:ea typeface="Verdana"/>
                <a:cs typeface="Verdana"/>
                <a:sym typeface="Verdana"/>
              </a:rPr>
            </a:br>
            <a:r>
              <a:rPr lang="en-US" sz="3600" b="1" dirty="0">
                <a:solidFill>
                  <a:srgbClr val="417DBF"/>
                </a:solidFill>
                <a:latin typeface="Verdana"/>
                <a:ea typeface="Verdana"/>
                <a:cs typeface="Verdana"/>
                <a:sym typeface="Verdana"/>
              </a:rPr>
              <a:t>Finding the Missing Dimension of a Rectangular Prism </a:t>
            </a:r>
            <a:r>
              <a:rPr lang="en-US" sz="3800" b="1" dirty="0">
                <a:solidFill>
                  <a:srgbClr val="417DBF"/>
                </a:solidFill>
                <a:latin typeface="Verdana"/>
                <a:ea typeface="Verdana"/>
                <a:cs typeface="Verdana"/>
                <a:sym typeface="Verdana"/>
              </a:rPr>
              <a:t/>
            </a:r>
            <a:br>
              <a:rPr lang="en-US" sz="3800" b="1" dirty="0">
                <a:solidFill>
                  <a:srgbClr val="417DBF"/>
                </a:solidFill>
                <a:latin typeface="Verdana"/>
                <a:ea typeface="Verdana"/>
                <a:cs typeface="Verdana"/>
                <a:sym typeface="Verdana"/>
              </a:rPr>
            </a:br>
            <a:r>
              <a:rPr lang="en-US" sz="3800" b="1" dirty="0">
                <a:solidFill>
                  <a:srgbClr val="417DBF"/>
                </a:solidFill>
                <a:latin typeface="Verdana"/>
                <a:ea typeface="Verdana"/>
                <a:cs typeface="Verdana"/>
                <a:sym typeface="Verdana"/>
              </a:rPr>
              <a:t/>
            </a:r>
            <a:br>
              <a:rPr lang="en-US" sz="3800" b="1" dirty="0">
                <a:solidFill>
                  <a:srgbClr val="417DBF"/>
                </a:solidFill>
                <a:latin typeface="Verdana"/>
                <a:ea typeface="Verdana"/>
                <a:cs typeface="Verdana"/>
                <a:sym typeface="Verdana"/>
              </a:rPr>
            </a:br>
            <a:r>
              <a:rPr lang="en-US" sz="2800" b="1" dirty="0">
                <a:solidFill>
                  <a:srgbClr val="417DBF"/>
                </a:solidFill>
                <a:latin typeface="Verdana"/>
                <a:ea typeface="Verdana"/>
                <a:cs typeface="Verdana"/>
                <a:sym typeface="Verdana"/>
              </a:rPr>
              <a:t>Volume 2, pg. 16</a:t>
            </a:r>
            <a:endParaRPr sz="3100" dirty="0">
              <a:solidFill>
                <a:srgbClr val="417DBF"/>
              </a:solidFill>
            </a:endParaRPr>
          </a:p>
        </p:txBody>
      </p:sp>
      <p:cxnSp>
        <p:nvCxnSpPr>
          <p:cNvPr id="114" name="Google Shape;114;g104476d1465_0_0"/>
          <p:cNvCxnSpPr/>
          <p:nvPr/>
        </p:nvCxnSpPr>
        <p:spPr>
          <a:xfrm>
            <a:off x="-1573225" y="3938167"/>
            <a:ext cx="1152600" cy="0"/>
          </a:xfrm>
          <a:prstGeom prst="straightConnector1">
            <a:avLst/>
          </a:prstGeom>
          <a:noFill/>
          <a:ln w="9525" cap="flat" cmpd="sng">
            <a:solidFill>
              <a:schemeClr val="lt1"/>
            </a:solidFill>
            <a:prstDash val="solid"/>
            <a:round/>
            <a:headEnd type="none" w="sm" len="sm"/>
            <a:tailEnd type="none" w="sm" len="sm"/>
          </a:ln>
        </p:spPr>
      </p:cxnSp>
      <p:sp>
        <p:nvSpPr>
          <p:cNvPr id="115" name="Google Shape;115;g104476d1465_0_0"/>
          <p:cNvSpPr/>
          <p:nvPr/>
        </p:nvSpPr>
        <p:spPr>
          <a:xfrm>
            <a:off x="-5110" y="-8100"/>
            <a:ext cx="4094106" cy="6866100"/>
          </a:xfrm>
          <a:prstGeom prst="rect">
            <a:avLst/>
          </a:prstGeom>
          <a:solidFill>
            <a:srgbClr val="79B0DD"/>
          </a:solidFill>
          <a:ln w="9525" cap="flat" cmpd="sng">
            <a:solidFill>
              <a:srgbClr val="79B0DD"/>
            </a:solidFill>
            <a:prstDash val="solid"/>
            <a:round/>
            <a:headEnd type="none" w="sm" len="sm"/>
            <a:tailEnd type="none" w="sm" len="sm"/>
          </a:ln>
          <a:effectLst>
            <a:outerShdw blurRad="50800" dist="38100" dir="2700000" algn="tl" rotWithShape="0">
              <a:srgbClr val="000000">
                <a:alpha val="40000"/>
              </a:srgbClr>
            </a:outerShdw>
          </a:effectLst>
        </p:spPr>
        <p:txBody>
          <a:bodyPr spcFirstLastPara="1" wrap="square" lIns="91425" tIns="91425" rIns="91425" bIns="91425" anchor="ctr" anchorCtr="0">
            <a:noAutofit/>
          </a:bodyPr>
          <a:lstStyle/>
          <a:p>
            <a:pPr>
              <a:buSzPts val="1400"/>
            </a:pPr>
            <a:endParaRPr/>
          </a:p>
        </p:txBody>
      </p:sp>
      <p:pic>
        <p:nvPicPr>
          <p:cNvPr id="116" name="Google Shape;116;g104476d1465_0_0" descr="A blue sign with white text&#10;&#10;Description automatically generated with medium confidence"/>
          <p:cNvPicPr preferRelativeResize="0"/>
          <p:nvPr/>
        </p:nvPicPr>
        <p:blipFill rotWithShape="1">
          <a:blip r:embed="rId3" cstate="screen">
            <a:alphaModFix/>
            <a:extLst>
              <a:ext uri="{28A0092B-C50C-407E-A947-70E740481C1C}">
                <a14:useLocalDpi xmlns:a14="http://schemas.microsoft.com/office/drawing/2010/main"/>
              </a:ext>
            </a:extLst>
          </a:blip>
          <a:srcRect/>
          <a:stretch/>
        </p:blipFill>
        <p:spPr>
          <a:xfrm>
            <a:off x="406530" y="1518526"/>
            <a:ext cx="3270825" cy="3812847"/>
          </a:xfrm>
          <a:prstGeom prst="rect">
            <a:avLst/>
          </a:prstGeom>
          <a:noFill/>
          <a:ln>
            <a:noFill/>
          </a:ln>
          <a:effectLst>
            <a:outerShdw blurRad="50800" dist="38100" dir="2700000" algn="tl" rotWithShape="0">
              <a:srgbClr val="000000">
                <a:alpha val="40000"/>
              </a:srgbClr>
            </a:outerShdw>
          </a:effectLst>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121"/>
        <p:cNvGrpSpPr/>
        <p:nvPr/>
      </p:nvGrpSpPr>
      <p:grpSpPr>
        <a:xfrm>
          <a:off x="0" y="0"/>
          <a:ext cx="0" cy="0"/>
          <a:chOff x="0" y="0"/>
          <a:chExt cx="0" cy="0"/>
        </a:xfrm>
      </p:grpSpPr>
      <p:sp>
        <p:nvSpPr>
          <p:cNvPr id="122" name="Google Shape;122;g104476d1465_1_17"/>
          <p:cNvSpPr/>
          <p:nvPr/>
        </p:nvSpPr>
        <p:spPr>
          <a:xfrm>
            <a:off x="0" y="-14514"/>
            <a:ext cx="223200" cy="6866100"/>
          </a:xfrm>
          <a:prstGeom prst="rect">
            <a:avLst/>
          </a:prstGeom>
          <a:solidFill>
            <a:srgbClr val="79B0DD"/>
          </a:solidFill>
          <a:ln w="9525" cap="flat" cmpd="sng">
            <a:solidFill>
              <a:srgbClr val="79B0DD"/>
            </a:solidFill>
            <a:prstDash val="solid"/>
            <a:round/>
            <a:headEnd type="none" w="sm" len="sm"/>
            <a:tailEnd type="none" w="sm" len="sm"/>
          </a:ln>
          <a:effectLst>
            <a:outerShdw blurRad="57150" dist="19050" dir="5400000" algn="bl" rotWithShape="0">
              <a:srgbClr val="000000">
                <a:alpha val="49803"/>
              </a:srgbClr>
            </a:outerShdw>
          </a:effectLst>
        </p:spPr>
        <p:txBody>
          <a:bodyPr spcFirstLastPara="1" wrap="square" lIns="91425" tIns="91425" rIns="91425" bIns="91425" anchor="ctr" anchorCtr="0">
            <a:noAutofit/>
          </a:bodyPr>
          <a:lstStyle/>
          <a:p>
            <a:pPr>
              <a:buSzPts val="1400"/>
            </a:pPr>
            <a:endParaRPr/>
          </a:p>
        </p:txBody>
      </p:sp>
      <p:sp>
        <p:nvSpPr>
          <p:cNvPr id="123" name="Google Shape;123;g104476d1465_1_17"/>
          <p:cNvSpPr txBox="1">
            <a:spLocks noGrp="1"/>
          </p:cNvSpPr>
          <p:nvPr>
            <p:ph type="title" idx="4294967295"/>
          </p:nvPr>
        </p:nvSpPr>
        <p:spPr>
          <a:xfrm>
            <a:off x="1560735" y="151039"/>
            <a:ext cx="7509900" cy="1325700"/>
          </a:xfrm>
          <a:prstGeom prst="rect">
            <a:avLst/>
          </a:prstGeom>
          <a:noFill/>
          <a:ln>
            <a:noFill/>
          </a:ln>
        </p:spPr>
        <p:txBody>
          <a:bodyPr spcFirstLastPara="1" wrap="square" lIns="91425" tIns="45700" rIns="91425" bIns="45700" anchor="ctr" anchorCtr="0">
            <a:normAutofit/>
          </a:bodyPr>
          <a:lstStyle/>
          <a:p>
            <a:pPr>
              <a:buSzPts val="5400"/>
            </a:pPr>
            <a:r>
              <a:rPr lang="en-US" sz="4700" b="1" dirty="0">
                <a:solidFill>
                  <a:srgbClr val="54B5D1"/>
                </a:solidFill>
                <a:latin typeface="Verdana"/>
                <a:ea typeface="Verdana"/>
                <a:cs typeface="Verdana"/>
                <a:sym typeface="Verdana"/>
              </a:rPr>
              <a:t>Benchmark</a:t>
            </a:r>
            <a:endParaRPr sz="3700" b="1" dirty="0">
              <a:solidFill>
                <a:srgbClr val="54B5D1"/>
              </a:solidFill>
              <a:latin typeface="Verdana"/>
              <a:ea typeface="Verdana"/>
              <a:cs typeface="Verdana"/>
              <a:sym typeface="Verdana"/>
            </a:endParaRPr>
          </a:p>
        </p:txBody>
      </p:sp>
      <p:pic>
        <p:nvPicPr>
          <p:cNvPr id="124" name="Google Shape;124;g104476d1465_1_17"/>
          <p:cNvPicPr preferRelativeResize="0"/>
          <p:nvPr/>
        </p:nvPicPr>
        <p:blipFill rotWithShape="1">
          <a:blip r:embed="rId3">
            <a:alphaModFix/>
          </a:blip>
          <a:srcRect/>
          <a:stretch/>
        </p:blipFill>
        <p:spPr>
          <a:xfrm>
            <a:off x="737235" y="386814"/>
            <a:ext cx="747300" cy="747300"/>
          </a:xfrm>
          <a:prstGeom prst="rect">
            <a:avLst/>
          </a:prstGeom>
          <a:noFill/>
          <a:ln>
            <a:noFill/>
          </a:ln>
          <a:effectLst>
            <a:outerShdw blurRad="57150" dist="19050" dir="5400000" algn="bl" rotWithShape="0">
              <a:srgbClr val="000000">
                <a:alpha val="49803"/>
              </a:srgbClr>
            </a:outerShdw>
          </a:effectLst>
        </p:spPr>
      </p:pic>
      <p:sp>
        <p:nvSpPr>
          <p:cNvPr id="125" name="Google Shape;125;g104476d1465_1_17"/>
          <p:cNvSpPr txBox="1"/>
          <p:nvPr/>
        </p:nvSpPr>
        <p:spPr>
          <a:xfrm>
            <a:off x="8708122" y="6457799"/>
            <a:ext cx="2634000" cy="400200"/>
          </a:xfrm>
          <a:prstGeom prst="rect">
            <a:avLst/>
          </a:prstGeom>
          <a:noFill/>
          <a:ln>
            <a:noFill/>
          </a:ln>
        </p:spPr>
        <p:txBody>
          <a:bodyPr spcFirstLastPara="1" wrap="square" lIns="91425" tIns="91425" rIns="91425" bIns="91425" anchor="t" anchorCtr="0">
            <a:spAutoFit/>
          </a:bodyPr>
          <a:lstStyle/>
          <a:p>
            <a:pPr algn="r">
              <a:buSzPts val="1400"/>
            </a:pPr>
            <a:r>
              <a:rPr lang="en-US" i="1" dirty="0">
                <a:latin typeface="Calibri"/>
                <a:ea typeface="Calibri"/>
                <a:cs typeface="Calibri"/>
                <a:sym typeface="Calibri"/>
              </a:rPr>
              <a:t>volume 2, pg. 16</a:t>
            </a:r>
            <a:endParaRPr i="1" dirty="0">
              <a:latin typeface="Calibri"/>
              <a:ea typeface="Calibri"/>
              <a:cs typeface="Calibri"/>
              <a:sym typeface="Calibri"/>
            </a:endParaRPr>
          </a:p>
        </p:txBody>
      </p:sp>
      <p:pic>
        <p:nvPicPr>
          <p:cNvPr id="126" name="Google Shape;126;g104476d1465_1_17"/>
          <p:cNvPicPr preferRelativeResize="0"/>
          <p:nvPr/>
        </p:nvPicPr>
        <p:blipFill rotWithShape="1">
          <a:blip r:embed="rId4" cstate="screen">
            <a:alphaModFix/>
            <a:extLst>
              <a:ext uri="{28A0092B-C50C-407E-A947-70E740481C1C}">
                <a14:useLocalDpi xmlns:a14="http://schemas.microsoft.com/office/drawing/2010/main"/>
              </a:ext>
            </a:extLst>
          </a:blip>
          <a:srcRect/>
          <a:stretch/>
        </p:blipFill>
        <p:spPr>
          <a:xfrm>
            <a:off x="11446348" y="6200724"/>
            <a:ext cx="563850" cy="657276"/>
          </a:xfrm>
          <a:prstGeom prst="rect">
            <a:avLst/>
          </a:prstGeom>
          <a:noFill/>
          <a:ln>
            <a:noFill/>
          </a:ln>
          <a:effectLst>
            <a:outerShdw blurRad="57150" dist="19050" dir="5400000" algn="bl" rotWithShape="0">
              <a:srgbClr val="000000">
                <a:alpha val="49803"/>
              </a:srgbClr>
            </a:outerShdw>
          </a:effectLst>
        </p:spPr>
      </p:pic>
      <p:sp>
        <p:nvSpPr>
          <p:cNvPr id="127" name="Google Shape;127;g104476d1465_1_17"/>
          <p:cNvSpPr txBox="1"/>
          <p:nvPr/>
        </p:nvSpPr>
        <p:spPr>
          <a:xfrm>
            <a:off x="1484535" y="1609531"/>
            <a:ext cx="8726265" cy="4205700"/>
          </a:xfrm>
          <a:prstGeom prst="rect">
            <a:avLst/>
          </a:prstGeom>
          <a:noFill/>
          <a:ln>
            <a:noFill/>
          </a:ln>
        </p:spPr>
        <p:txBody>
          <a:bodyPr spcFirstLastPara="1" wrap="square" lIns="91425" tIns="45700" rIns="91425" bIns="45700" anchor="t" anchorCtr="0">
            <a:normAutofit/>
          </a:bodyPr>
          <a:lstStyle/>
          <a:p>
            <a:pPr>
              <a:lnSpc>
                <a:spcPct val="90000"/>
              </a:lnSpc>
              <a:spcBef>
                <a:spcPts val="750"/>
              </a:spcBef>
              <a:buClr>
                <a:schemeClr val="dk1"/>
              </a:buClr>
              <a:buSzPts val="1100"/>
            </a:pPr>
            <a:r>
              <a:rPr lang="en-US" sz="2400" dirty="0">
                <a:solidFill>
                  <a:schemeClr val="dk1"/>
                </a:solidFill>
                <a:latin typeface="Verdana"/>
                <a:ea typeface="Verdana"/>
                <a:cs typeface="Verdana"/>
                <a:sym typeface="Verdana"/>
              </a:rPr>
              <a:t>MA.6.GR.2.3</a:t>
            </a:r>
            <a:endParaRPr sz="2400" dirty="0">
              <a:solidFill>
                <a:schemeClr val="dk1"/>
              </a:solidFill>
              <a:latin typeface="Verdana"/>
              <a:ea typeface="Verdana"/>
              <a:cs typeface="Verdana"/>
              <a:sym typeface="Verdana"/>
            </a:endParaRPr>
          </a:p>
          <a:p>
            <a:pPr marL="457200">
              <a:lnSpc>
                <a:spcPct val="90000"/>
              </a:lnSpc>
              <a:spcBef>
                <a:spcPts val="750"/>
              </a:spcBef>
              <a:buClr>
                <a:schemeClr val="dk1"/>
              </a:buClr>
              <a:buSzPts val="2100"/>
            </a:pPr>
            <a:r>
              <a:rPr lang="en-US" sz="2400" dirty="0">
                <a:latin typeface="Verdana" panose="020B0604030504040204" pitchFamily="34" charset="0"/>
                <a:ea typeface="Verdana" panose="020B0604030504040204" pitchFamily="34" charset="0"/>
                <a:cs typeface="Verdana" panose="020B0604030504040204" pitchFamily="34" charset="0"/>
              </a:rPr>
              <a:t>Solve mathematical and real-world problems involving the volume of right rectangular prisms with positive rational number edge lengths using a visual model and a formula. </a:t>
            </a:r>
            <a:endParaRPr sz="2400" dirty="0">
              <a:solidFill>
                <a:schemeClr val="dk1"/>
              </a:solidFill>
              <a:latin typeface="Verdana" panose="020B0604030504040204" pitchFamily="34" charset="0"/>
              <a:ea typeface="Verdana" panose="020B0604030504040204" pitchFamily="34" charset="0"/>
              <a:cs typeface="Verdana" panose="020B0604030504040204" pitchFamily="34" charset="0"/>
              <a:sym typeface="Century Gothic"/>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132"/>
        <p:cNvGrpSpPr/>
        <p:nvPr/>
      </p:nvGrpSpPr>
      <p:grpSpPr>
        <a:xfrm>
          <a:off x="0" y="0"/>
          <a:ext cx="0" cy="0"/>
          <a:chOff x="0" y="0"/>
          <a:chExt cx="0" cy="0"/>
        </a:xfrm>
      </p:grpSpPr>
      <p:sp>
        <p:nvSpPr>
          <p:cNvPr id="133" name="Google Shape;133;p1"/>
          <p:cNvSpPr/>
          <p:nvPr/>
        </p:nvSpPr>
        <p:spPr>
          <a:xfrm>
            <a:off x="0" y="-8101"/>
            <a:ext cx="223200" cy="6866100"/>
          </a:xfrm>
          <a:prstGeom prst="rect">
            <a:avLst/>
          </a:prstGeom>
          <a:solidFill>
            <a:srgbClr val="79B0DD"/>
          </a:solidFill>
          <a:ln w="9525" cap="flat" cmpd="sng">
            <a:solidFill>
              <a:srgbClr val="79B0DD"/>
            </a:solidFill>
            <a:prstDash val="solid"/>
            <a:round/>
            <a:headEnd type="none" w="sm" len="sm"/>
            <a:tailEnd type="none" w="sm" len="sm"/>
          </a:ln>
          <a:effectLst>
            <a:outerShdw blurRad="57150" dist="19050" dir="5400000" algn="bl" rotWithShape="0">
              <a:srgbClr val="000000">
                <a:alpha val="49803"/>
              </a:srgbClr>
            </a:outerShdw>
          </a:effectLst>
        </p:spPr>
        <p:txBody>
          <a:bodyPr spcFirstLastPara="1" wrap="square" lIns="91425" tIns="91425" rIns="91425" bIns="91425" anchor="ctr" anchorCtr="0">
            <a:noAutofit/>
          </a:bodyPr>
          <a:lstStyle/>
          <a:p>
            <a:pPr>
              <a:buSzPts val="1400"/>
            </a:pPr>
            <a:endParaRPr/>
          </a:p>
        </p:txBody>
      </p:sp>
      <p:pic>
        <p:nvPicPr>
          <p:cNvPr id="134" name="Google Shape;134;p1"/>
          <p:cNvPicPr preferRelativeResize="0"/>
          <p:nvPr/>
        </p:nvPicPr>
        <p:blipFill rotWithShape="1">
          <a:blip r:embed="rId3">
            <a:alphaModFix/>
          </a:blip>
          <a:srcRect/>
          <a:stretch/>
        </p:blipFill>
        <p:spPr>
          <a:xfrm>
            <a:off x="838835" y="372300"/>
            <a:ext cx="747300" cy="747300"/>
          </a:xfrm>
          <a:prstGeom prst="rect">
            <a:avLst/>
          </a:prstGeom>
          <a:noFill/>
          <a:ln>
            <a:noFill/>
          </a:ln>
          <a:effectLst>
            <a:outerShdw blurRad="57150" dist="19050" dir="5400000" algn="bl" rotWithShape="0">
              <a:srgbClr val="000000">
                <a:alpha val="49803"/>
              </a:srgbClr>
            </a:outerShdw>
          </a:effectLst>
        </p:spPr>
      </p:pic>
      <p:sp>
        <p:nvSpPr>
          <p:cNvPr id="136" name="Google Shape;136;p1"/>
          <p:cNvSpPr txBox="1"/>
          <p:nvPr/>
        </p:nvSpPr>
        <p:spPr>
          <a:xfrm>
            <a:off x="1663485" y="129667"/>
            <a:ext cx="8024426" cy="1325700"/>
          </a:xfrm>
          <a:prstGeom prst="rect">
            <a:avLst/>
          </a:prstGeom>
          <a:noFill/>
          <a:ln>
            <a:noFill/>
          </a:ln>
        </p:spPr>
        <p:txBody>
          <a:bodyPr spcFirstLastPara="1" wrap="square" lIns="91425" tIns="45700" rIns="91425" bIns="45700" anchor="ctr" anchorCtr="0">
            <a:noAutofit/>
          </a:bodyPr>
          <a:lstStyle/>
          <a:p>
            <a:pPr>
              <a:lnSpc>
                <a:spcPct val="90000"/>
              </a:lnSpc>
              <a:buClr>
                <a:schemeClr val="dk1"/>
              </a:buClr>
              <a:buSzPts val="5400"/>
            </a:pPr>
            <a:r>
              <a:rPr lang="en-US" sz="3000" b="1">
                <a:solidFill>
                  <a:srgbClr val="54B5D1"/>
                </a:solidFill>
                <a:latin typeface="Verdana"/>
                <a:ea typeface="Verdana"/>
                <a:cs typeface="Verdana"/>
                <a:sym typeface="Verdana"/>
              </a:rPr>
              <a:t>Integrated Mathematical Thinking and Reasoning Standards</a:t>
            </a:r>
            <a:endParaRPr/>
          </a:p>
        </p:txBody>
      </p:sp>
      <p:sp>
        <p:nvSpPr>
          <p:cNvPr id="138" name="Google Shape;138;p1"/>
          <p:cNvSpPr txBox="1"/>
          <p:nvPr/>
        </p:nvSpPr>
        <p:spPr>
          <a:xfrm>
            <a:off x="1663485" y="1455367"/>
            <a:ext cx="8526635" cy="4205700"/>
          </a:xfrm>
          <a:prstGeom prst="rect">
            <a:avLst/>
          </a:prstGeom>
          <a:noFill/>
          <a:ln>
            <a:noFill/>
          </a:ln>
        </p:spPr>
        <p:txBody>
          <a:bodyPr spcFirstLastPara="1" wrap="square" lIns="91425" tIns="45700" rIns="91425" bIns="45700" anchor="t" anchorCtr="0">
            <a:noAutofit/>
          </a:bodyPr>
          <a:lstStyle/>
          <a:p>
            <a:r>
              <a:rPr lang="en-US" sz="2000" dirty="0">
                <a:solidFill>
                  <a:schemeClr val="dk1"/>
                </a:solidFill>
                <a:latin typeface="Verdana"/>
                <a:ea typeface="Verdana"/>
                <a:cs typeface="Verdana"/>
                <a:sym typeface="Verdana"/>
              </a:rPr>
              <a:t>MA.K12.MTR.1.1 Actively participate in effortful learning both individually and collectively.</a:t>
            </a:r>
            <a:endParaRPr sz="2000" dirty="0"/>
          </a:p>
          <a:p>
            <a:pPr marL="457200"/>
            <a:endParaRPr sz="2000" dirty="0">
              <a:solidFill>
                <a:schemeClr val="dk1"/>
              </a:solidFill>
              <a:latin typeface="Verdana"/>
              <a:ea typeface="Verdana"/>
              <a:cs typeface="Verdana"/>
              <a:sym typeface="Verdana"/>
            </a:endParaRPr>
          </a:p>
          <a:p>
            <a:r>
              <a:rPr lang="en-US" sz="2000" dirty="0">
                <a:solidFill>
                  <a:schemeClr val="dk1"/>
                </a:solidFill>
                <a:latin typeface="Verdana"/>
                <a:ea typeface="Verdana"/>
                <a:cs typeface="Verdana"/>
                <a:sym typeface="Verdana"/>
              </a:rPr>
              <a:t>MA.K12.MTR.2.1 Demonstrate understanding by representing problems in multiple ways.</a:t>
            </a:r>
            <a:endParaRPr sz="2000" dirty="0"/>
          </a:p>
          <a:p>
            <a:pPr marL="457200"/>
            <a:endParaRPr sz="2000" dirty="0">
              <a:solidFill>
                <a:schemeClr val="dk1"/>
              </a:solidFill>
              <a:latin typeface="Verdana"/>
              <a:ea typeface="Verdana"/>
              <a:cs typeface="Verdana"/>
              <a:sym typeface="Verdana"/>
            </a:endParaRPr>
          </a:p>
          <a:p>
            <a:r>
              <a:rPr lang="en-US" sz="2000" dirty="0">
                <a:solidFill>
                  <a:schemeClr val="dk1"/>
                </a:solidFill>
                <a:latin typeface="Verdana"/>
                <a:ea typeface="Verdana"/>
                <a:cs typeface="Verdana"/>
                <a:sym typeface="Verdana"/>
              </a:rPr>
              <a:t>MA.K12.MTR.3.1 Complete tasks with mathematical fluency.</a:t>
            </a:r>
            <a:endParaRPr sz="2000" dirty="0"/>
          </a:p>
          <a:p>
            <a:pPr marL="457200"/>
            <a:endParaRPr sz="2000" dirty="0">
              <a:solidFill>
                <a:schemeClr val="dk1"/>
              </a:solidFill>
              <a:latin typeface="Verdana"/>
              <a:ea typeface="Verdana"/>
              <a:cs typeface="Verdana"/>
              <a:sym typeface="Verdana"/>
            </a:endParaRPr>
          </a:p>
          <a:p>
            <a:r>
              <a:rPr lang="en-US" sz="2000" dirty="0">
                <a:solidFill>
                  <a:schemeClr val="dk1"/>
                </a:solidFill>
                <a:latin typeface="Verdana"/>
                <a:ea typeface="Verdana"/>
                <a:cs typeface="Verdana"/>
                <a:sym typeface="Verdana"/>
              </a:rPr>
              <a:t>MA.K12.MTR.4.1 Engage in discussions that reflect on the mathematical thinking of self and others.</a:t>
            </a:r>
            <a:endParaRPr sz="2000" dirty="0"/>
          </a:p>
          <a:p>
            <a:pPr marL="457200"/>
            <a:endParaRPr sz="2000" dirty="0">
              <a:solidFill>
                <a:schemeClr val="dk1"/>
              </a:solidFill>
              <a:latin typeface="Verdana"/>
              <a:ea typeface="Verdana"/>
              <a:cs typeface="Verdana"/>
              <a:sym typeface="Verdana"/>
            </a:endParaRPr>
          </a:p>
          <a:p>
            <a:r>
              <a:rPr lang="en-US" sz="2000" dirty="0">
                <a:solidFill>
                  <a:schemeClr val="dk1"/>
                </a:solidFill>
                <a:latin typeface="Verdana"/>
                <a:ea typeface="Verdana"/>
                <a:cs typeface="Verdana"/>
                <a:sym typeface="Verdana"/>
              </a:rPr>
              <a:t>MA.K12.MTR.5.1 Use patterns and structure to help understand and connect mathematical concepts.</a:t>
            </a:r>
            <a:endParaRPr sz="2000" dirty="0"/>
          </a:p>
          <a:p>
            <a:endParaRPr sz="2000" dirty="0">
              <a:solidFill>
                <a:schemeClr val="dk1"/>
              </a:solidFill>
              <a:latin typeface="Verdana"/>
              <a:ea typeface="Verdana"/>
              <a:cs typeface="Verdana"/>
              <a:sym typeface="Verdana"/>
            </a:endParaRPr>
          </a:p>
          <a:p>
            <a:r>
              <a:rPr lang="en-US" sz="2000" dirty="0">
                <a:solidFill>
                  <a:schemeClr val="dk1"/>
                </a:solidFill>
                <a:latin typeface="Verdana"/>
                <a:ea typeface="Verdana"/>
                <a:cs typeface="Verdana"/>
                <a:sym typeface="Verdana"/>
              </a:rPr>
              <a:t>MA.K12.MTR.6.1 Assess the reasonableness of solutions.</a:t>
            </a:r>
            <a:endParaRPr sz="2000" dirty="0"/>
          </a:p>
          <a:p>
            <a:endParaRPr sz="1800" dirty="0">
              <a:solidFill>
                <a:schemeClr val="dk1"/>
              </a:solidFill>
              <a:latin typeface="Verdana"/>
              <a:ea typeface="Verdana"/>
              <a:cs typeface="Verdana"/>
              <a:sym typeface="Verdana"/>
            </a:endParaRPr>
          </a:p>
        </p:txBody>
      </p:sp>
      <p:sp>
        <p:nvSpPr>
          <p:cNvPr id="9" name="Google Shape;125;g104476d1465_1_17"/>
          <p:cNvSpPr txBox="1"/>
          <p:nvPr/>
        </p:nvSpPr>
        <p:spPr>
          <a:xfrm>
            <a:off x="8708122" y="6457799"/>
            <a:ext cx="2634000" cy="400200"/>
          </a:xfrm>
          <a:prstGeom prst="rect">
            <a:avLst/>
          </a:prstGeom>
          <a:noFill/>
          <a:ln>
            <a:noFill/>
          </a:ln>
        </p:spPr>
        <p:txBody>
          <a:bodyPr spcFirstLastPara="1" wrap="square" lIns="91425" tIns="91425" rIns="91425" bIns="91425" anchor="t" anchorCtr="0">
            <a:spAutoFit/>
          </a:bodyPr>
          <a:lstStyle/>
          <a:p>
            <a:pPr algn="r">
              <a:buSzPts val="1400"/>
            </a:pPr>
            <a:r>
              <a:rPr lang="en-US" i="1" dirty="0">
                <a:latin typeface="Calibri"/>
                <a:ea typeface="Calibri"/>
                <a:cs typeface="Calibri"/>
                <a:sym typeface="Calibri"/>
              </a:rPr>
              <a:t>volume 2, pg. 16</a:t>
            </a:r>
            <a:endParaRPr i="1" dirty="0">
              <a:latin typeface="Calibri"/>
              <a:ea typeface="Calibri"/>
              <a:cs typeface="Calibri"/>
              <a:sym typeface="Calibri"/>
            </a:endParaRPr>
          </a:p>
        </p:txBody>
      </p:sp>
      <p:pic>
        <p:nvPicPr>
          <p:cNvPr id="10" name="Google Shape;126;g104476d1465_1_17"/>
          <p:cNvPicPr preferRelativeResize="0"/>
          <p:nvPr/>
        </p:nvPicPr>
        <p:blipFill rotWithShape="1">
          <a:blip r:embed="rId4" cstate="screen">
            <a:alphaModFix/>
            <a:extLst>
              <a:ext uri="{28A0092B-C50C-407E-A947-70E740481C1C}">
                <a14:useLocalDpi xmlns:a14="http://schemas.microsoft.com/office/drawing/2010/main"/>
              </a:ext>
            </a:extLst>
          </a:blip>
          <a:srcRect/>
          <a:stretch/>
        </p:blipFill>
        <p:spPr>
          <a:xfrm>
            <a:off x="11446348" y="6200724"/>
            <a:ext cx="563850" cy="657276"/>
          </a:xfrm>
          <a:prstGeom prst="rect">
            <a:avLst/>
          </a:prstGeom>
          <a:noFill/>
          <a:ln>
            <a:noFill/>
          </a:ln>
          <a:effectLst>
            <a:outerShdw blurRad="57150" dist="19050" dir="5400000" algn="bl" rotWithShape="0">
              <a:srgbClr val="000000">
                <a:alpha val="49803"/>
              </a:srgbClr>
            </a:outerShdw>
          </a:effectLst>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38">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138">
                                            <p:txEl>
                                              <p:pRg st="2" end="2"/>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138">
                                            <p:txEl>
                                              <p:pRg st="4" end="4"/>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138">
                                            <p:txEl>
                                              <p:pRg st="6" end="6"/>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138">
                                            <p:txEl>
                                              <p:pRg st="8" end="8"/>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138">
                                            <p:txEl>
                                              <p:pRg st="10" end="10"/>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143"/>
        <p:cNvGrpSpPr/>
        <p:nvPr/>
      </p:nvGrpSpPr>
      <p:grpSpPr>
        <a:xfrm>
          <a:off x="0" y="0"/>
          <a:ext cx="0" cy="0"/>
          <a:chOff x="0" y="0"/>
          <a:chExt cx="0" cy="0"/>
        </a:xfrm>
      </p:grpSpPr>
      <p:sp>
        <p:nvSpPr>
          <p:cNvPr id="144" name="Google Shape;144;p2"/>
          <p:cNvSpPr/>
          <p:nvPr/>
        </p:nvSpPr>
        <p:spPr>
          <a:xfrm>
            <a:off x="0" y="0"/>
            <a:ext cx="223200" cy="6866100"/>
          </a:xfrm>
          <a:prstGeom prst="rect">
            <a:avLst/>
          </a:prstGeom>
          <a:solidFill>
            <a:srgbClr val="79B0DD"/>
          </a:solidFill>
          <a:ln w="9525" cap="flat" cmpd="sng">
            <a:solidFill>
              <a:srgbClr val="79B0DD"/>
            </a:solidFill>
            <a:prstDash val="solid"/>
            <a:round/>
            <a:headEnd type="none" w="sm" len="sm"/>
            <a:tailEnd type="none" w="sm" len="sm"/>
          </a:ln>
          <a:effectLst>
            <a:outerShdw blurRad="57150" dist="19050" dir="5400000" algn="bl" rotWithShape="0">
              <a:srgbClr val="000000">
                <a:alpha val="49803"/>
              </a:srgbClr>
            </a:outerShdw>
          </a:effectLst>
        </p:spPr>
        <p:txBody>
          <a:bodyPr spcFirstLastPara="1" wrap="square" lIns="91425" tIns="91425" rIns="91425" bIns="91425" anchor="ctr" anchorCtr="0">
            <a:noAutofit/>
          </a:bodyPr>
          <a:lstStyle/>
          <a:p>
            <a:pPr>
              <a:buSzPts val="1400"/>
            </a:pPr>
            <a:endParaRPr>
              <a:highlight>
                <a:srgbClr val="FFFF00"/>
              </a:highlight>
            </a:endParaRPr>
          </a:p>
        </p:txBody>
      </p:sp>
      <p:sp>
        <p:nvSpPr>
          <p:cNvPr id="146" name="Google Shape;146;p2"/>
          <p:cNvSpPr txBox="1"/>
          <p:nvPr/>
        </p:nvSpPr>
        <p:spPr>
          <a:xfrm>
            <a:off x="1738746" y="174701"/>
            <a:ext cx="7958400" cy="1325700"/>
          </a:xfrm>
          <a:prstGeom prst="rect">
            <a:avLst/>
          </a:prstGeom>
          <a:noFill/>
          <a:ln>
            <a:noFill/>
          </a:ln>
        </p:spPr>
        <p:txBody>
          <a:bodyPr spcFirstLastPara="1" wrap="square" lIns="91425" tIns="45700" rIns="91425" bIns="45700" anchor="ctr" anchorCtr="0">
            <a:noAutofit/>
          </a:bodyPr>
          <a:lstStyle/>
          <a:p>
            <a:pPr>
              <a:lnSpc>
                <a:spcPct val="90000"/>
              </a:lnSpc>
              <a:buClr>
                <a:schemeClr val="dk1"/>
              </a:buClr>
              <a:buSzPts val="5400"/>
            </a:pPr>
            <a:r>
              <a:rPr lang="en-US" sz="4700" b="1" dirty="0">
                <a:solidFill>
                  <a:srgbClr val="52BDA6"/>
                </a:solidFill>
                <a:latin typeface="Verdana"/>
                <a:ea typeface="Verdana"/>
                <a:cs typeface="Verdana"/>
                <a:sym typeface="Verdana"/>
              </a:rPr>
              <a:t>Learning Target</a:t>
            </a:r>
            <a:endParaRPr dirty="0"/>
          </a:p>
        </p:txBody>
      </p:sp>
      <p:pic>
        <p:nvPicPr>
          <p:cNvPr id="147" name="Google Shape;147;p2"/>
          <p:cNvPicPr preferRelativeResize="0"/>
          <p:nvPr/>
        </p:nvPicPr>
        <p:blipFill rotWithShape="1">
          <a:blip r:embed="rId3">
            <a:alphaModFix/>
          </a:blip>
          <a:srcRect/>
          <a:stretch/>
        </p:blipFill>
        <p:spPr>
          <a:xfrm>
            <a:off x="956584" y="463901"/>
            <a:ext cx="747300" cy="747300"/>
          </a:xfrm>
          <a:prstGeom prst="rect">
            <a:avLst/>
          </a:prstGeom>
          <a:noFill/>
          <a:ln>
            <a:noFill/>
          </a:ln>
          <a:effectLst>
            <a:outerShdw blurRad="50800" dist="38100" dir="2700000" algn="tl" rotWithShape="0">
              <a:srgbClr val="000000">
                <a:alpha val="40000"/>
              </a:srgbClr>
            </a:outerShdw>
          </a:effectLst>
        </p:spPr>
      </p:pic>
      <p:sp>
        <p:nvSpPr>
          <p:cNvPr id="149" name="Google Shape;149;p2"/>
          <p:cNvSpPr txBox="1"/>
          <p:nvPr/>
        </p:nvSpPr>
        <p:spPr>
          <a:xfrm>
            <a:off x="1703884" y="1600200"/>
            <a:ext cx="8506916" cy="4205700"/>
          </a:xfrm>
          <a:prstGeom prst="rect">
            <a:avLst/>
          </a:prstGeom>
          <a:noFill/>
          <a:ln>
            <a:noFill/>
          </a:ln>
        </p:spPr>
        <p:txBody>
          <a:bodyPr spcFirstLastPara="1" wrap="square" lIns="91425" tIns="45700" rIns="91425" bIns="45700" anchor="t" anchorCtr="0">
            <a:noAutofit/>
          </a:bodyPr>
          <a:lstStyle/>
          <a:p>
            <a:pPr marL="457200" indent="-450850">
              <a:buClr>
                <a:srgbClr val="434343"/>
              </a:buClr>
              <a:buSzPct val="125000"/>
              <a:buFont typeface="Verdana"/>
              <a:buChar char="❏"/>
            </a:pPr>
            <a:r>
              <a:rPr lang="en-US" sz="2400" dirty="0">
                <a:solidFill>
                  <a:schemeClr val="dk1"/>
                </a:solidFill>
                <a:latin typeface="Verdana"/>
                <a:ea typeface="Verdana"/>
                <a:cs typeface="Verdana"/>
                <a:sym typeface="Verdana"/>
              </a:rPr>
              <a:t>I can find the value of a missing dimension of a rectangular prism. </a:t>
            </a:r>
            <a:endParaRPr sz="2400" dirty="0"/>
          </a:p>
        </p:txBody>
      </p:sp>
      <p:sp>
        <p:nvSpPr>
          <p:cNvPr id="9" name="Google Shape;125;g104476d1465_1_17"/>
          <p:cNvSpPr txBox="1"/>
          <p:nvPr/>
        </p:nvSpPr>
        <p:spPr>
          <a:xfrm>
            <a:off x="8708122" y="6457799"/>
            <a:ext cx="2634000" cy="400200"/>
          </a:xfrm>
          <a:prstGeom prst="rect">
            <a:avLst/>
          </a:prstGeom>
          <a:noFill/>
          <a:ln>
            <a:noFill/>
          </a:ln>
        </p:spPr>
        <p:txBody>
          <a:bodyPr spcFirstLastPara="1" wrap="square" lIns="91425" tIns="91425" rIns="91425" bIns="91425" anchor="t" anchorCtr="0">
            <a:spAutoFit/>
          </a:bodyPr>
          <a:lstStyle/>
          <a:p>
            <a:pPr algn="r">
              <a:buSzPts val="1400"/>
            </a:pPr>
            <a:r>
              <a:rPr lang="en-US" i="1" dirty="0">
                <a:latin typeface="Calibri"/>
                <a:ea typeface="Calibri"/>
                <a:cs typeface="Calibri"/>
                <a:sym typeface="Calibri"/>
              </a:rPr>
              <a:t>volume 2, pg. 16</a:t>
            </a:r>
            <a:endParaRPr i="1" dirty="0">
              <a:latin typeface="Calibri"/>
              <a:ea typeface="Calibri"/>
              <a:cs typeface="Calibri"/>
              <a:sym typeface="Calibri"/>
            </a:endParaRPr>
          </a:p>
        </p:txBody>
      </p:sp>
      <p:pic>
        <p:nvPicPr>
          <p:cNvPr id="10" name="Google Shape;126;g104476d1465_1_17"/>
          <p:cNvPicPr preferRelativeResize="0"/>
          <p:nvPr/>
        </p:nvPicPr>
        <p:blipFill rotWithShape="1">
          <a:blip r:embed="rId4" cstate="screen">
            <a:alphaModFix/>
            <a:extLst>
              <a:ext uri="{28A0092B-C50C-407E-A947-70E740481C1C}">
                <a14:useLocalDpi xmlns:a14="http://schemas.microsoft.com/office/drawing/2010/main"/>
              </a:ext>
            </a:extLst>
          </a:blip>
          <a:srcRect/>
          <a:stretch/>
        </p:blipFill>
        <p:spPr>
          <a:xfrm>
            <a:off x="11446348" y="6200724"/>
            <a:ext cx="563850" cy="657276"/>
          </a:xfrm>
          <a:prstGeom prst="rect">
            <a:avLst/>
          </a:prstGeom>
          <a:noFill/>
          <a:ln>
            <a:noFill/>
          </a:ln>
          <a:effectLst>
            <a:outerShdw blurRad="57150" dist="19050" dir="5400000" algn="bl" rotWithShape="0">
              <a:srgbClr val="000000">
                <a:alpha val="49803"/>
              </a:srgbClr>
            </a:outerShdw>
          </a:effectLst>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49">
                                            <p:txEl>
                                              <p:pRg st="0" end="0"/>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154"/>
        <p:cNvGrpSpPr/>
        <p:nvPr/>
      </p:nvGrpSpPr>
      <p:grpSpPr>
        <a:xfrm>
          <a:off x="0" y="0"/>
          <a:ext cx="0" cy="0"/>
          <a:chOff x="0" y="0"/>
          <a:chExt cx="0" cy="0"/>
        </a:xfrm>
      </p:grpSpPr>
      <p:sp>
        <p:nvSpPr>
          <p:cNvPr id="155" name="Google Shape;155;g104476d1465_1_39"/>
          <p:cNvSpPr/>
          <p:nvPr/>
        </p:nvSpPr>
        <p:spPr>
          <a:xfrm>
            <a:off x="0" y="-8101"/>
            <a:ext cx="2731200" cy="6866100"/>
          </a:xfrm>
          <a:prstGeom prst="rect">
            <a:avLst/>
          </a:prstGeom>
          <a:solidFill>
            <a:srgbClr val="79B0DD"/>
          </a:solidFill>
          <a:ln w="9525" cap="flat" cmpd="sng">
            <a:solidFill>
              <a:srgbClr val="79B0DD"/>
            </a:solidFill>
            <a:prstDash val="solid"/>
            <a:round/>
            <a:headEnd type="none" w="sm" len="sm"/>
            <a:tailEnd type="none" w="sm" len="sm"/>
          </a:ln>
          <a:effectLst>
            <a:outerShdw blurRad="50800" dist="38100" dir="2700000" algn="tl" rotWithShape="0">
              <a:srgbClr val="000000">
                <a:alpha val="40000"/>
              </a:srgbClr>
            </a:outerShdw>
          </a:effectLst>
        </p:spPr>
        <p:txBody>
          <a:bodyPr spcFirstLastPara="1" wrap="square" lIns="91425" tIns="91425" rIns="91425" bIns="91425" anchor="ctr" anchorCtr="0">
            <a:noAutofit/>
          </a:bodyPr>
          <a:lstStyle/>
          <a:p>
            <a:pPr>
              <a:buSzPts val="1400"/>
            </a:pPr>
            <a:endParaRPr/>
          </a:p>
        </p:txBody>
      </p:sp>
      <p:pic>
        <p:nvPicPr>
          <p:cNvPr id="157" name="Google Shape;157;g104476d1465_1_39"/>
          <p:cNvPicPr preferRelativeResize="0"/>
          <p:nvPr/>
        </p:nvPicPr>
        <p:blipFill rotWithShape="1">
          <a:blip r:embed="rId3">
            <a:alphaModFix/>
          </a:blip>
          <a:srcRect/>
          <a:stretch/>
        </p:blipFill>
        <p:spPr>
          <a:xfrm>
            <a:off x="4635550" y="2879325"/>
            <a:ext cx="1031750" cy="1031750"/>
          </a:xfrm>
          <a:prstGeom prst="rect">
            <a:avLst/>
          </a:prstGeom>
          <a:noFill/>
          <a:ln>
            <a:noFill/>
          </a:ln>
          <a:effectLst>
            <a:outerShdw blurRad="50800" dist="38100" dir="2700000" algn="tl" rotWithShape="0">
              <a:srgbClr val="000000">
                <a:alpha val="40000"/>
              </a:srgbClr>
            </a:outerShdw>
          </a:effectLst>
        </p:spPr>
      </p:pic>
      <p:sp>
        <p:nvSpPr>
          <p:cNvPr id="158" name="Google Shape;158;g104476d1465_1_39"/>
          <p:cNvSpPr txBox="1">
            <a:spLocks noGrp="1"/>
          </p:cNvSpPr>
          <p:nvPr>
            <p:ph type="title" idx="4294967295"/>
          </p:nvPr>
        </p:nvSpPr>
        <p:spPr>
          <a:xfrm>
            <a:off x="5844350" y="2766145"/>
            <a:ext cx="4048200" cy="1325700"/>
          </a:xfrm>
          <a:prstGeom prst="rect">
            <a:avLst/>
          </a:prstGeom>
          <a:noFill/>
          <a:ln>
            <a:noFill/>
          </a:ln>
        </p:spPr>
        <p:txBody>
          <a:bodyPr spcFirstLastPara="1" wrap="square" lIns="91425" tIns="45700" rIns="91425" bIns="45700" anchor="ctr" anchorCtr="0">
            <a:normAutofit/>
          </a:bodyPr>
          <a:lstStyle/>
          <a:p>
            <a:pPr algn="ctr">
              <a:buClr>
                <a:schemeClr val="lt1"/>
              </a:buClr>
              <a:buSzPts val="4800"/>
            </a:pPr>
            <a:r>
              <a:rPr lang="en-US" sz="5500" b="1">
                <a:solidFill>
                  <a:srgbClr val="3F2A67"/>
                </a:solidFill>
                <a:latin typeface="Verdana"/>
                <a:ea typeface="Verdana"/>
                <a:cs typeface="Verdana"/>
                <a:sym typeface="Verdana"/>
              </a:rPr>
              <a:t>Warm-Up</a:t>
            </a:r>
            <a:endParaRPr sz="5100" b="1">
              <a:solidFill>
                <a:srgbClr val="3F2A67"/>
              </a:solidFill>
              <a:latin typeface="Verdana"/>
              <a:ea typeface="Verdana"/>
              <a:cs typeface="Verdana"/>
              <a:sym typeface="Verdana"/>
            </a:endParaRPr>
          </a:p>
        </p:txBody>
      </p:sp>
      <p:sp>
        <p:nvSpPr>
          <p:cNvPr id="8" name="Google Shape;125;g104476d1465_1_17"/>
          <p:cNvSpPr txBox="1"/>
          <p:nvPr/>
        </p:nvSpPr>
        <p:spPr>
          <a:xfrm>
            <a:off x="8708122" y="6457799"/>
            <a:ext cx="2634000" cy="400200"/>
          </a:xfrm>
          <a:prstGeom prst="rect">
            <a:avLst/>
          </a:prstGeom>
          <a:noFill/>
          <a:ln>
            <a:noFill/>
          </a:ln>
        </p:spPr>
        <p:txBody>
          <a:bodyPr spcFirstLastPara="1" wrap="square" lIns="91425" tIns="91425" rIns="91425" bIns="91425" anchor="t" anchorCtr="0">
            <a:spAutoFit/>
          </a:bodyPr>
          <a:lstStyle/>
          <a:p>
            <a:pPr algn="r">
              <a:buSzPts val="1400"/>
            </a:pPr>
            <a:r>
              <a:rPr lang="en-US" i="1" dirty="0">
                <a:latin typeface="Calibri"/>
                <a:ea typeface="Calibri"/>
                <a:cs typeface="Calibri"/>
                <a:sym typeface="Calibri"/>
              </a:rPr>
              <a:t>volume 2, pg. 16</a:t>
            </a:r>
            <a:endParaRPr i="1" dirty="0">
              <a:latin typeface="Calibri"/>
              <a:ea typeface="Calibri"/>
              <a:cs typeface="Calibri"/>
              <a:sym typeface="Calibri"/>
            </a:endParaRPr>
          </a:p>
        </p:txBody>
      </p:sp>
      <p:pic>
        <p:nvPicPr>
          <p:cNvPr id="9" name="Google Shape;126;g104476d1465_1_17"/>
          <p:cNvPicPr preferRelativeResize="0"/>
          <p:nvPr/>
        </p:nvPicPr>
        <p:blipFill rotWithShape="1">
          <a:blip r:embed="rId4" cstate="screen">
            <a:alphaModFix/>
            <a:extLst>
              <a:ext uri="{28A0092B-C50C-407E-A947-70E740481C1C}">
                <a14:useLocalDpi xmlns:a14="http://schemas.microsoft.com/office/drawing/2010/main"/>
              </a:ext>
            </a:extLst>
          </a:blip>
          <a:srcRect/>
          <a:stretch/>
        </p:blipFill>
        <p:spPr>
          <a:xfrm>
            <a:off x="11446348" y="6200724"/>
            <a:ext cx="563850" cy="657276"/>
          </a:xfrm>
          <a:prstGeom prst="rect">
            <a:avLst/>
          </a:prstGeom>
          <a:noFill/>
          <a:ln>
            <a:noFill/>
          </a:ln>
          <a:effectLst>
            <a:outerShdw blurRad="57150" dist="19050" dir="5400000" algn="bl" rotWithShape="0">
              <a:srgbClr val="000000">
                <a:alpha val="49803"/>
              </a:srgbClr>
            </a:outerShdw>
          </a:effectLst>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164"/>
        <p:cNvGrpSpPr/>
        <p:nvPr/>
      </p:nvGrpSpPr>
      <p:grpSpPr>
        <a:xfrm>
          <a:off x="0" y="0"/>
          <a:ext cx="0" cy="0"/>
          <a:chOff x="0" y="0"/>
          <a:chExt cx="0" cy="0"/>
        </a:xfrm>
      </p:grpSpPr>
      <p:sp>
        <p:nvSpPr>
          <p:cNvPr id="165" name="Google Shape;165;p4"/>
          <p:cNvSpPr/>
          <p:nvPr/>
        </p:nvSpPr>
        <p:spPr>
          <a:xfrm>
            <a:off x="0" y="-8101"/>
            <a:ext cx="223200" cy="6866100"/>
          </a:xfrm>
          <a:prstGeom prst="rect">
            <a:avLst/>
          </a:prstGeom>
          <a:solidFill>
            <a:srgbClr val="79B0DD"/>
          </a:solidFill>
          <a:ln w="9525" cap="flat" cmpd="sng">
            <a:solidFill>
              <a:srgbClr val="79B0DD"/>
            </a:solidFill>
            <a:prstDash val="solid"/>
            <a:round/>
            <a:headEnd type="none" w="sm" len="sm"/>
            <a:tailEnd type="none" w="sm" len="sm"/>
          </a:ln>
          <a:effectLst>
            <a:outerShdw blurRad="57150" dist="19050" dir="5400000" algn="bl" rotWithShape="0">
              <a:srgbClr val="000000">
                <a:alpha val="49803"/>
              </a:srgbClr>
            </a:outerShdw>
          </a:effectLst>
        </p:spPr>
        <p:txBody>
          <a:bodyPr spcFirstLastPara="1" wrap="square" lIns="91425" tIns="91425" rIns="91425" bIns="91425" anchor="ctr" anchorCtr="0">
            <a:noAutofit/>
          </a:bodyPr>
          <a:lstStyle/>
          <a:p>
            <a:pPr>
              <a:buSzPts val="1400"/>
            </a:pPr>
            <a:endParaRPr/>
          </a:p>
        </p:txBody>
      </p:sp>
      <p:sp>
        <p:nvSpPr>
          <p:cNvPr id="167" name="Google Shape;167;p4"/>
          <p:cNvSpPr txBox="1"/>
          <p:nvPr/>
        </p:nvSpPr>
        <p:spPr>
          <a:xfrm>
            <a:off x="1451474" y="-55787"/>
            <a:ext cx="8936110" cy="1325700"/>
          </a:xfrm>
          <a:prstGeom prst="rect">
            <a:avLst/>
          </a:prstGeom>
          <a:noFill/>
          <a:ln>
            <a:noFill/>
          </a:ln>
        </p:spPr>
        <p:txBody>
          <a:bodyPr spcFirstLastPara="1" wrap="square" lIns="91425" tIns="45700" rIns="91425" bIns="45700" anchor="ctr" anchorCtr="0">
            <a:noAutofit/>
          </a:bodyPr>
          <a:lstStyle/>
          <a:p>
            <a:pPr>
              <a:lnSpc>
                <a:spcPct val="90000"/>
              </a:lnSpc>
              <a:buClr>
                <a:schemeClr val="dk1"/>
              </a:buClr>
              <a:buSzPts val="5400"/>
            </a:pPr>
            <a:r>
              <a:rPr lang="en-US" sz="3600" b="1" dirty="0">
                <a:solidFill>
                  <a:srgbClr val="3F2A67"/>
                </a:solidFill>
                <a:latin typeface="Verdana"/>
                <a:ea typeface="Verdana"/>
                <a:cs typeface="Verdana"/>
                <a:sym typeface="Verdana"/>
              </a:rPr>
              <a:t>8.3.1 Warm-Up: Area of a Wall</a:t>
            </a:r>
            <a:endParaRPr dirty="0"/>
          </a:p>
        </p:txBody>
      </p:sp>
      <p:pic>
        <p:nvPicPr>
          <p:cNvPr id="168" name="Google Shape;168;p4"/>
          <p:cNvPicPr preferRelativeResize="0"/>
          <p:nvPr/>
        </p:nvPicPr>
        <p:blipFill rotWithShape="1">
          <a:blip r:embed="rId3">
            <a:alphaModFix/>
          </a:blip>
          <a:srcRect/>
          <a:stretch/>
        </p:blipFill>
        <p:spPr>
          <a:xfrm>
            <a:off x="704174" y="197485"/>
            <a:ext cx="747300" cy="747300"/>
          </a:xfrm>
          <a:prstGeom prst="rect">
            <a:avLst/>
          </a:prstGeom>
          <a:noFill/>
          <a:ln>
            <a:noFill/>
          </a:ln>
          <a:effectLst>
            <a:outerShdw blurRad="50800" dist="38100" dir="2700000" algn="tl" rotWithShape="0">
              <a:srgbClr val="000000">
                <a:alpha val="40000"/>
              </a:srgbClr>
            </a:outerShdw>
          </a:effectLst>
        </p:spPr>
      </p:pic>
      <mc:AlternateContent xmlns:mc="http://schemas.openxmlformats.org/markup-compatibility/2006" xmlns:a14="http://schemas.microsoft.com/office/drawing/2010/main">
        <mc:Choice Requires="a14">
          <p:sp>
            <p:nvSpPr>
              <p:cNvPr id="170" name="Google Shape;170;p4"/>
              <p:cNvSpPr txBox="1"/>
              <p:nvPr/>
            </p:nvSpPr>
            <p:spPr>
              <a:xfrm>
                <a:off x="1451474" y="1386025"/>
                <a:ext cx="8936110" cy="707846"/>
              </a:xfrm>
              <a:prstGeom prst="rect">
                <a:avLst/>
              </a:prstGeom>
              <a:noFill/>
              <a:ln>
                <a:noFill/>
              </a:ln>
            </p:spPr>
            <p:txBody>
              <a:bodyPr spcFirstLastPara="1" wrap="square" lIns="91425" tIns="45700" rIns="91425" bIns="45700" anchor="t" anchorCtr="0">
                <a:spAutoFit/>
              </a:bodyPr>
              <a:lstStyle/>
              <a:p>
                <a:pPr marL="461963" indent="-461963">
                  <a:buFont typeface="+mj-lt"/>
                  <a:buAutoNum type="arabicPeriod"/>
                </a:pPr>
                <a:r>
                  <a:rPr lang="en-US" sz="2000" dirty="0">
                    <a:latin typeface="Verdana" panose="020B0604030504040204" pitchFamily="34" charset="0"/>
                    <a:ea typeface="Verdana" panose="020B0604030504040204" pitchFamily="34" charset="0"/>
                    <a:cs typeface="Verdana" panose="020B0604030504040204" pitchFamily="34" charset="0"/>
                  </a:rPr>
                  <a:t>Using the digits </a:t>
                </a:r>
                <a14:m>
                  <m:oMath xmlns:m="http://schemas.openxmlformats.org/officeDocument/2006/math">
                    <m:r>
                      <a:rPr lang="en-US" sz="2000" i="1">
                        <a:latin typeface="Cambria Math" panose="02040503050406030204" pitchFamily="18" charset="0"/>
                      </a:rPr>
                      <m:t>0−9</m:t>
                    </m:r>
                  </m:oMath>
                </a14:m>
                <a:r>
                  <a:rPr lang="en-US" sz="2000" dirty="0">
                    <a:latin typeface="Verdana" panose="020B0604030504040204" pitchFamily="34" charset="0"/>
                    <a:ea typeface="Verdana" panose="020B0604030504040204" pitchFamily="34" charset="0"/>
                    <a:cs typeface="Verdana" panose="020B0604030504040204" pitchFamily="34" charset="0"/>
                  </a:rPr>
                  <a:t>, at most one time each, fill in the boxes to make a true statement.</a:t>
                </a:r>
              </a:p>
            </p:txBody>
          </p:sp>
        </mc:Choice>
        <mc:Fallback xmlns="">
          <p:sp>
            <p:nvSpPr>
              <p:cNvPr id="170" name="Google Shape;170;p4"/>
              <p:cNvSpPr txBox="1">
                <a:spLocks noRot="1" noChangeAspect="1" noMove="1" noResize="1" noEditPoints="1" noAdjustHandles="1" noChangeArrowheads="1" noChangeShapeType="1" noTextEdit="1"/>
              </p:cNvSpPr>
              <p:nvPr/>
            </p:nvSpPr>
            <p:spPr>
              <a:xfrm>
                <a:off x="1451474" y="1386025"/>
                <a:ext cx="8936110" cy="707846"/>
              </a:xfrm>
              <a:prstGeom prst="rect">
                <a:avLst/>
              </a:prstGeom>
              <a:blipFill rotWithShape="0">
                <a:blip r:embed="rId4"/>
                <a:stretch>
                  <a:fillRect l="-750" t="-5172" r="-546" b="-14655"/>
                </a:stretch>
              </a:blipFill>
              <a:ln>
                <a:noFill/>
              </a:ln>
            </p:spPr>
            <p:txBody>
              <a:bodyPr/>
              <a:lstStyle/>
              <a:p>
                <a:r>
                  <a:rPr lang="en-US">
                    <a:noFill/>
                  </a:rPr>
                  <a:t> </a:t>
                </a:r>
              </a:p>
            </p:txBody>
          </p:sp>
        </mc:Fallback>
      </mc:AlternateContent>
      <p:pic>
        <p:nvPicPr>
          <p:cNvPr id="3" name="Picture 2" descr="Shape&#10;&#10;Description automatically generated">
            <a:extLst>
              <a:ext uri="{FF2B5EF4-FFF2-40B4-BE49-F238E27FC236}">
                <a16:creationId xmlns:a16="http://schemas.microsoft.com/office/drawing/2014/main" xmlns="" id="{00CA11A4-1DA3-E749-97AD-A6D1F51A29C9}"/>
              </a:ext>
            </a:extLst>
          </p:cNvPr>
          <p:cNvPicPr>
            <a:picLocks noChangeAspect="1"/>
          </p:cNvPicPr>
          <p:nvPr/>
        </p:nvPicPr>
        <p:blipFill>
          <a:blip r:embed="rId5" cstate="screen">
            <a:extLst>
              <a:ext uri="{28A0092B-C50C-407E-A947-70E740481C1C}">
                <a14:useLocalDpi xmlns:a14="http://schemas.microsoft.com/office/drawing/2010/main"/>
              </a:ext>
            </a:extLst>
          </a:blip>
          <a:stretch>
            <a:fillRect/>
          </a:stretch>
        </p:blipFill>
        <p:spPr>
          <a:xfrm>
            <a:off x="2316460" y="2371144"/>
            <a:ext cx="7152640" cy="3624867"/>
          </a:xfrm>
          <a:prstGeom prst="rect">
            <a:avLst/>
          </a:prstGeom>
        </p:spPr>
      </p:pic>
      <p:sp>
        <p:nvSpPr>
          <p:cNvPr id="9" name="Google Shape;125;g104476d1465_1_17"/>
          <p:cNvSpPr txBox="1"/>
          <p:nvPr/>
        </p:nvSpPr>
        <p:spPr>
          <a:xfrm>
            <a:off x="8708122" y="6457799"/>
            <a:ext cx="2634000" cy="400200"/>
          </a:xfrm>
          <a:prstGeom prst="rect">
            <a:avLst/>
          </a:prstGeom>
          <a:noFill/>
          <a:ln>
            <a:noFill/>
          </a:ln>
        </p:spPr>
        <p:txBody>
          <a:bodyPr spcFirstLastPara="1" wrap="square" lIns="91425" tIns="91425" rIns="91425" bIns="91425" anchor="t" anchorCtr="0">
            <a:spAutoFit/>
          </a:bodyPr>
          <a:lstStyle/>
          <a:p>
            <a:pPr algn="r">
              <a:buSzPts val="1400"/>
            </a:pPr>
            <a:r>
              <a:rPr lang="en-US" i="1" dirty="0">
                <a:latin typeface="Calibri"/>
                <a:ea typeface="Calibri"/>
                <a:cs typeface="Calibri"/>
                <a:sym typeface="Calibri"/>
              </a:rPr>
              <a:t>volume 2, pg. 16</a:t>
            </a:r>
            <a:endParaRPr i="1" dirty="0">
              <a:latin typeface="Calibri"/>
              <a:ea typeface="Calibri"/>
              <a:cs typeface="Calibri"/>
              <a:sym typeface="Calibri"/>
            </a:endParaRPr>
          </a:p>
        </p:txBody>
      </p:sp>
      <p:pic>
        <p:nvPicPr>
          <p:cNvPr id="11" name="Google Shape;126;g104476d1465_1_17"/>
          <p:cNvPicPr preferRelativeResize="0"/>
          <p:nvPr/>
        </p:nvPicPr>
        <p:blipFill rotWithShape="1">
          <a:blip r:embed="rId6" cstate="screen">
            <a:alphaModFix/>
            <a:extLst>
              <a:ext uri="{28A0092B-C50C-407E-A947-70E740481C1C}">
                <a14:useLocalDpi xmlns:a14="http://schemas.microsoft.com/office/drawing/2010/main"/>
              </a:ext>
            </a:extLst>
          </a:blip>
          <a:srcRect/>
          <a:stretch/>
        </p:blipFill>
        <p:spPr>
          <a:xfrm>
            <a:off x="11446348" y="6200724"/>
            <a:ext cx="563850" cy="657276"/>
          </a:xfrm>
          <a:prstGeom prst="rect">
            <a:avLst/>
          </a:prstGeom>
          <a:noFill/>
          <a:ln>
            <a:noFill/>
          </a:ln>
          <a:effectLst>
            <a:outerShdw blurRad="57150" dist="19050" dir="5400000" algn="bl" rotWithShape="0">
              <a:srgbClr val="000000">
                <a:alpha val="49803"/>
              </a:srgbClr>
            </a:outerShdw>
          </a:effectLst>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184"/>
        <p:cNvGrpSpPr/>
        <p:nvPr/>
      </p:nvGrpSpPr>
      <p:grpSpPr>
        <a:xfrm>
          <a:off x="0" y="0"/>
          <a:ext cx="0" cy="0"/>
          <a:chOff x="0" y="0"/>
          <a:chExt cx="0" cy="0"/>
        </a:xfrm>
      </p:grpSpPr>
      <p:sp>
        <p:nvSpPr>
          <p:cNvPr id="185" name="Google Shape;185;p6"/>
          <p:cNvSpPr/>
          <p:nvPr/>
        </p:nvSpPr>
        <p:spPr>
          <a:xfrm>
            <a:off x="0" y="0"/>
            <a:ext cx="2731200" cy="6866100"/>
          </a:xfrm>
          <a:prstGeom prst="rect">
            <a:avLst/>
          </a:prstGeom>
          <a:solidFill>
            <a:srgbClr val="79B0DD"/>
          </a:solidFill>
          <a:ln w="9525" cap="flat" cmpd="sng">
            <a:solidFill>
              <a:srgbClr val="79B0DD"/>
            </a:solidFill>
            <a:prstDash val="solid"/>
            <a:round/>
            <a:headEnd type="none" w="sm" len="sm"/>
            <a:tailEnd type="none" w="sm" len="sm"/>
          </a:ln>
          <a:effectLst>
            <a:outerShdw blurRad="50800" dist="38100" dir="2700000" algn="tl" rotWithShape="0">
              <a:srgbClr val="000000">
                <a:alpha val="40000"/>
              </a:srgbClr>
            </a:outerShdw>
          </a:effectLst>
        </p:spPr>
        <p:txBody>
          <a:bodyPr spcFirstLastPara="1" wrap="square" lIns="91425" tIns="91425" rIns="91425" bIns="91425" anchor="ctr" anchorCtr="0">
            <a:noAutofit/>
          </a:bodyPr>
          <a:lstStyle/>
          <a:p>
            <a:pPr>
              <a:buSzPts val="1400"/>
            </a:pPr>
            <a:endParaRPr/>
          </a:p>
        </p:txBody>
      </p:sp>
      <p:sp>
        <p:nvSpPr>
          <p:cNvPr id="187" name="Google Shape;187;p6"/>
          <p:cNvSpPr txBox="1">
            <a:spLocks noGrp="1"/>
          </p:cNvSpPr>
          <p:nvPr>
            <p:ph type="title" idx="4294967295"/>
          </p:nvPr>
        </p:nvSpPr>
        <p:spPr>
          <a:xfrm>
            <a:off x="5665258" y="2766145"/>
            <a:ext cx="5002742" cy="1325700"/>
          </a:xfrm>
          <a:prstGeom prst="rect">
            <a:avLst/>
          </a:prstGeom>
          <a:noFill/>
          <a:ln>
            <a:noFill/>
          </a:ln>
        </p:spPr>
        <p:txBody>
          <a:bodyPr spcFirstLastPara="1" wrap="square" lIns="91425" tIns="45700" rIns="91425" bIns="45700" anchor="ctr" anchorCtr="0">
            <a:normAutofit fontScale="90000"/>
          </a:bodyPr>
          <a:lstStyle/>
          <a:p>
            <a:pPr algn="ctr">
              <a:buClr>
                <a:schemeClr val="lt1"/>
              </a:buClr>
              <a:buSzPct val="96969"/>
            </a:pPr>
            <a:r>
              <a:rPr lang="en-US" sz="5500" b="1">
                <a:solidFill>
                  <a:srgbClr val="33BEA6"/>
                </a:solidFill>
                <a:latin typeface="Verdana"/>
                <a:ea typeface="Verdana"/>
                <a:cs typeface="Verdana"/>
                <a:sym typeface="Verdana"/>
              </a:rPr>
              <a:t>Collaboration</a:t>
            </a:r>
            <a:endParaRPr sz="5100" b="1">
              <a:solidFill>
                <a:srgbClr val="33BEA6"/>
              </a:solidFill>
              <a:latin typeface="Verdana"/>
              <a:ea typeface="Verdana"/>
              <a:cs typeface="Verdana"/>
              <a:sym typeface="Verdana"/>
            </a:endParaRPr>
          </a:p>
        </p:txBody>
      </p:sp>
      <p:pic>
        <p:nvPicPr>
          <p:cNvPr id="189" name="Google Shape;189;p6"/>
          <p:cNvPicPr preferRelativeResize="0"/>
          <p:nvPr/>
        </p:nvPicPr>
        <p:blipFill rotWithShape="1">
          <a:blip r:embed="rId3">
            <a:alphaModFix/>
          </a:blip>
          <a:srcRect/>
          <a:stretch/>
        </p:blipFill>
        <p:spPr>
          <a:xfrm>
            <a:off x="4513114" y="2852923"/>
            <a:ext cx="1152144" cy="1152144"/>
          </a:xfrm>
          <a:prstGeom prst="rect">
            <a:avLst/>
          </a:prstGeom>
          <a:noFill/>
          <a:ln>
            <a:noFill/>
          </a:ln>
          <a:effectLst>
            <a:outerShdw blurRad="50800" dist="38100" dir="2700000" algn="tl" rotWithShape="0">
              <a:srgbClr val="000000">
                <a:alpha val="40000"/>
              </a:srgbClr>
            </a:outerShdw>
          </a:effectLst>
        </p:spPr>
      </p:pic>
      <p:sp>
        <p:nvSpPr>
          <p:cNvPr id="8" name="Google Shape;125;g104476d1465_1_17"/>
          <p:cNvSpPr txBox="1"/>
          <p:nvPr/>
        </p:nvSpPr>
        <p:spPr>
          <a:xfrm>
            <a:off x="8708122" y="6457799"/>
            <a:ext cx="2634000" cy="400200"/>
          </a:xfrm>
          <a:prstGeom prst="rect">
            <a:avLst/>
          </a:prstGeom>
          <a:noFill/>
          <a:ln>
            <a:noFill/>
          </a:ln>
        </p:spPr>
        <p:txBody>
          <a:bodyPr spcFirstLastPara="1" wrap="square" lIns="91425" tIns="91425" rIns="91425" bIns="91425" anchor="t" anchorCtr="0">
            <a:spAutoFit/>
          </a:bodyPr>
          <a:lstStyle/>
          <a:p>
            <a:pPr algn="r">
              <a:buSzPts val="1400"/>
            </a:pPr>
            <a:r>
              <a:rPr lang="en-US" i="1" dirty="0">
                <a:latin typeface="Calibri"/>
                <a:ea typeface="Calibri"/>
                <a:cs typeface="Calibri"/>
                <a:sym typeface="Calibri"/>
              </a:rPr>
              <a:t>volume 2, pg. 17</a:t>
            </a:r>
            <a:endParaRPr i="1" dirty="0">
              <a:latin typeface="Calibri"/>
              <a:ea typeface="Calibri"/>
              <a:cs typeface="Calibri"/>
              <a:sym typeface="Calibri"/>
            </a:endParaRPr>
          </a:p>
        </p:txBody>
      </p:sp>
      <p:pic>
        <p:nvPicPr>
          <p:cNvPr id="9" name="Google Shape;126;g104476d1465_1_17"/>
          <p:cNvPicPr preferRelativeResize="0"/>
          <p:nvPr/>
        </p:nvPicPr>
        <p:blipFill rotWithShape="1">
          <a:blip r:embed="rId4" cstate="screen">
            <a:alphaModFix/>
            <a:extLst>
              <a:ext uri="{28A0092B-C50C-407E-A947-70E740481C1C}">
                <a14:useLocalDpi xmlns:a14="http://schemas.microsoft.com/office/drawing/2010/main"/>
              </a:ext>
            </a:extLst>
          </a:blip>
          <a:srcRect/>
          <a:stretch/>
        </p:blipFill>
        <p:spPr>
          <a:xfrm>
            <a:off x="11446348" y="6200724"/>
            <a:ext cx="563850" cy="657276"/>
          </a:xfrm>
          <a:prstGeom prst="rect">
            <a:avLst/>
          </a:prstGeom>
          <a:noFill/>
          <a:ln>
            <a:noFill/>
          </a:ln>
          <a:effectLst>
            <a:outerShdw blurRad="57150" dist="19050" dir="5400000" algn="bl" rotWithShape="0">
              <a:srgbClr val="000000">
                <a:alpha val="49803"/>
              </a:srgbClr>
            </a:outerShdw>
          </a:effectLst>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194"/>
        <p:cNvGrpSpPr/>
        <p:nvPr/>
      </p:nvGrpSpPr>
      <p:grpSpPr>
        <a:xfrm>
          <a:off x="0" y="0"/>
          <a:ext cx="0" cy="0"/>
          <a:chOff x="0" y="0"/>
          <a:chExt cx="0" cy="0"/>
        </a:xfrm>
      </p:grpSpPr>
      <p:sp>
        <p:nvSpPr>
          <p:cNvPr id="195" name="Google Shape;195;p7"/>
          <p:cNvSpPr/>
          <p:nvPr/>
        </p:nvSpPr>
        <p:spPr>
          <a:xfrm>
            <a:off x="0" y="0"/>
            <a:ext cx="223200" cy="6866100"/>
          </a:xfrm>
          <a:prstGeom prst="rect">
            <a:avLst/>
          </a:prstGeom>
          <a:solidFill>
            <a:srgbClr val="79B0DD"/>
          </a:solidFill>
          <a:ln w="9525" cap="flat" cmpd="sng">
            <a:solidFill>
              <a:srgbClr val="79B0DD"/>
            </a:solidFill>
            <a:prstDash val="solid"/>
            <a:round/>
            <a:headEnd type="none" w="sm" len="sm"/>
            <a:tailEnd type="none" w="sm" len="sm"/>
          </a:ln>
          <a:effectLst>
            <a:outerShdw blurRad="57150" dist="19050" dir="5400000" algn="bl" rotWithShape="0">
              <a:srgbClr val="000000">
                <a:alpha val="49803"/>
              </a:srgbClr>
            </a:outerShdw>
          </a:effectLst>
        </p:spPr>
        <p:txBody>
          <a:bodyPr spcFirstLastPara="1" wrap="square" lIns="91425" tIns="91425" rIns="91425" bIns="91425" anchor="ctr" anchorCtr="0">
            <a:noAutofit/>
          </a:bodyPr>
          <a:lstStyle/>
          <a:p>
            <a:pPr>
              <a:buSzPts val="1400"/>
            </a:pPr>
            <a:endParaRPr/>
          </a:p>
        </p:txBody>
      </p:sp>
      <p:sp>
        <p:nvSpPr>
          <p:cNvPr id="197" name="Google Shape;197;p7"/>
          <p:cNvSpPr txBox="1"/>
          <p:nvPr/>
        </p:nvSpPr>
        <p:spPr>
          <a:xfrm>
            <a:off x="1480814" y="60325"/>
            <a:ext cx="8019300" cy="1325700"/>
          </a:xfrm>
          <a:prstGeom prst="rect">
            <a:avLst/>
          </a:prstGeom>
          <a:noFill/>
          <a:ln>
            <a:noFill/>
          </a:ln>
        </p:spPr>
        <p:txBody>
          <a:bodyPr spcFirstLastPara="1" wrap="square" lIns="91425" tIns="45700" rIns="91425" bIns="45700" anchor="ctr" anchorCtr="0">
            <a:noAutofit/>
          </a:bodyPr>
          <a:lstStyle/>
          <a:p>
            <a:pPr>
              <a:lnSpc>
                <a:spcPct val="90000"/>
              </a:lnSpc>
              <a:buClr>
                <a:schemeClr val="dk1"/>
              </a:buClr>
              <a:buSzPts val="5400"/>
            </a:pPr>
            <a:r>
              <a:rPr lang="en-US" sz="3600" b="1" dirty="0">
                <a:solidFill>
                  <a:srgbClr val="33BEA6"/>
                </a:solidFill>
                <a:latin typeface="Verdana"/>
                <a:ea typeface="Verdana"/>
                <a:cs typeface="Verdana"/>
                <a:sym typeface="Verdana"/>
              </a:rPr>
              <a:t>8.3.2 Collaboration: Missing Measurement</a:t>
            </a:r>
            <a:endParaRPr dirty="0"/>
          </a:p>
        </p:txBody>
      </p:sp>
      <p:pic>
        <p:nvPicPr>
          <p:cNvPr id="199" name="Google Shape;199;p7"/>
          <p:cNvPicPr preferRelativeResize="0"/>
          <p:nvPr/>
        </p:nvPicPr>
        <p:blipFill rotWithShape="1">
          <a:blip r:embed="rId3" cstate="screen">
            <a:alphaModFix/>
            <a:extLst>
              <a:ext uri="{28A0092B-C50C-407E-A947-70E740481C1C}">
                <a14:useLocalDpi xmlns:a14="http://schemas.microsoft.com/office/drawing/2010/main"/>
              </a:ext>
            </a:extLst>
          </a:blip>
          <a:srcRect/>
          <a:stretch/>
        </p:blipFill>
        <p:spPr>
          <a:xfrm>
            <a:off x="731006" y="348271"/>
            <a:ext cx="749808" cy="749808"/>
          </a:xfrm>
          <a:prstGeom prst="rect">
            <a:avLst/>
          </a:prstGeom>
          <a:noFill/>
          <a:ln>
            <a:noFill/>
          </a:ln>
          <a:effectLst>
            <a:outerShdw blurRad="50800" dist="38100" dir="2700000" algn="tl" rotWithShape="0">
              <a:srgbClr val="000000">
                <a:alpha val="40000"/>
              </a:srgbClr>
            </a:outerShdw>
          </a:effectLst>
        </p:spPr>
      </p:pic>
      <mc:AlternateContent xmlns:mc="http://schemas.openxmlformats.org/markup-compatibility/2006">
        <mc:Choice xmlns:a14="http://schemas.microsoft.com/office/drawing/2010/main" Requires="a14">
          <p:sp>
            <p:nvSpPr>
              <p:cNvPr id="200" name="Google Shape;200;p7"/>
              <p:cNvSpPr txBox="1"/>
              <p:nvPr/>
            </p:nvSpPr>
            <p:spPr>
              <a:xfrm>
                <a:off x="1376588" y="1386025"/>
                <a:ext cx="9694856" cy="4838015"/>
              </a:xfrm>
              <a:prstGeom prst="rect">
                <a:avLst/>
              </a:prstGeom>
              <a:noFill/>
              <a:ln>
                <a:noFill/>
              </a:ln>
            </p:spPr>
            <p:txBody>
              <a:bodyPr spcFirstLastPara="1" wrap="square" lIns="91425" tIns="45700" rIns="91425" bIns="45700" anchor="t" anchorCtr="0">
                <a:spAutoFit/>
              </a:bodyPr>
              <a:lstStyle/>
              <a:p>
                <a:r>
                  <a:rPr lang="en-US" sz="2000" dirty="0" smtClean="0">
                    <a:latin typeface="Verdana" panose="020B0604030504040204" pitchFamily="34" charset="0"/>
                    <a:ea typeface="Verdana" panose="020B0604030504040204" pitchFamily="34" charset="0"/>
                    <a:cs typeface="Verdana" panose="020B0604030504040204" pitchFamily="34" charset="0"/>
                  </a:rPr>
                  <a:t>Jolene works for a textbook company filling orders. She has discovered each textbook has a width of </a:t>
                </a:r>
                <a14:m>
                  <m:oMath xmlns:m="http://schemas.openxmlformats.org/officeDocument/2006/math">
                    <m:r>
                      <a:rPr lang="en-US" sz="2000" i="1">
                        <a:latin typeface="Cambria Math" panose="02040503050406030204" pitchFamily="18" charset="0"/>
                      </a:rPr>
                      <m:t>7 </m:t>
                    </m:r>
                  </m:oMath>
                </a14:m>
                <a:r>
                  <a:rPr lang="en-US" sz="2000" dirty="0">
                    <a:latin typeface="Verdana" panose="020B0604030504040204" pitchFamily="34" charset="0"/>
                    <a:ea typeface="Verdana" panose="020B0604030504040204" pitchFamily="34" charset="0"/>
                    <a:cs typeface="Verdana" panose="020B0604030504040204" pitchFamily="34" charset="0"/>
                  </a:rPr>
                  <a:t>inches (in.), a height of </a:t>
                </a:r>
                <a14:m>
                  <m:oMath xmlns:m="http://schemas.openxmlformats.org/officeDocument/2006/math">
                    <m:r>
                      <a:rPr lang="en-US" sz="2000" i="1">
                        <a:latin typeface="Cambria Math" panose="02040503050406030204" pitchFamily="18" charset="0"/>
                      </a:rPr>
                      <m:t>2</m:t>
                    </m:r>
                    <m:f>
                      <m:fPr>
                        <m:ctrlPr>
                          <a:rPr lang="en-US" sz="2000" i="1">
                            <a:latin typeface="Cambria Math"/>
                          </a:rPr>
                        </m:ctrlPr>
                      </m:fPr>
                      <m:num>
                        <m:r>
                          <a:rPr lang="en-US" sz="2000" i="1">
                            <a:latin typeface="Cambria Math" panose="02040503050406030204" pitchFamily="18" charset="0"/>
                          </a:rPr>
                          <m:t>2</m:t>
                        </m:r>
                      </m:num>
                      <m:den>
                        <m:r>
                          <a:rPr lang="en-US" sz="2000" i="1">
                            <a:latin typeface="Cambria Math" panose="02040503050406030204" pitchFamily="18" charset="0"/>
                          </a:rPr>
                          <m:t>3</m:t>
                        </m:r>
                      </m:den>
                    </m:f>
                    <m:r>
                      <a:rPr lang="en-US" sz="2000" i="1">
                        <a:latin typeface="Cambria Math" panose="02040503050406030204" pitchFamily="18" charset="0"/>
                      </a:rPr>
                      <m:t> </m:t>
                    </m:r>
                  </m:oMath>
                </a14:m>
                <a:r>
                  <a:rPr lang="en-US" sz="2000" dirty="0">
                    <a:latin typeface="Verdana" panose="020B0604030504040204" pitchFamily="34" charset="0"/>
                    <a:ea typeface="Verdana" panose="020B0604030504040204" pitchFamily="34" charset="0"/>
                    <a:cs typeface="Verdana" panose="020B0604030504040204" pitchFamily="34" charset="0"/>
                  </a:rPr>
                  <a:t>in., and a length of </a:t>
                </a:r>
                <a14:m>
                  <m:oMath xmlns:m="http://schemas.openxmlformats.org/officeDocument/2006/math">
                    <m:r>
                      <a:rPr lang="en-US" sz="2000" i="1">
                        <a:latin typeface="Cambria Math" panose="02040503050406030204" pitchFamily="18" charset="0"/>
                      </a:rPr>
                      <m:t>10 </m:t>
                    </m:r>
                  </m:oMath>
                </a14:m>
                <a:r>
                  <a:rPr lang="en-US" sz="2000" dirty="0">
                    <a:latin typeface="Verdana" panose="020B0604030504040204" pitchFamily="34" charset="0"/>
                    <a:ea typeface="Verdana" panose="020B0604030504040204" pitchFamily="34" charset="0"/>
                    <a:cs typeface="Verdana" panose="020B0604030504040204" pitchFamily="34" charset="0"/>
                  </a:rPr>
                  <a:t>in.</a:t>
                </a:r>
              </a:p>
              <a:p>
                <a:endParaRPr lang="en-US" sz="2000" dirty="0">
                  <a:latin typeface="Verdana" panose="020B0604030504040204" pitchFamily="34" charset="0"/>
                  <a:ea typeface="Verdana" panose="020B0604030504040204" pitchFamily="34" charset="0"/>
                  <a:cs typeface="Verdana" panose="020B0604030504040204" pitchFamily="34" charset="0"/>
                </a:endParaRPr>
              </a:p>
              <a:p>
                <a:endParaRPr lang="en-US" sz="2000" dirty="0">
                  <a:latin typeface="Verdana" panose="020B0604030504040204" pitchFamily="34" charset="0"/>
                  <a:ea typeface="Verdana" panose="020B0604030504040204" pitchFamily="34" charset="0"/>
                  <a:cs typeface="Verdana" panose="020B0604030504040204" pitchFamily="34" charset="0"/>
                </a:endParaRPr>
              </a:p>
              <a:p>
                <a:endParaRPr lang="en-US" sz="2000" dirty="0">
                  <a:latin typeface="Verdana" panose="020B0604030504040204" pitchFamily="34" charset="0"/>
                  <a:ea typeface="Verdana" panose="020B0604030504040204" pitchFamily="34" charset="0"/>
                  <a:cs typeface="Verdana" panose="020B0604030504040204" pitchFamily="34" charset="0"/>
                </a:endParaRPr>
              </a:p>
              <a:p>
                <a:endParaRPr lang="en-US" sz="2000" dirty="0">
                  <a:latin typeface="Verdana" panose="020B0604030504040204" pitchFamily="34" charset="0"/>
                  <a:ea typeface="Verdana" panose="020B0604030504040204" pitchFamily="34" charset="0"/>
                  <a:cs typeface="Verdana" panose="020B0604030504040204" pitchFamily="34" charset="0"/>
                </a:endParaRPr>
              </a:p>
              <a:p>
                <a:endParaRPr lang="en-US" sz="2000" dirty="0">
                  <a:latin typeface="Verdana" panose="020B0604030504040204" pitchFamily="34" charset="0"/>
                  <a:ea typeface="Verdana" panose="020B0604030504040204" pitchFamily="34" charset="0"/>
                  <a:cs typeface="Verdana" panose="020B0604030504040204" pitchFamily="34" charset="0"/>
                </a:endParaRPr>
              </a:p>
              <a:p>
                <a:endParaRPr lang="en-US" sz="2000" dirty="0">
                  <a:latin typeface="Verdana" panose="020B0604030504040204" pitchFamily="34" charset="0"/>
                  <a:ea typeface="Verdana" panose="020B0604030504040204" pitchFamily="34" charset="0"/>
                  <a:cs typeface="Verdana" panose="020B0604030504040204" pitchFamily="34" charset="0"/>
                </a:endParaRPr>
              </a:p>
              <a:p>
                <a:endParaRPr lang="en-US" sz="2000" dirty="0">
                  <a:latin typeface="Verdana" panose="020B0604030504040204" pitchFamily="34" charset="0"/>
                  <a:ea typeface="Verdana" panose="020B0604030504040204" pitchFamily="34" charset="0"/>
                  <a:cs typeface="Verdana" panose="020B0604030504040204" pitchFamily="34" charset="0"/>
                </a:endParaRPr>
              </a:p>
              <a:p>
                <a:endParaRPr lang="en-US" sz="2000" dirty="0">
                  <a:latin typeface="Verdana" panose="020B0604030504040204" pitchFamily="34" charset="0"/>
                  <a:ea typeface="Verdana" panose="020B0604030504040204" pitchFamily="34" charset="0"/>
                  <a:cs typeface="Verdana" panose="020B0604030504040204" pitchFamily="34" charset="0"/>
                </a:endParaRPr>
              </a:p>
              <a:p>
                <a:endParaRPr lang="en-US" sz="2000" dirty="0">
                  <a:latin typeface="Verdana" panose="020B0604030504040204" pitchFamily="34" charset="0"/>
                  <a:ea typeface="Verdana" panose="020B0604030504040204" pitchFamily="34" charset="0"/>
                  <a:cs typeface="Verdana" panose="020B0604030504040204" pitchFamily="34" charset="0"/>
                </a:endParaRPr>
              </a:p>
              <a:p>
                <a:endParaRPr lang="en-US" sz="2000" dirty="0">
                  <a:latin typeface="Verdana" panose="020B0604030504040204" pitchFamily="34" charset="0"/>
                  <a:ea typeface="Verdana" panose="020B0604030504040204" pitchFamily="34" charset="0"/>
                  <a:cs typeface="Verdana" panose="020B0604030504040204" pitchFamily="34" charset="0"/>
                </a:endParaRPr>
              </a:p>
              <a:p>
                <a:r>
                  <a:rPr lang="en-US" sz="2000" dirty="0">
                    <a:latin typeface="Verdana" panose="020B0604030504040204" pitchFamily="34" charset="0"/>
                    <a:ea typeface="Verdana" panose="020B0604030504040204" pitchFamily="34" charset="0"/>
                    <a:cs typeface="Verdana" panose="020B0604030504040204" pitchFamily="34" charset="0"/>
                  </a:rPr>
                  <a:t>The textbook company has decided to make the textbooks smaller by reducing the length. The new volume of the textbook will be </a:t>
                </a:r>
                <a14:m>
                  <m:oMath xmlns:m="http://schemas.openxmlformats.org/officeDocument/2006/math">
                    <m:r>
                      <a:rPr lang="en-US" sz="2000" b="0" i="1" smtClean="0">
                        <a:latin typeface="Cambria Math"/>
                      </a:rPr>
                      <m:t>168 </m:t>
                    </m:r>
                    <m:sSup>
                      <m:sSupPr>
                        <m:ctrlPr>
                          <a:rPr lang="en-US" sz="2000" i="1">
                            <a:latin typeface="Cambria Math"/>
                          </a:rPr>
                        </m:ctrlPr>
                      </m:sSupPr>
                      <m:e>
                        <m:r>
                          <m:rPr>
                            <m:sty m:val="p"/>
                          </m:rPr>
                          <a:rPr lang="en-US" sz="2000">
                            <a:latin typeface="Cambria Math" panose="02040503050406030204" pitchFamily="18" charset="0"/>
                          </a:rPr>
                          <m:t>in</m:t>
                        </m:r>
                      </m:e>
                      <m:sup>
                        <m:r>
                          <a:rPr lang="en-US" sz="2000" i="1">
                            <a:latin typeface="Cambria Math" panose="02040503050406030204" pitchFamily="18" charset="0"/>
                          </a:rPr>
                          <m:t>3</m:t>
                        </m:r>
                      </m:sup>
                    </m:sSup>
                  </m:oMath>
                </a14:m>
                <a:r>
                  <a:rPr lang="en-US" sz="2000" dirty="0">
                    <a:latin typeface="Verdana" panose="020B0604030504040204" pitchFamily="34" charset="0"/>
                    <a:ea typeface="Verdana" panose="020B0604030504040204" pitchFamily="34" charset="0"/>
                    <a:cs typeface="Verdana" panose="020B0604030504040204" pitchFamily="34" charset="0"/>
                  </a:rPr>
                  <a:t>.</a:t>
                </a:r>
              </a:p>
            </p:txBody>
          </p:sp>
        </mc:Choice>
        <mc:Fallback>
          <p:sp>
            <p:nvSpPr>
              <p:cNvPr id="200" name="Google Shape;200;p7"/>
              <p:cNvSpPr txBox="1">
                <a:spLocks noRot="1" noChangeAspect="1" noMove="1" noResize="1" noEditPoints="1" noAdjustHandles="1" noChangeArrowheads="1" noChangeShapeType="1" noTextEdit="1"/>
              </p:cNvSpPr>
              <p:nvPr/>
            </p:nvSpPr>
            <p:spPr>
              <a:xfrm>
                <a:off x="1376588" y="1386025"/>
                <a:ext cx="9694856" cy="4838015"/>
              </a:xfrm>
              <a:prstGeom prst="rect">
                <a:avLst/>
              </a:prstGeom>
              <a:blipFill rotWithShape="1">
                <a:blip r:embed="rId4"/>
                <a:stretch>
                  <a:fillRect l="-692" t="-630" b="-1259"/>
                </a:stretch>
              </a:blipFill>
              <a:ln>
                <a:noFill/>
              </a:ln>
            </p:spPr>
            <p:txBody>
              <a:bodyPr/>
              <a:lstStyle/>
              <a:p>
                <a:r>
                  <a:rPr lang="en-PH">
                    <a:noFill/>
                  </a:rPr>
                  <a:t> </a:t>
                </a:r>
              </a:p>
            </p:txBody>
          </p:sp>
        </mc:Fallback>
      </mc:AlternateContent>
      <p:pic>
        <p:nvPicPr>
          <p:cNvPr id="3" name="Picture 2" descr="A picture containing icon&#10;&#10;Description automatically generated">
            <a:extLst>
              <a:ext uri="{FF2B5EF4-FFF2-40B4-BE49-F238E27FC236}">
                <a16:creationId xmlns:a16="http://schemas.microsoft.com/office/drawing/2014/main" xmlns="" id="{FC0116DA-9377-C04C-811B-B2699E4763BA}"/>
              </a:ext>
            </a:extLst>
          </p:cNvPr>
          <p:cNvPicPr>
            <a:picLocks noChangeAspect="1"/>
          </p:cNvPicPr>
          <p:nvPr/>
        </p:nvPicPr>
        <p:blipFill>
          <a:blip r:embed="rId5" cstate="screen">
            <a:extLst>
              <a:ext uri="{28A0092B-C50C-407E-A947-70E740481C1C}">
                <a14:useLocalDpi xmlns:a14="http://schemas.microsoft.com/office/drawing/2010/main"/>
              </a:ext>
            </a:extLst>
          </a:blip>
          <a:stretch>
            <a:fillRect/>
          </a:stretch>
        </p:blipFill>
        <p:spPr>
          <a:xfrm>
            <a:off x="4081025" y="2640494"/>
            <a:ext cx="4029951" cy="2562712"/>
          </a:xfrm>
          <a:prstGeom prst="rect">
            <a:avLst/>
          </a:prstGeom>
        </p:spPr>
      </p:pic>
      <p:sp>
        <p:nvSpPr>
          <p:cNvPr id="9" name="Google Shape;125;g104476d1465_1_17"/>
          <p:cNvSpPr txBox="1"/>
          <p:nvPr/>
        </p:nvSpPr>
        <p:spPr>
          <a:xfrm>
            <a:off x="8708122" y="6457799"/>
            <a:ext cx="2634000" cy="400200"/>
          </a:xfrm>
          <a:prstGeom prst="rect">
            <a:avLst/>
          </a:prstGeom>
          <a:noFill/>
          <a:ln>
            <a:noFill/>
          </a:ln>
        </p:spPr>
        <p:txBody>
          <a:bodyPr spcFirstLastPara="1" wrap="square" lIns="91425" tIns="91425" rIns="91425" bIns="91425" anchor="t" anchorCtr="0">
            <a:spAutoFit/>
          </a:bodyPr>
          <a:lstStyle/>
          <a:p>
            <a:pPr algn="r">
              <a:buSzPts val="1400"/>
            </a:pPr>
            <a:r>
              <a:rPr lang="en-US" i="1" dirty="0">
                <a:latin typeface="Calibri"/>
                <a:ea typeface="Calibri"/>
                <a:cs typeface="Calibri"/>
                <a:sym typeface="Calibri"/>
              </a:rPr>
              <a:t>volume 2, pg. </a:t>
            </a:r>
            <a:r>
              <a:rPr lang="en-US" i="1">
                <a:latin typeface="Calibri"/>
                <a:ea typeface="Calibri"/>
                <a:cs typeface="Calibri"/>
                <a:sym typeface="Calibri"/>
              </a:rPr>
              <a:t>17</a:t>
            </a:r>
            <a:endParaRPr i="1" dirty="0">
              <a:latin typeface="Calibri"/>
              <a:ea typeface="Calibri"/>
              <a:cs typeface="Calibri"/>
              <a:sym typeface="Calibri"/>
            </a:endParaRPr>
          </a:p>
        </p:txBody>
      </p:sp>
      <p:pic>
        <p:nvPicPr>
          <p:cNvPr id="10" name="Google Shape;126;g104476d1465_1_17"/>
          <p:cNvPicPr preferRelativeResize="0"/>
          <p:nvPr/>
        </p:nvPicPr>
        <p:blipFill rotWithShape="1">
          <a:blip r:embed="rId6" cstate="screen">
            <a:alphaModFix/>
            <a:extLst>
              <a:ext uri="{28A0092B-C50C-407E-A947-70E740481C1C}">
                <a14:useLocalDpi xmlns:a14="http://schemas.microsoft.com/office/drawing/2010/main"/>
              </a:ext>
            </a:extLst>
          </a:blip>
          <a:srcRect/>
          <a:stretch/>
        </p:blipFill>
        <p:spPr>
          <a:xfrm>
            <a:off x="11446348" y="6200724"/>
            <a:ext cx="563850" cy="657276"/>
          </a:xfrm>
          <a:prstGeom prst="rect">
            <a:avLst/>
          </a:prstGeom>
          <a:noFill/>
          <a:ln>
            <a:noFill/>
          </a:ln>
          <a:effectLst>
            <a:outerShdw blurRad="57150" dist="19050" dir="5400000" algn="bl" rotWithShape="0">
              <a:srgbClr val="000000">
                <a:alpha val="49803"/>
              </a:srgbClr>
            </a:outerShdw>
          </a:effectLst>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205"/>
        <p:cNvGrpSpPr/>
        <p:nvPr/>
      </p:nvGrpSpPr>
      <p:grpSpPr>
        <a:xfrm>
          <a:off x="0" y="0"/>
          <a:ext cx="0" cy="0"/>
          <a:chOff x="0" y="0"/>
          <a:chExt cx="0" cy="0"/>
        </a:xfrm>
      </p:grpSpPr>
      <p:sp>
        <p:nvSpPr>
          <p:cNvPr id="206" name="Google Shape;206;p8"/>
          <p:cNvSpPr/>
          <p:nvPr/>
        </p:nvSpPr>
        <p:spPr>
          <a:xfrm>
            <a:off x="0" y="10888"/>
            <a:ext cx="223200" cy="6866100"/>
          </a:xfrm>
          <a:prstGeom prst="rect">
            <a:avLst/>
          </a:prstGeom>
          <a:solidFill>
            <a:srgbClr val="79B0DD"/>
          </a:solidFill>
          <a:ln w="9525" cap="flat" cmpd="sng">
            <a:solidFill>
              <a:srgbClr val="79B0DD"/>
            </a:solidFill>
            <a:prstDash val="solid"/>
            <a:round/>
            <a:headEnd type="none" w="sm" len="sm"/>
            <a:tailEnd type="none" w="sm" len="sm"/>
          </a:ln>
          <a:effectLst>
            <a:outerShdw blurRad="57150" dist="19050" dir="5400000" algn="bl" rotWithShape="0">
              <a:srgbClr val="000000">
                <a:alpha val="49803"/>
              </a:srgbClr>
            </a:outerShdw>
          </a:effectLst>
        </p:spPr>
        <p:txBody>
          <a:bodyPr spcFirstLastPara="1" wrap="square" lIns="91425" tIns="91425" rIns="91425" bIns="91425" anchor="ctr" anchorCtr="0">
            <a:noAutofit/>
          </a:bodyPr>
          <a:lstStyle/>
          <a:p>
            <a:pPr>
              <a:buSzPts val="1400"/>
            </a:pPr>
            <a:endParaRPr/>
          </a:p>
        </p:txBody>
      </p:sp>
      <p:sp>
        <p:nvSpPr>
          <p:cNvPr id="209" name="Google Shape;209;p8"/>
          <p:cNvSpPr txBox="1"/>
          <p:nvPr/>
        </p:nvSpPr>
        <p:spPr>
          <a:xfrm>
            <a:off x="1161143" y="542695"/>
            <a:ext cx="10020380" cy="4616608"/>
          </a:xfrm>
          <a:prstGeom prst="rect">
            <a:avLst/>
          </a:prstGeom>
          <a:noFill/>
          <a:ln>
            <a:noFill/>
          </a:ln>
        </p:spPr>
        <p:txBody>
          <a:bodyPr spcFirstLastPara="1" wrap="square" lIns="91425" tIns="45700" rIns="91425" bIns="45700" anchor="t" anchorCtr="0">
            <a:spAutoFit/>
          </a:bodyPr>
          <a:lstStyle/>
          <a:p>
            <a:pPr marL="461963" indent="-461963">
              <a:buFont typeface="+mj-lt"/>
              <a:buAutoNum type="arabicPeriod"/>
            </a:pPr>
            <a:r>
              <a:rPr lang="en-US" sz="2000" dirty="0">
                <a:latin typeface="Verdana" panose="020B0604030504040204" pitchFamily="34" charset="0"/>
                <a:ea typeface="Verdana" panose="020B0604030504040204" pitchFamily="34" charset="0"/>
                <a:cs typeface="Verdana" panose="020B0604030504040204" pitchFamily="34" charset="0"/>
              </a:rPr>
              <a:t>Complete the table.</a:t>
            </a:r>
          </a:p>
          <a:p>
            <a:pPr marL="342900" indent="-342900">
              <a:buFont typeface="+mj-lt"/>
              <a:buAutoNum type="arabicPeriod"/>
            </a:pPr>
            <a:endParaRPr lang="en-US" sz="2000" dirty="0">
              <a:latin typeface="Verdana" panose="020B0604030504040204" pitchFamily="34" charset="0"/>
              <a:ea typeface="Verdana" panose="020B0604030504040204" pitchFamily="34" charset="0"/>
              <a:cs typeface="Verdana" panose="020B0604030504040204" pitchFamily="34" charset="0"/>
            </a:endParaRPr>
          </a:p>
          <a:p>
            <a:pPr marL="342900" indent="-342900">
              <a:buFont typeface="+mj-lt"/>
              <a:buAutoNum type="arabicPeriod"/>
            </a:pPr>
            <a:endParaRPr lang="en-US" sz="2000" dirty="0">
              <a:latin typeface="Verdana" panose="020B0604030504040204" pitchFamily="34" charset="0"/>
              <a:ea typeface="Verdana" panose="020B0604030504040204" pitchFamily="34" charset="0"/>
              <a:cs typeface="Verdana" panose="020B0604030504040204" pitchFamily="34" charset="0"/>
            </a:endParaRPr>
          </a:p>
          <a:p>
            <a:pPr marL="342900" indent="-342900">
              <a:buFont typeface="+mj-lt"/>
              <a:buAutoNum type="arabicPeriod"/>
            </a:pPr>
            <a:endParaRPr lang="en-US" sz="2000" dirty="0">
              <a:latin typeface="Verdana" panose="020B0604030504040204" pitchFamily="34" charset="0"/>
              <a:ea typeface="Verdana" panose="020B0604030504040204" pitchFamily="34" charset="0"/>
              <a:cs typeface="Verdana" panose="020B0604030504040204" pitchFamily="34" charset="0"/>
            </a:endParaRPr>
          </a:p>
          <a:p>
            <a:pPr marL="342900" indent="-342900">
              <a:buFont typeface="+mj-lt"/>
              <a:buAutoNum type="arabicPeriod"/>
            </a:pPr>
            <a:endParaRPr lang="en-US" sz="2000" dirty="0">
              <a:latin typeface="Verdana" panose="020B0604030504040204" pitchFamily="34" charset="0"/>
              <a:ea typeface="Verdana" panose="020B0604030504040204" pitchFamily="34" charset="0"/>
              <a:cs typeface="Verdana" panose="020B0604030504040204" pitchFamily="34" charset="0"/>
            </a:endParaRPr>
          </a:p>
          <a:p>
            <a:pPr marL="342900" indent="-342900">
              <a:buFont typeface="+mj-lt"/>
              <a:buAutoNum type="arabicPeriod"/>
            </a:pPr>
            <a:endParaRPr lang="en-US" sz="2000" dirty="0">
              <a:latin typeface="Verdana" panose="020B0604030504040204" pitchFamily="34" charset="0"/>
              <a:ea typeface="Verdana" panose="020B0604030504040204" pitchFamily="34" charset="0"/>
              <a:cs typeface="Verdana" panose="020B0604030504040204" pitchFamily="34" charset="0"/>
            </a:endParaRPr>
          </a:p>
          <a:p>
            <a:pPr marL="342900" indent="-342900">
              <a:buFont typeface="+mj-lt"/>
              <a:buAutoNum type="arabicPeriod"/>
            </a:pPr>
            <a:endParaRPr lang="en-US" sz="2000" dirty="0">
              <a:latin typeface="Verdana" panose="020B0604030504040204" pitchFamily="34" charset="0"/>
              <a:ea typeface="Verdana" panose="020B0604030504040204" pitchFamily="34" charset="0"/>
              <a:cs typeface="Verdana" panose="020B0604030504040204" pitchFamily="34" charset="0"/>
            </a:endParaRPr>
          </a:p>
          <a:p>
            <a:pPr marL="342900" indent="-342900">
              <a:buFont typeface="+mj-lt"/>
              <a:buAutoNum type="arabicPeriod"/>
            </a:pPr>
            <a:endParaRPr lang="en-US" sz="2000" dirty="0">
              <a:latin typeface="Verdana" panose="020B0604030504040204" pitchFamily="34" charset="0"/>
              <a:ea typeface="Verdana" panose="020B0604030504040204" pitchFamily="34" charset="0"/>
              <a:cs typeface="Verdana" panose="020B0604030504040204" pitchFamily="34" charset="0"/>
            </a:endParaRPr>
          </a:p>
          <a:p>
            <a:pPr marL="342900" indent="-342900">
              <a:buFont typeface="+mj-lt"/>
              <a:buAutoNum type="arabicPeriod"/>
            </a:pPr>
            <a:endParaRPr lang="en-US" sz="2000" dirty="0">
              <a:latin typeface="Verdana" panose="020B0604030504040204" pitchFamily="34" charset="0"/>
              <a:ea typeface="Verdana" panose="020B0604030504040204" pitchFamily="34" charset="0"/>
              <a:cs typeface="Verdana" panose="020B0604030504040204" pitchFamily="34" charset="0"/>
            </a:endParaRPr>
          </a:p>
          <a:p>
            <a:pPr marL="342900" indent="-342900">
              <a:buFont typeface="+mj-lt"/>
              <a:buAutoNum type="arabicPeriod"/>
            </a:pPr>
            <a:endParaRPr lang="en-US" sz="2000" dirty="0">
              <a:latin typeface="Verdana" panose="020B0604030504040204" pitchFamily="34" charset="0"/>
              <a:ea typeface="Verdana" panose="020B0604030504040204" pitchFamily="34" charset="0"/>
              <a:cs typeface="Verdana" panose="020B0604030504040204" pitchFamily="34" charset="0"/>
            </a:endParaRPr>
          </a:p>
          <a:p>
            <a:pPr marL="342900" indent="-342900">
              <a:buFont typeface="+mj-lt"/>
              <a:buAutoNum type="arabicPeriod"/>
            </a:pPr>
            <a:endParaRPr lang="en-US" sz="2000" dirty="0">
              <a:latin typeface="Verdana" panose="020B0604030504040204" pitchFamily="34" charset="0"/>
              <a:ea typeface="Verdana" panose="020B0604030504040204" pitchFamily="34" charset="0"/>
              <a:cs typeface="Verdana" panose="020B0604030504040204" pitchFamily="34" charset="0"/>
            </a:endParaRPr>
          </a:p>
          <a:p>
            <a:pPr marL="342900" indent="-342900">
              <a:buFont typeface="+mj-lt"/>
              <a:buAutoNum type="arabicPeriod"/>
            </a:pPr>
            <a:endParaRPr lang="en-US" sz="2000" dirty="0">
              <a:latin typeface="Verdana" panose="020B0604030504040204" pitchFamily="34" charset="0"/>
              <a:ea typeface="Verdana" panose="020B0604030504040204" pitchFamily="34" charset="0"/>
              <a:cs typeface="Verdana" panose="020B0604030504040204" pitchFamily="34" charset="0"/>
            </a:endParaRPr>
          </a:p>
          <a:p>
            <a:pPr marL="461963" indent="-461963">
              <a:buFont typeface="+mj-lt"/>
              <a:buAutoNum type="arabicPeriod"/>
            </a:pPr>
            <a:r>
              <a:rPr lang="en-US" sz="2000" dirty="0">
                <a:latin typeface="Verdana" panose="020B0604030504040204" pitchFamily="34" charset="0"/>
                <a:ea typeface="Verdana" panose="020B0604030504040204" pitchFamily="34" charset="0"/>
                <a:cs typeface="Verdana" panose="020B0604030504040204" pitchFamily="34" charset="0"/>
              </a:rPr>
              <a:t>Work with your partner to determine the new length of the textbook. Explain your process.</a:t>
            </a:r>
          </a:p>
          <a:p>
            <a:pPr lvl="0"/>
            <a:endParaRPr lang="en-US" dirty="0"/>
          </a:p>
        </p:txBody>
      </p:sp>
      <mc:AlternateContent xmlns:mc="http://schemas.openxmlformats.org/markup-compatibility/2006" xmlns:a14="http://schemas.microsoft.com/office/drawing/2010/main">
        <mc:Choice Requires="a14">
          <p:graphicFrame>
            <p:nvGraphicFramePr>
              <p:cNvPr id="2" name="Table 1">
                <a:extLst>
                  <a:ext uri="{FF2B5EF4-FFF2-40B4-BE49-F238E27FC236}">
                    <a16:creationId xmlns:a16="http://schemas.microsoft.com/office/drawing/2014/main" xmlns="" id="{EB6E6E9C-0346-4849-8231-E6939891069E}"/>
                  </a:ext>
                </a:extLst>
              </p:cNvPr>
              <p:cNvGraphicFramePr>
                <a:graphicFrameLocks noGrp="1"/>
              </p:cNvGraphicFramePr>
              <p:nvPr>
                <p:extLst>
                  <p:ext uri="{D42A27DB-BD31-4B8C-83A1-F6EECF244321}">
                    <p14:modId xmlns:p14="http://schemas.microsoft.com/office/powerpoint/2010/main" val="3847620404"/>
                  </p:ext>
                </p:extLst>
              </p:nvPr>
            </p:nvGraphicFramePr>
            <p:xfrm>
              <a:off x="2658110" y="1340818"/>
              <a:ext cx="7290640" cy="2103120"/>
            </p:xfrm>
            <a:graphic>
              <a:graphicData uri="http://schemas.openxmlformats.org/drawingml/2006/table">
                <a:tbl>
                  <a:tblPr firstRow="1" firstCol="1" bandRow="1">
                    <a:tableStyleId>{5C22544A-7EE6-4342-B048-85BDC9FD1C3A}</a:tableStyleId>
                  </a:tblPr>
                  <a:tblGrid>
                    <a:gridCol w="3645320">
                      <a:extLst>
                        <a:ext uri="{9D8B030D-6E8A-4147-A177-3AD203B41FA5}">
                          <a16:colId xmlns:a16="http://schemas.microsoft.com/office/drawing/2014/main" xmlns="" val="982002424"/>
                        </a:ext>
                      </a:extLst>
                    </a:gridCol>
                    <a:gridCol w="3645320">
                      <a:extLst>
                        <a:ext uri="{9D8B030D-6E8A-4147-A177-3AD203B41FA5}">
                          <a16:colId xmlns:a16="http://schemas.microsoft.com/office/drawing/2014/main" xmlns="" val="236481777"/>
                        </a:ext>
                      </a:extLst>
                    </a:gridCol>
                  </a:tblGrid>
                  <a:tr h="290830">
                    <a:tc>
                      <a:txBody>
                        <a:bodyPr/>
                        <a:lstStyle/>
                        <a:p>
                          <a:pPr marL="0" marR="0" algn="ctr">
                            <a:lnSpc>
                              <a:spcPct val="115000"/>
                            </a:lnSpc>
                            <a:spcBef>
                              <a:spcPts val="0"/>
                            </a:spcBef>
                            <a:spcAft>
                              <a:spcPts val="0"/>
                            </a:spcAft>
                          </a:pPr>
                          <a:r>
                            <a:rPr lang="en-US" sz="2000" dirty="0">
                              <a:solidFill>
                                <a:schemeClr val="tx1"/>
                              </a:solidFill>
                              <a:effectLst/>
                              <a:latin typeface="Verdana" panose="020B0604030504040204" pitchFamily="34" charset="0"/>
                              <a:ea typeface="Verdana" panose="020B0604030504040204" pitchFamily="34" charset="0"/>
                              <a:cs typeface="Verdana" panose="020B0604030504040204" pitchFamily="34" charset="0"/>
                            </a:rPr>
                            <a:t>Old Textbook</a:t>
                          </a: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3"/>
                        </a:solidFill>
                      </a:tcPr>
                    </a:tc>
                    <a:tc>
                      <a:txBody>
                        <a:bodyPr/>
                        <a:lstStyle/>
                        <a:p>
                          <a:pPr marL="0" marR="0" algn="ctr">
                            <a:lnSpc>
                              <a:spcPct val="115000"/>
                            </a:lnSpc>
                            <a:spcBef>
                              <a:spcPts val="0"/>
                            </a:spcBef>
                            <a:spcAft>
                              <a:spcPts val="0"/>
                            </a:spcAft>
                          </a:pPr>
                          <a:r>
                            <a:rPr lang="en-US" sz="2000" dirty="0">
                              <a:solidFill>
                                <a:schemeClr val="tx1"/>
                              </a:solidFill>
                              <a:effectLst/>
                              <a:latin typeface="Verdana" panose="020B0604030504040204" pitchFamily="34" charset="0"/>
                              <a:ea typeface="Verdana" panose="020B0604030504040204" pitchFamily="34" charset="0"/>
                              <a:cs typeface="Verdana" panose="020B0604030504040204" pitchFamily="34" charset="0"/>
                            </a:rPr>
                            <a:t>New Textbook</a:t>
                          </a: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3"/>
                        </a:solidFill>
                      </a:tcPr>
                    </a:tc>
                    <a:extLst>
                      <a:ext uri="{0D108BD9-81ED-4DB2-BD59-A6C34878D82A}">
                        <a16:rowId xmlns:a16="http://schemas.microsoft.com/office/drawing/2014/main" xmlns="" val="650740369"/>
                      </a:ext>
                    </a:extLst>
                  </a:tr>
                  <a:tr h="1062990">
                    <a:tc>
                      <a:txBody>
                        <a:bodyPr/>
                        <a:lstStyle/>
                        <a:p>
                          <a:pPr marL="0" marR="0">
                            <a:lnSpc>
                              <a:spcPct val="115000"/>
                            </a:lnSpc>
                            <a:spcBef>
                              <a:spcPts val="0"/>
                            </a:spcBef>
                            <a:spcAft>
                              <a:spcPts val="0"/>
                            </a:spcAft>
                          </a:pPr>
                          <a14:m>
                            <m:oMathPara xmlns:m="http://schemas.openxmlformats.org/officeDocument/2006/math">
                              <m:oMathParaPr>
                                <m:jc m:val="centerGroup"/>
                              </m:oMathParaPr>
                              <m:oMath xmlns:m="http://schemas.openxmlformats.org/officeDocument/2006/math">
                                <m:r>
                                  <a:rPr lang="en-US" sz="2000" smtClean="0">
                                    <a:solidFill>
                                      <a:schemeClr val="tx1"/>
                                    </a:solidFill>
                                    <a:effectLst/>
                                    <a:latin typeface="Cambria Math" panose="02040503050406030204" pitchFamily="18" charset="0"/>
                                  </a:rPr>
                                  <m:t>𝑉</m:t>
                                </m:r>
                                <m:r>
                                  <a:rPr lang="en-US" sz="2000" smtClean="0">
                                    <a:solidFill>
                                      <a:schemeClr val="tx1"/>
                                    </a:solidFill>
                                    <a:effectLst/>
                                    <a:latin typeface="Cambria Math" panose="02040503050406030204" pitchFamily="18" charset="0"/>
                                  </a:rPr>
                                  <m:t>=</m:t>
                                </m:r>
                                <m:r>
                                  <a:rPr lang="en-US" sz="2000" smtClean="0">
                                    <a:solidFill>
                                      <a:schemeClr val="tx1"/>
                                    </a:solidFill>
                                    <a:effectLst/>
                                    <a:latin typeface="Cambria Math" panose="02040503050406030204" pitchFamily="18" charset="0"/>
                                  </a:rPr>
                                  <m:t>𝑙</m:t>
                                </m:r>
                                <m:r>
                                  <a:rPr lang="en-US" sz="2000" smtClean="0">
                                    <a:solidFill>
                                      <a:schemeClr val="tx1"/>
                                    </a:solidFill>
                                    <a:effectLst/>
                                    <a:latin typeface="Cambria Math" panose="02040503050406030204" pitchFamily="18" charset="0"/>
                                  </a:rPr>
                                  <m:t>×</m:t>
                                </m:r>
                                <m:r>
                                  <a:rPr lang="en-US" sz="2000" smtClean="0">
                                    <a:solidFill>
                                      <a:schemeClr val="tx1"/>
                                    </a:solidFill>
                                    <a:effectLst/>
                                    <a:latin typeface="Cambria Math" panose="02040503050406030204" pitchFamily="18" charset="0"/>
                                  </a:rPr>
                                  <m:t>𝑤</m:t>
                                </m:r>
                                <m:r>
                                  <a:rPr lang="en-US" sz="2000" smtClean="0">
                                    <a:solidFill>
                                      <a:schemeClr val="tx1"/>
                                    </a:solidFill>
                                    <a:effectLst/>
                                    <a:latin typeface="Cambria Math" panose="02040503050406030204" pitchFamily="18" charset="0"/>
                                  </a:rPr>
                                  <m:t>×</m:t>
                                </m:r>
                                <m:r>
                                  <a:rPr lang="en-US" sz="2000" smtClean="0">
                                    <a:solidFill>
                                      <a:schemeClr val="tx1"/>
                                    </a:solidFill>
                                    <a:effectLst/>
                                    <a:latin typeface="Cambria Math" panose="02040503050406030204" pitchFamily="18" charset="0"/>
                                  </a:rPr>
                                  <m:t>h</m:t>
                                </m:r>
                              </m:oMath>
                            </m:oMathPara>
                          </a14:m>
                          <a:endParaRPr lang="en-US" sz="2000" dirty="0">
                            <a:solidFill>
                              <a:schemeClr val="tx1"/>
                            </a:solidFill>
                            <a:effectLst/>
                            <a:latin typeface="Verdana" panose="020B0604030504040204" pitchFamily="34" charset="0"/>
                            <a:ea typeface="Verdana" panose="020B0604030504040204" pitchFamily="34" charset="0"/>
                            <a:cs typeface="Verdana" panose="020B0604030504040204" pitchFamily="34" charset="0"/>
                          </a:endParaRPr>
                        </a:p>
                        <a:p>
                          <a:pPr marL="0" marR="0">
                            <a:lnSpc>
                              <a:spcPct val="115000"/>
                            </a:lnSpc>
                            <a:spcBef>
                              <a:spcPts val="0"/>
                            </a:spcBef>
                            <a:spcAft>
                              <a:spcPts val="0"/>
                            </a:spcAft>
                          </a:pPr>
                          <a:r>
                            <a:rPr lang="en-US" sz="2000" dirty="0">
                              <a:solidFill>
                                <a:schemeClr val="tx1"/>
                              </a:solidFill>
                              <a:effectLst/>
                              <a:latin typeface="Verdana" panose="020B0604030504040204" pitchFamily="34" charset="0"/>
                              <a:ea typeface="Verdana" panose="020B0604030504040204" pitchFamily="34" charset="0"/>
                              <a:cs typeface="Verdana" panose="020B0604030504040204" pitchFamily="34" charset="0"/>
                            </a:rPr>
                            <a:t> </a:t>
                          </a:r>
                        </a:p>
                        <a:p>
                          <a:pPr marL="0" marR="0">
                            <a:lnSpc>
                              <a:spcPct val="115000"/>
                            </a:lnSpc>
                            <a:spcBef>
                              <a:spcPts val="0"/>
                            </a:spcBef>
                            <a:spcAft>
                              <a:spcPts val="0"/>
                            </a:spcAft>
                          </a:pPr>
                          <a14:m>
                            <m:oMathPara xmlns:m="http://schemas.openxmlformats.org/officeDocument/2006/math">
                              <m:oMathParaPr>
                                <m:jc m:val="centerGroup"/>
                              </m:oMathParaPr>
                              <m:oMath xmlns:m="http://schemas.openxmlformats.org/officeDocument/2006/math">
                                <m:r>
                                  <a:rPr lang="en-US" sz="2000">
                                    <a:solidFill>
                                      <a:schemeClr val="tx1"/>
                                    </a:solidFill>
                                    <a:effectLst/>
                                    <a:latin typeface="Cambria Math" panose="02040503050406030204" pitchFamily="18" charset="0"/>
                                  </a:rPr>
                                  <m:t>𝑉</m:t>
                                </m:r>
                                <m:r>
                                  <a:rPr lang="en-US" sz="2000">
                                    <a:solidFill>
                                      <a:schemeClr val="tx1"/>
                                    </a:solidFill>
                                    <a:effectLst/>
                                    <a:latin typeface="Cambria Math" panose="02040503050406030204" pitchFamily="18" charset="0"/>
                                  </a:rPr>
                                  <m:t>= _______×_______×_______</m:t>
                                </m:r>
                              </m:oMath>
                            </m:oMathPara>
                          </a14:m>
                          <a:endParaRPr lang="en-US" sz="2000" dirty="0">
                            <a:solidFill>
                              <a:schemeClr val="tx1"/>
                            </a:solidFill>
                            <a:effectLst/>
                            <a:latin typeface="Verdana" panose="020B0604030504040204" pitchFamily="34" charset="0"/>
                            <a:ea typeface="Verdana" panose="020B0604030504040204" pitchFamily="34" charset="0"/>
                            <a:cs typeface="Verdana" panose="020B0604030504040204" pitchFamily="34" charset="0"/>
                          </a:endParaRPr>
                        </a:p>
                        <a:p>
                          <a:pPr marL="0" marR="0">
                            <a:lnSpc>
                              <a:spcPct val="115000"/>
                            </a:lnSpc>
                            <a:spcBef>
                              <a:spcPts val="0"/>
                            </a:spcBef>
                            <a:spcAft>
                              <a:spcPts val="0"/>
                            </a:spcAft>
                          </a:pPr>
                          <a:r>
                            <a:rPr lang="en-US" sz="2000" dirty="0">
                              <a:solidFill>
                                <a:schemeClr val="tx1"/>
                              </a:solidFill>
                              <a:effectLst/>
                              <a:latin typeface="Verdana" panose="020B0604030504040204" pitchFamily="34" charset="0"/>
                              <a:ea typeface="Verdana" panose="020B0604030504040204" pitchFamily="34" charset="0"/>
                              <a:cs typeface="Verdana" panose="020B0604030504040204" pitchFamily="34" charset="0"/>
                            </a:rPr>
                            <a:t> </a:t>
                          </a:r>
                        </a:p>
                        <a:p>
                          <a:pPr marL="0" marR="0">
                            <a:lnSpc>
                              <a:spcPct val="115000"/>
                            </a:lnSpc>
                            <a:spcBef>
                              <a:spcPts val="0"/>
                            </a:spcBef>
                            <a:spcAft>
                              <a:spcPts val="0"/>
                            </a:spcAft>
                          </a:pPr>
                          <a14:m>
                            <m:oMath xmlns:m="http://schemas.openxmlformats.org/officeDocument/2006/math">
                              <m:r>
                                <a:rPr lang="en-US" sz="2000">
                                  <a:solidFill>
                                    <a:schemeClr val="tx1"/>
                                  </a:solidFill>
                                  <a:effectLst/>
                                  <a:latin typeface="Cambria Math" panose="02040503050406030204" pitchFamily="18" charset="0"/>
                                </a:rPr>
                                <m:t>𝑉</m:t>
                              </m:r>
                              <m:r>
                                <a:rPr lang="en-US" sz="2000">
                                  <a:solidFill>
                                    <a:schemeClr val="tx1"/>
                                  </a:solidFill>
                                  <a:effectLst/>
                                  <a:latin typeface="Cambria Math" panose="02040503050406030204" pitchFamily="18" charset="0"/>
                                </a:rPr>
                                <m:t>=</m:t>
                              </m:r>
                            </m:oMath>
                          </a14:m>
                          <a:r>
                            <a:rPr lang="en-US" sz="2000" dirty="0">
                              <a:solidFill>
                                <a:schemeClr val="tx1"/>
                              </a:solidFill>
                              <a:effectLst/>
                              <a:latin typeface="Verdana" panose="020B0604030504040204" pitchFamily="34" charset="0"/>
                              <a:ea typeface="Verdana" panose="020B0604030504040204" pitchFamily="34" charset="0"/>
                              <a:cs typeface="Verdana" panose="020B0604030504040204" pitchFamily="34" charset="0"/>
                            </a:rPr>
                            <a:t>______</a:t>
                          </a:r>
                          <a14:m>
                            <m:oMath xmlns:m="http://schemas.openxmlformats.org/officeDocument/2006/math">
                              <m:sSup>
                                <m:sSupPr>
                                  <m:ctrlPr>
                                    <a:rPr lang="en-US" sz="2000" i="1">
                                      <a:solidFill>
                                        <a:schemeClr val="tx1"/>
                                      </a:solidFill>
                                      <a:effectLst/>
                                      <a:latin typeface="Cambria Math"/>
                                    </a:rPr>
                                  </m:ctrlPr>
                                </m:sSupPr>
                                <m:e>
                                  <m:r>
                                    <m:rPr>
                                      <m:sty m:val="p"/>
                                    </m:rPr>
                                    <a:rPr lang="en-US" sz="2000">
                                      <a:solidFill>
                                        <a:schemeClr val="tx1"/>
                                      </a:solidFill>
                                      <a:effectLst/>
                                      <a:latin typeface="Cambria Math" panose="02040503050406030204" pitchFamily="18" charset="0"/>
                                    </a:rPr>
                                    <m:t>in</m:t>
                                  </m:r>
                                </m:e>
                                <m:sup>
                                  <m:r>
                                    <a:rPr lang="en-US" sz="2000">
                                      <a:solidFill>
                                        <a:schemeClr val="tx1"/>
                                      </a:solidFill>
                                      <a:effectLst/>
                                      <a:latin typeface="Cambria Math" panose="02040503050406030204" pitchFamily="18" charset="0"/>
                                    </a:rPr>
                                    <m:t>3</m:t>
                                  </m:r>
                                </m:sup>
                              </m:sSup>
                            </m:oMath>
                          </a14:m>
                          <a:endParaRPr lang="en-US" sz="2000" dirty="0">
                            <a:solidFill>
                              <a:schemeClr val="tx1"/>
                            </a:solidFill>
                            <a:effectLst/>
                            <a:latin typeface="Verdana" panose="020B0604030504040204" pitchFamily="34" charset="0"/>
                            <a:ea typeface="Verdana" panose="020B0604030504040204" pitchFamily="34" charset="0"/>
                            <a:cs typeface="Verdana" panose="020B0604030504040204" pitchFamily="34" charset="0"/>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marR="0">
                            <a:lnSpc>
                              <a:spcPct val="115000"/>
                            </a:lnSpc>
                            <a:spcBef>
                              <a:spcPts val="0"/>
                            </a:spcBef>
                            <a:spcAft>
                              <a:spcPts val="0"/>
                            </a:spcAft>
                          </a:pPr>
                          <a14:m>
                            <m:oMathPara xmlns:m="http://schemas.openxmlformats.org/officeDocument/2006/math">
                              <m:oMathParaPr>
                                <m:jc m:val="centerGroup"/>
                              </m:oMathParaPr>
                              <m:oMath xmlns:m="http://schemas.openxmlformats.org/officeDocument/2006/math">
                                <m:r>
                                  <a:rPr lang="en-US" sz="2000" smtClean="0">
                                    <a:solidFill>
                                      <a:schemeClr val="tx1"/>
                                    </a:solidFill>
                                    <a:effectLst/>
                                    <a:latin typeface="Cambria Math" panose="02040503050406030204" pitchFamily="18" charset="0"/>
                                  </a:rPr>
                                  <m:t>𝑉</m:t>
                                </m:r>
                                <m:r>
                                  <a:rPr lang="en-US" sz="2000" smtClean="0">
                                    <a:solidFill>
                                      <a:schemeClr val="tx1"/>
                                    </a:solidFill>
                                    <a:effectLst/>
                                    <a:latin typeface="Cambria Math" panose="02040503050406030204" pitchFamily="18" charset="0"/>
                                  </a:rPr>
                                  <m:t>=</m:t>
                                </m:r>
                                <m:r>
                                  <a:rPr lang="en-US" sz="2000" smtClean="0">
                                    <a:solidFill>
                                      <a:schemeClr val="tx1"/>
                                    </a:solidFill>
                                    <a:effectLst/>
                                    <a:latin typeface="Cambria Math" panose="02040503050406030204" pitchFamily="18" charset="0"/>
                                  </a:rPr>
                                  <m:t>𝑙</m:t>
                                </m:r>
                                <m:r>
                                  <a:rPr lang="en-US" sz="2000" smtClean="0">
                                    <a:solidFill>
                                      <a:schemeClr val="tx1"/>
                                    </a:solidFill>
                                    <a:effectLst/>
                                    <a:latin typeface="Cambria Math" panose="02040503050406030204" pitchFamily="18" charset="0"/>
                                  </a:rPr>
                                  <m:t>×</m:t>
                                </m:r>
                                <m:r>
                                  <a:rPr lang="en-US" sz="2000" smtClean="0">
                                    <a:solidFill>
                                      <a:schemeClr val="tx1"/>
                                    </a:solidFill>
                                    <a:effectLst/>
                                    <a:latin typeface="Cambria Math" panose="02040503050406030204" pitchFamily="18" charset="0"/>
                                  </a:rPr>
                                  <m:t>𝑤</m:t>
                                </m:r>
                                <m:r>
                                  <a:rPr lang="en-US" sz="2000" smtClean="0">
                                    <a:solidFill>
                                      <a:schemeClr val="tx1"/>
                                    </a:solidFill>
                                    <a:effectLst/>
                                    <a:latin typeface="Cambria Math" panose="02040503050406030204" pitchFamily="18" charset="0"/>
                                  </a:rPr>
                                  <m:t>×</m:t>
                                </m:r>
                                <m:r>
                                  <a:rPr lang="en-US" sz="2000" smtClean="0">
                                    <a:solidFill>
                                      <a:schemeClr val="tx1"/>
                                    </a:solidFill>
                                    <a:effectLst/>
                                    <a:latin typeface="Cambria Math" panose="02040503050406030204" pitchFamily="18" charset="0"/>
                                  </a:rPr>
                                  <m:t>h</m:t>
                                </m:r>
                              </m:oMath>
                            </m:oMathPara>
                          </a14:m>
                          <a:endParaRPr lang="en-US" sz="2000" dirty="0">
                            <a:solidFill>
                              <a:schemeClr val="tx1"/>
                            </a:solidFill>
                            <a:effectLst/>
                            <a:latin typeface="Verdana" panose="020B0604030504040204" pitchFamily="34" charset="0"/>
                            <a:ea typeface="Verdana" panose="020B0604030504040204" pitchFamily="34" charset="0"/>
                            <a:cs typeface="Verdana" panose="020B0604030504040204" pitchFamily="34" charset="0"/>
                          </a:endParaRPr>
                        </a:p>
                        <a:p>
                          <a:pPr marL="0" marR="0">
                            <a:lnSpc>
                              <a:spcPct val="115000"/>
                            </a:lnSpc>
                            <a:spcBef>
                              <a:spcPts val="0"/>
                            </a:spcBef>
                            <a:spcAft>
                              <a:spcPts val="0"/>
                            </a:spcAft>
                          </a:pPr>
                          <a:r>
                            <a:rPr lang="en-US" sz="2000" dirty="0">
                              <a:solidFill>
                                <a:schemeClr val="tx1"/>
                              </a:solidFill>
                              <a:effectLst/>
                              <a:latin typeface="Verdana" panose="020B0604030504040204" pitchFamily="34" charset="0"/>
                              <a:ea typeface="Verdana" panose="020B0604030504040204" pitchFamily="34" charset="0"/>
                              <a:cs typeface="Verdana" panose="020B0604030504040204" pitchFamily="34" charset="0"/>
                            </a:rPr>
                            <a:t> </a:t>
                          </a:r>
                        </a:p>
                        <a:p>
                          <a:pPr marL="0" marR="0">
                            <a:lnSpc>
                              <a:spcPct val="115000"/>
                            </a:lnSpc>
                            <a:spcBef>
                              <a:spcPts val="0"/>
                            </a:spcBef>
                            <a:spcAft>
                              <a:spcPts val="0"/>
                            </a:spcAft>
                          </a:pPr>
                          <a14:m>
                            <m:oMathPara xmlns:m="http://schemas.openxmlformats.org/officeDocument/2006/math">
                              <m:oMathParaPr>
                                <m:jc m:val="centerGroup"/>
                              </m:oMathParaPr>
                              <m:oMath xmlns:m="http://schemas.openxmlformats.org/officeDocument/2006/math">
                                <m:r>
                                  <a:rPr lang="en-US" sz="2000">
                                    <a:solidFill>
                                      <a:schemeClr val="tx1"/>
                                    </a:solidFill>
                                    <a:effectLst/>
                                    <a:latin typeface="Cambria Math" panose="02040503050406030204" pitchFamily="18" charset="0"/>
                                  </a:rPr>
                                  <m:t>98 </m:t>
                                </m:r>
                                <m:sSup>
                                  <m:sSupPr>
                                    <m:ctrlPr>
                                      <a:rPr lang="en-US" sz="2000" i="1">
                                        <a:solidFill>
                                          <a:schemeClr val="tx1"/>
                                        </a:solidFill>
                                        <a:effectLst/>
                                        <a:latin typeface="Cambria Math"/>
                                      </a:rPr>
                                    </m:ctrlPr>
                                  </m:sSupPr>
                                  <m:e>
                                    <m:r>
                                      <m:rPr>
                                        <m:sty m:val="p"/>
                                      </m:rPr>
                                      <a:rPr lang="en-US" sz="2000">
                                        <a:solidFill>
                                          <a:schemeClr val="tx1"/>
                                        </a:solidFill>
                                        <a:effectLst/>
                                        <a:latin typeface="Cambria Math" panose="02040503050406030204" pitchFamily="18" charset="0"/>
                                      </a:rPr>
                                      <m:t>in</m:t>
                                    </m:r>
                                  </m:e>
                                  <m:sup>
                                    <m:r>
                                      <a:rPr lang="en-US" sz="2000">
                                        <a:solidFill>
                                          <a:schemeClr val="tx1"/>
                                        </a:solidFill>
                                        <a:effectLst/>
                                        <a:latin typeface="Cambria Math" panose="02040503050406030204" pitchFamily="18" charset="0"/>
                                      </a:rPr>
                                      <m:t>3</m:t>
                                    </m:r>
                                  </m:sup>
                                </m:sSup>
                                <m:r>
                                  <a:rPr lang="en-US" sz="2000">
                                    <a:solidFill>
                                      <a:schemeClr val="tx1"/>
                                    </a:solidFill>
                                    <a:effectLst/>
                                    <a:latin typeface="Cambria Math" panose="02040503050406030204" pitchFamily="18" charset="0"/>
                                  </a:rPr>
                                  <m:t>= </m:t>
                                </m:r>
                                <m:r>
                                  <a:rPr lang="en-US" sz="2000">
                                    <a:solidFill>
                                      <a:schemeClr val="tx1"/>
                                    </a:solidFill>
                                    <a:effectLst/>
                                    <a:latin typeface="Cambria Math" panose="02040503050406030204" pitchFamily="18" charset="0"/>
                                  </a:rPr>
                                  <m:t>𝑙</m:t>
                                </m:r>
                                <m:r>
                                  <a:rPr lang="en-US" sz="2000">
                                    <a:solidFill>
                                      <a:schemeClr val="tx1"/>
                                    </a:solidFill>
                                    <a:effectLst/>
                                    <a:latin typeface="Cambria Math" panose="02040503050406030204" pitchFamily="18" charset="0"/>
                                  </a:rPr>
                                  <m:t>×______</m:t>
                                </m:r>
                                <m:r>
                                  <m:rPr>
                                    <m:sty m:val="p"/>
                                  </m:rPr>
                                  <a:rPr lang="en-US" sz="2000">
                                    <a:solidFill>
                                      <a:schemeClr val="tx1"/>
                                    </a:solidFill>
                                    <a:effectLst/>
                                    <a:latin typeface="Cambria Math" panose="02040503050406030204" pitchFamily="18" charset="0"/>
                                  </a:rPr>
                                  <m:t>in</m:t>
                                </m:r>
                                <m:r>
                                  <a:rPr lang="en-US" sz="2000">
                                    <a:solidFill>
                                      <a:schemeClr val="tx1"/>
                                    </a:solidFill>
                                    <a:effectLst/>
                                    <a:latin typeface="Cambria Math" panose="02040503050406030204" pitchFamily="18" charset="0"/>
                                  </a:rPr>
                                  <m:t>.  ×  ______</m:t>
                                </m:r>
                                <m:r>
                                  <m:rPr>
                                    <m:sty m:val="p"/>
                                  </m:rPr>
                                  <a:rPr lang="en-US" sz="2000">
                                    <a:solidFill>
                                      <a:schemeClr val="tx1"/>
                                    </a:solidFill>
                                    <a:effectLst/>
                                    <a:latin typeface="Cambria Math" panose="02040503050406030204" pitchFamily="18" charset="0"/>
                                  </a:rPr>
                                  <m:t>in</m:t>
                                </m:r>
                                <m:r>
                                  <a:rPr lang="en-US" sz="2000">
                                    <a:solidFill>
                                      <a:schemeClr val="tx1"/>
                                    </a:solidFill>
                                    <a:effectLst/>
                                    <a:latin typeface="Cambria Math" panose="02040503050406030204" pitchFamily="18" charset="0"/>
                                  </a:rPr>
                                  <m:t>.</m:t>
                                </m:r>
                              </m:oMath>
                            </m:oMathPara>
                          </a14:m>
                          <a:endParaRPr lang="en-US" sz="2000" dirty="0">
                            <a:solidFill>
                              <a:schemeClr val="tx1"/>
                            </a:solidFill>
                            <a:effectLst/>
                            <a:latin typeface="Verdana" panose="020B0604030504040204" pitchFamily="34" charset="0"/>
                            <a:ea typeface="Verdana" panose="020B0604030504040204" pitchFamily="34" charset="0"/>
                            <a:cs typeface="Verdana" panose="020B0604030504040204" pitchFamily="34" charset="0"/>
                          </a:endParaRPr>
                        </a:p>
                        <a:p>
                          <a:pPr marL="0" marR="0">
                            <a:lnSpc>
                              <a:spcPct val="115000"/>
                            </a:lnSpc>
                            <a:spcBef>
                              <a:spcPts val="0"/>
                            </a:spcBef>
                            <a:spcAft>
                              <a:spcPts val="0"/>
                            </a:spcAft>
                          </a:pPr>
                          <a:r>
                            <a:rPr lang="en-US" sz="2000" dirty="0">
                              <a:solidFill>
                                <a:schemeClr val="tx1"/>
                              </a:solidFill>
                              <a:effectLst/>
                              <a:latin typeface="Verdana" panose="020B0604030504040204" pitchFamily="34" charset="0"/>
                              <a:ea typeface="Verdana" panose="020B0604030504040204" pitchFamily="34" charset="0"/>
                              <a:cs typeface="Verdana" panose="020B0604030504040204" pitchFamily="34" charset="0"/>
                            </a:rPr>
                            <a:t> </a:t>
                          </a:r>
                        </a:p>
                        <a:p>
                          <a:pPr marL="0" marR="0">
                            <a:lnSpc>
                              <a:spcPct val="115000"/>
                            </a:lnSpc>
                            <a:spcBef>
                              <a:spcPts val="0"/>
                            </a:spcBef>
                            <a:spcAft>
                              <a:spcPts val="0"/>
                            </a:spcAft>
                          </a:pPr>
                          <a14:m>
                            <m:oMathPara xmlns:m="http://schemas.openxmlformats.org/officeDocument/2006/math">
                              <m:oMathParaPr>
                                <m:jc m:val="centerGroup"/>
                              </m:oMathParaPr>
                              <m:oMath xmlns:m="http://schemas.openxmlformats.org/officeDocument/2006/math">
                                <m:r>
                                  <a:rPr lang="en-US" sz="2000">
                                    <a:solidFill>
                                      <a:schemeClr val="tx1"/>
                                    </a:solidFill>
                                    <a:effectLst/>
                                    <a:latin typeface="Cambria Math" panose="02040503050406030204" pitchFamily="18" charset="0"/>
                                  </a:rPr>
                                  <m:t>98 </m:t>
                                </m:r>
                                <m:sSup>
                                  <m:sSupPr>
                                    <m:ctrlPr>
                                      <a:rPr lang="en-US" sz="2000" i="1">
                                        <a:solidFill>
                                          <a:schemeClr val="tx1"/>
                                        </a:solidFill>
                                        <a:effectLst/>
                                        <a:latin typeface="Cambria Math"/>
                                      </a:rPr>
                                    </m:ctrlPr>
                                  </m:sSupPr>
                                  <m:e>
                                    <m:r>
                                      <m:rPr>
                                        <m:sty m:val="p"/>
                                      </m:rPr>
                                      <a:rPr lang="en-US" sz="2000">
                                        <a:solidFill>
                                          <a:schemeClr val="tx1"/>
                                        </a:solidFill>
                                        <a:effectLst/>
                                        <a:latin typeface="Cambria Math" panose="02040503050406030204" pitchFamily="18" charset="0"/>
                                      </a:rPr>
                                      <m:t>in</m:t>
                                    </m:r>
                                  </m:e>
                                  <m:sup>
                                    <m:r>
                                      <a:rPr lang="en-US" sz="2000">
                                        <a:solidFill>
                                          <a:schemeClr val="tx1"/>
                                        </a:solidFill>
                                        <a:effectLst/>
                                        <a:latin typeface="Cambria Math" panose="02040503050406030204" pitchFamily="18" charset="0"/>
                                      </a:rPr>
                                      <m:t>3</m:t>
                                    </m:r>
                                  </m:sup>
                                </m:sSup>
                                <m:r>
                                  <a:rPr lang="en-US" sz="2000">
                                    <a:solidFill>
                                      <a:schemeClr val="tx1"/>
                                    </a:solidFill>
                                    <a:effectLst/>
                                    <a:latin typeface="Cambria Math" panose="02040503050406030204" pitchFamily="18" charset="0"/>
                                  </a:rPr>
                                  <m:t>=________</m:t>
                                </m:r>
                                <m:r>
                                  <m:rPr>
                                    <m:sty m:val="p"/>
                                  </m:rPr>
                                  <a:rPr lang="en-US" sz="2000">
                                    <a:solidFill>
                                      <a:schemeClr val="tx1"/>
                                    </a:solidFill>
                                    <a:effectLst/>
                                    <a:latin typeface="Cambria Math" panose="02040503050406030204" pitchFamily="18" charset="0"/>
                                  </a:rPr>
                                  <m:t>in</m:t>
                                </m:r>
                                <m:r>
                                  <a:rPr lang="en-US" sz="2000">
                                    <a:solidFill>
                                      <a:schemeClr val="tx1"/>
                                    </a:solidFill>
                                    <a:effectLst/>
                                    <a:latin typeface="Cambria Math" panose="02040503050406030204" pitchFamily="18" charset="0"/>
                                  </a:rPr>
                                  <m:t>.  × ________</m:t>
                                </m:r>
                                <m:sSup>
                                  <m:sSupPr>
                                    <m:ctrlPr>
                                      <a:rPr lang="en-US" sz="2000" i="1">
                                        <a:solidFill>
                                          <a:schemeClr val="tx1"/>
                                        </a:solidFill>
                                        <a:effectLst/>
                                        <a:latin typeface="Cambria Math"/>
                                      </a:rPr>
                                    </m:ctrlPr>
                                  </m:sSupPr>
                                  <m:e>
                                    <m:r>
                                      <m:rPr>
                                        <m:sty m:val="p"/>
                                      </m:rPr>
                                      <a:rPr lang="en-US" sz="2000">
                                        <a:solidFill>
                                          <a:schemeClr val="tx1"/>
                                        </a:solidFill>
                                        <a:effectLst/>
                                        <a:latin typeface="Cambria Math" panose="02040503050406030204" pitchFamily="18" charset="0"/>
                                      </a:rPr>
                                      <m:t>in</m:t>
                                    </m:r>
                                  </m:e>
                                  <m:sup>
                                    <m:r>
                                      <a:rPr lang="en-US" sz="2000">
                                        <a:solidFill>
                                          <a:schemeClr val="tx1"/>
                                        </a:solidFill>
                                        <a:effectLst/>
                                        <a:latin typeface="Cambria Math" panose="02040503050406030204" pitchFamily="18" charset="0"/>
                                      </a:rPr>
                                      <m:t>2</m:t>
                                    </m:r>
                                  </m:sup>
                                </m:sSup>
                              </m:oMath>
                            </m:oMathPara>
                          </a14:m>
                          <a:endParaRPr lang="en-US" sz="2000" dirty="0">
                            <a:solidFill>
                              <a:schemeClr val="tx1"/>
                            </a:solidFill>
                            <a:effectLst/>
                            <a:latin typeface="Verdana" panose="020B0604030504040204" pitchFamily="34" charset="0"/>
                            <a:ea typeface="Verdana" panose="020B0604030504040204" pitchFamily="34" charset="0"/>
                            <a:cs typeface="Verdana" panose="020B0604030504040204" pitchFamily="34" charset="0"/>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xmlns="" val="1032379457"/>
                      </a:ext>
                    </a:extLst>
                  </a:tr>
                </a:tbl>
              </a:graphicData>
            </a:graphic>
          </p:graphicFrame>
        </mc:Choice>
        <mc:Fallback xmlns="">
          <p:graphicFrame>
            <p:nvGraphicFramePr>
              <p:cNvPr id="2" name="Table 1">
                <a:extLst>
                  <a:ext uri="{FF2B5EF4-FFF2-40B4-BE49-F238E27FC236}">
                    <a16:creationId xmlns:a16="http://schemas.microsoft.com/office/drawing/2014/main" id="{EB6E6E9C-0346-4849-8231-E6939891069E}"/>
                  </a:ext>
                </a:extLst>
              </p:cNvPr>
              <p:cNvGraphicFramePr>
                <a:graphicFrameLocks noGrp="1"/>
              </p:cNvGraphicFramePr>
              <p:nvPr>
                <p:extLst>
                  <p:ext uri="{D42A27DB-BD31-4B8C-83A1-F6EECF244321}">
                    <p14:modId xmlns:p14="http://schemas.microsoft.com/office/powerpoint/2010/main" val="3847620404"/>
                  </p:ext>
                </p:extLst>
              </p:nvPr>
            </p:nvGraphicFramePr>
            <p:xfrm>
              <a:off x="1134110" y="1340818"/>
              <a:ext cx="7290640" cy="2084007"/>
            </p:xfrm>
            <a:graphic>
              <a:graphicData uri="http://schemas.openxmlformats.org/drawingml/2006/table">
                <a:tbl>
                  <a:tblPr firstRow="1" firstCol="1" bandRow="1">
                    <a:tableStyleId>{5C22544A-7EE6-4342-B048-85BDC9FD1C3A}</a:tableStyleId>
                  </a:tblPr>
                  <a:tblGrid>
                    <a:gridCol w="3645320">
                      <a:extLst>
                        <a:ext uri="{9D8B030D-6E8A-4147-A177-3AD203B41FA5}">
                          <a16:colId xmlns:a16="http://schemas.microsoft.com/office/drawing/2014/main" val="982002424"/>
                        </a:ext>
                      </a:extLst>
                    </a:gridCol>
                    <a:gridCol w="3645320">
                      <a:extLst>
                        <a:ext uri="{9D8B030D-6E8A-4147-A177-3AD203B41FA5}">
                          <a16:colId xmlns:a16="http://schemas.microsoft.com/office/drawing/2014/main" val="236481777"/>
                        </a:ext>
                      </a:extLst>
                    </a:gridCol>
                  </a:tblGrid>
                  <a:tr h="315532">
                    <a:tc>
                      <a:txBody>
                        <a:bodyPr/>
                        <a:lstStyle/>
                        <a:p>
                          <a:pPr marL="0" marR="0" algn="ctr">
                            <a:lnSpc>
                              <a:spcPct val="115000"/>
                            </a:lnSpc>
                            <a:spcBef>
                              <a:spcPts val="0"/>
                            </a:spcBef>
                            <a:spcAft>
                              <a:spcPts val="0"/>
                            </a:spcAft>
                          </a:pPr>
                          <a:r>
                            <a:rPr lang="en-US" sz="2000">
                              <a:solidFill>
                                <a:schemeClr val="tx1"/>
                              </a:solidFill>
                              <a:effectLst/>
                              <a:latin typeface="Verdana" panose="020B0604030504040204" pitchFamily="34" charset="0"/>
                              <a:ea typeface="Verdana" panose="020B0604030504040204" pitchFamily="34" charset="0"/>
                              <a:cs typeface="Verdana" panose="020B0604030504040204" pitchFamily="34" charset="0"/>
                            </a:rPr>
                            <a:t>Old Textbook</a:t>
                          </a: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3"/>
                        </a:solidFill>
                      </a:tcPr>
                    </a:tc>
                    <a:tc>
                      <a:txBody>
                        <a:bodyPr/>
                        <a:lstStyle/>
                        <a:p>
                          <a:pPr marL="0" marR="0" algn="ctr">
                            <a:lnSpc>
                              <a:spcPct val="115000"/>
                            </a:lnSpc>
                            <a:spcBef>
                              <a:spcPts val="0"/>
                            </a:spcBef>
                            <a:spcAft>
                              <a:spcPts val="0"/>
                            </a:spcAft>
                          </a:pPr>
                          <a:r>
                            <a:rPr lang="en-US" sz="2000" dirty="0">
                              <a:solidFill>
                                <a:schemeClr val="tx1"/>
                              </a:solidFill>
                              <a:effectLst/>
                              <a:latin typeface="Verdana" panose="020B0604030504040204" pitchFamily="34" charset="0"/>
                              <a:ea typeface="Verdana" panose="020B0604030504040204" pitchFamily="34" charset="0"/>
                              <a:cs typeface="Verdana" panose="020B0604030504040204" pitchFamily="34" charset="0"/>
                            </a:rPr>
                            <a:t>New Textbook</a:t>
                          </a: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3"/>
                        </a:solidFill>
                      </a:tcPr>
                    </a:tc>
                    <a:extLst>
                      <a:ext uri="{0D108BD9-81ED-4DB2-BD59-A6C34878D82A}">
                        <a16:rowId xmlns:a16="http://schemas.microsoft.com/office/drawing/2014/main" val="650740369"/>
                      </a:ext>
                    </a:extLst>
                  </a:tr>
                  <a:tr h="1768475">
                    <a:tc>
                      <a:txBody>
                        <a:bodyPr/>
                        <a:lstStyle/>
                        <a:p>
                          <a:endParaRPr lang="en-US"/>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blipFill>
                          <a:blip r:embed="rId4"/>
                          <a:stretch>
                            <a:fillRect l="-347" t="-21429" r="-100000" b="-6429"/>
                          </a:stretch>
                        </a:blipFill>
                      </a:tcPr>
                    </a:tc>
                    <a:tc>
                      <a:txBody>
                        <a:bodyPr/>
                        <a:lstStyle/>
                        <a:p>
                          <a:endParaRPr lang="en-US"/>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blipFill>
                          <a:blip r:embed="rId4"/>
                          <a:stretch>
                            <a:fillRect l="-100697" t="-21429" r="-348" b="-6429"/>
                          </a:stretch>
                        </a:blipFill>
                      </a:tcPr>
                    </a:tc>
                    <a:extLst>
                      <a:ext uri="{0D108BD9-81ED-4DB2-BD59-A6C34878D82A}">
                        <a16:rowId xmlns:a16="http://schemas.microsoft.com/office/drawing/2014/main" val="1032379457"/>
                      </a:ext>
                    </a:extLst>
                  </a:tr>
                </a:tbl>
              </a:graphicData>
            </a:graphic>
          </p:graphicFrame>
        </mc:Fallback>
      </mc:AlternateContent>
      <p:sp>
        <p:nvSpPr>
          <p:cNvPr id="8" name="Google Shape;125;g104476d1465_1_17"/>
          <p:cNvSpPr txBox="1"/>
          <p:nvPr/>
        </p:nvSpPr>
        <p:spPr>
          <a:xfrm>
            <a:off x="8708122" y="6457799"/>
            <a:ext cx="2634000" cy="400200"/>
          </a:xfrm>
          <a:prstGeom prst="rect">
            <a:avLst/>
          </a:prstGeom>
          <a:noFill/>
          <a:ln>
            <a:noFill/>
          </a:ln>
        </p:spPr>
        <p:txBody>
          <a:bodyPr spcFirstLastPara="1" wrap="square" lIns="91425" tIns="91425" rIns="91425" bIns="91425" anchor="t" anchorCtr="0">
            <a:spAutoFit/>
          </a:bodyPr>
          <a:lstStyle/>
          <a:p>
            <a:pPr algn="r">
              <a:buSzPts val="1400"/>
            </a:pPr>
            <a:r>
              <a:rPr lang="en-US" i="1" dirty="0">
                <a:latin typeface="Calibri"/>
                <a:ea typeface="Calibri"/>
                <a:cs typeface="Calibri"/>
                <a:sym typeface="Calibri"/>
              </a:rPr>
              <a:t>volume 2, pg. </a:t>
            </a:r>
            <a:r>
              <a:rPr lang="en-US" i="1">
                <a:latin typeface="Calibri"/>
                <a:ea typeface="Calibri"/>
                <a:cs typeface="Calibri"/>
                <a:sym typeface="Calibri"/>
              </a:rPr>
              <a:t>17</a:t>
            </a:r>
            <a:endParaRPr i="1" dirty="0">
              <a:latin typeface="Calibri"/>
              <a:ea typeface="Calibri"/>
              <a:cs typeface="Calibri"/>
              <a:sym typeface="Calibri"/>
            </a:endParaRPr>
          </a:p>
        </p:txBody>
      </p:sp>
      <p:pic>
        <p:nvPicPr>
          <p:cNvPr id="9" name="Google Shape;126;g104476d1465_1_17"/>
          <p:cNvPicPr preferRelativeResize="0"/>
          <p:nvPr/>
        </p:nvPicPr>
        <p:blipFill rotWithShape="1">
          <a:blip r:embed="rId5" cstate="screen">
            <a:alphaModFix/>
            <a:extLst>
              <a:ext uri="{28A0092B-C50C-407E-A947-70E740481C1C}">
                <a14:useLocalDpi xmlns:a14="http://schemas.microsoft.com/office/drawing/2010/main"/>
              </a:ext>
            </a:extLst>
          </a:blip>
          <a:srcRect/>
          <a:stretch/>
        </p:blipFill>
        <p:spPr>
          <a:xfrm>
            <a:off x="11446348" y="6200724"/>
            <a:ext cx="563850" cy="657276"/>
          </a:xfrm>
          <a:prstGeom prst="rect">
            <a:avLst/>
          </a:prstGeom>
          <a:noFill/>
          <a:ln>
            <a:noFill/>
          </a:ln>
          <a:effectLst>
            <a:outerShdw blurRad="57150" dist="19050" dir="5400000" algn="bl" rotWithShape="0">
              <a:srgbClr val="000000">
                <a:alpha val="49803"/>
              </a:srgbClr>
            </a:outerShdw>
          </a:effectLst>
        </p:spPr>
      </p:pic>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304"/>
        <p:cNvGrpSpPr/>
        <p:nvPr/>
      </p:nvGrpSpPr>
      <p:grpSpPr>
        <a:xfrm>
          <a:off x="0" y="0"/>
          <a:ext cx="0" cy="0"/>
          <a:chOff x="0" y="0"/>
          <a:chExt cx="0" cy="0"/>
        </a:xfrm>
      </p:grpSpPr>
      <p:sp>
        <p:nvSpPr>
          <p:cNvPr id="305" name="Google Shape;305;p18"/>
          <p:cNvSpPr/>
          <p:nvPr/>
        </p:nvSpPr>
        <p:spPr>
          <a:xfrm>
            <a:off x="-5217" y="0"/>
            <a:ext cx="2731200" cy="6866100"/>
          </a:xfrm>
          <a:prstGeom prst="rect">
            <a:avLst/>
          </a:prstGeom>
          <a:solidFill>
            <a:srgbClr val="79B0DD"/>
          </a:solidFill>
          <a:ln w="9525" cap="flat" cmpd="sng">
            <a:solidFill>
              <a:srgbClr val="79B0DD"/>
            </a:solidFill>
            <a:prstDash val="solid"/>
            <a:round/>
            <a:headEnd type="none" w="sm" len="sm"/>
            <a:tailEnd type="none" w="sm" len="sm"/>
          </a:ln>
          <a:effectLst>
            <a:outerShdw blurRad="50800" dist="38100" dir="2700000" algn="tl" rotWithShape="0">
              <a:srgbClr val="000000">
                <a:alpha val="40000"/>
              </a:srgbClr>
            </a:outerShdw>
          </a:effectLst>
        </p:spPr>
        <p:txBody>
          <a:bodyPr spcFirstLastPara="1" wrap="square" lIns="91425" tIns="91425" rIns="91425" bIns="91425" anchor="ctr" anchorCtr="0">
            <a:noAutofit/>
          </a:bodyPr>
          <a:lstStyle/>
          <a:p>
            <a:pPr>
              <a:buSzPts val="1400"/>
            </a:pPr>
            <a:endParaRPr/>
          </a:p>
        </p:txBody>
      </p:sp>
      <p:sp>
        <p:nvSpPr>
          <p:cNvPr id="307" name="Google Shape;307;p18"/>
          <p:cNvSpPr txBox="1">
            <a:spLocks noGrp="1"/>
          </p:cNvSpPr>
          <p:nvPr>
            <p:ph type="title" idx="4294967295"/>
          </p:nvPr>
        </p:nvSpPr>
        <p:spPr>
          <a:xfrm>
            <a:off x="5664867" y="2766145"/>
            <a:ext cx="4480750" cy="1325700"/>
          </a:xfrm>
          <a:prstGeom prst="rect">
            <a:avLst/>
          </a:prstGeom>
          <a:noFill/>
          <a:ln>
            <a:noFill/>
          </a:ln>
        </p:spPr>
        <p:txBody>
          <a:bodyPr spcFirstLastPara="1" wrap="square" lIns="91425" tIns="45700" rIns="91425" bIns="45700" anchor="ctr" anchorCtr="0">
            <a:normAutofit fontScale="90000"/>
          </a:bodyPr>
          <a:lstStyle/>
          <a:p>
            <a:pPr algn="ctr">
              <a:buClr>
                <a:schemeClr val="lt1"/>
              </a:buClr>
              <a:buSzPct val="96969"/>
            </a:pPr>
            <a:r>
              <a:rPr lang="en-US" sz="5500" b="1">
                <a:solidFill>
                  <a:srgbClr val="54B5D1"/>
                </a:solidFill>
                <a:latin typeface="Verdana"/>
                <a:ea typeface="Verdana"/>
                <a:cs typeface="Verdana"/>
                <a:sym typeface="Verdana"/>
              </a:rPr>
              <a:t>Guided Instruction</a:t>
            </a:r>
            <a:endParaRPr sz="5100" b="1">
              <a:solidFill>
                <a:srgbClr val="54B5D1"/>
              </a:solidFill>
              <a:latin typeface="Verdana"/>
              <a:ea typeface="Verdana"/>
              <a:cs typeface="Verdana"/>
              <a:sym typeface="Verdana"/>
            </a:endParaRPr>
          </a:p>
        </p:txBody>
      </p:sp>
      <p:pic>
        <p:nvPicPr>
          <p:cNvPr id="308" name="Google Shape;308;p18"/>
          <p:cNvPicPr preferRelativeResize="0"/>
          <p:nvPr/>
        </p:nvPicPr>
        <p:blipFill rotWithShape="1">
          <a:blip r:embed="rId3">
            <a:alphaModFix/>
          </a:blip>
          <a:srcRect/>
          <a:stretch/>
        </p:blipFill>
        <p:spPr>
          <a:xfrm>
            <a:off x="4519075" y="2849920"/>
            <a:ext cx="1145792" cy="1158150"/>
          </a:xfrm>
          <a:prstGeom prst="rect">
            <a:avLst/>
          </a:prstGeom>
          <a:noFill/>
          <a:ln>
            <a:noFill/>
          </a:ln>
          <a:effectLst>
            <a:outerShdw blurRad="50800" dist="38100" dir="2700000" algn="tl" rotWithShape="0">
              <a:srgbClr val="000000">
                <a:alpha val="40000"/>
              </a:srgbClr>
            </a:outerShdw>
          </a:effectLst>
        </p:spPr>
      </p:pic>
      <p:sp>
        <p:nvSpPr>
          <p:cNvPr id="8" name="Google Shape;125;g104476d1465_1_17"/>
          <p:cNvSpPr txBox="1"/>
          <p:nvPr/>
        </p:nvSpPr>
        <p:spPr>
          <a:xfrm>
            <a:off x="8708122" y="6457799"/>
            <a:ext cx="2634000" cy="400200"/>
          </a:xfrm>
          <a:prstGeom prst="rect">
            <a:avLst/>
          </a:prstGeom>
          <a:noFill/>
          <a:ln>
            <a:noFill/>
          </a:ln>
        </p:spPr>
        <p:txBody>
          <a:bodyPr spcFirstLastPara="1" wrap="square" lIns="91425" tIns="91425" rIns="91425" bIns="91425" anchor="t" anchorCtr="0">
            <a:spAutoFit/>
          </a:bodyPr>
          <a:lstStyle/>
          <a:p>
            <a:pPr algn="r">
              <a:buSzPts val="1400"/>
            </a:pPr>
            <a:r>
              <a:rPr lang="en-US" i="1" dirty="0">
                <a:latin typeface="Calibri"/>
                <a:ea typeface="Calibri"/>
                <a:cs typeface="Calibri"/>
                <a:sym typeface="Calibri"/>
              </a:rPr>
              <a:t>volume 2, pg. </a:t>
            </a:r>
            <a:r>
              <a:rPr lang="en-US" i="1">
                <a:latin typeface="Calibri"/>
                <a:ea typeface="Calibri"/>
                <a:cs typeface="Calibri"/>
                <a:sym typeface="Calibri"/>
              </a:rPr>
              <a:t>17</a:t>
            </a:r>
            <a:endParaRPr i="1" dirty="0">
              <a:latin typeface="Calibri"/>
              <a:ea typeface="Calibri"/>
              <a:cs typeface="Calibri"/>
              <a:sym typeface="Calibri"/>
            </a:endParaRPr>
          </a:p>
        </p:txBody>
      </p:sp>
      <p:pic>
        <p:nvPicPr>
          <p:cNvPr id="9" name="Google Shape;126;g104476d1465_1_17"/>
          <p:cNvPicPr preferRelativeResize="0"/>
          <p:nvPr/>
        </p:nvPicPr>
        <p:blipFill rotWithShape="1">
          <a:blip r:embed="rId4" cstate="screen">
            <a:alphaModFix/>
            <a:extLst>
              <a:ext uri="{28A0092B-C50C-407E-A947-70E740481C1C}">
                <a14:useLocalDpi xmlns:a14="http://schemas.microsoft.com/office/drawing/2010/main"/>
              </a:ext>
            </a:extLst>
          </a:blip>
          <a:srcRect/>
          <a:stretch/>
        </p:blipFill>
        <p:spPr>
          <a:xfrm>
            <a:off x="11446348" y="6200724"/>
            <a:ext cx="563850" cy="657276"/>
          </a:xfrm>
          <a:prstGeom prst="rect">
            <a:avLst/>
          </a:prstGeom>
          <a:noFill/>
          <a:ln>
            <a:noFill/>
          </a:ln>
          <a:effectLst>
            <a:outerShdw blurRad="57150" dist="19050" dir="5400000" algn="bl" rotWithShape="0">
              <a:srgbClr val="000000">
                <a:alpha val="49803"/>
              </a:srgbClr>
            </a:outerShdw>
          </a:effectLst>
        </p:spPr>
      </p:pic>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314"/>
        <p:cNvGrpSpPr/>
        <p:nvPr/>
      </p:nvGrpSpPr>
      <p:grpSpPr>
        <a:xfrm>
          <a:off x="0" y="0"/>
          <a:ext cx="0" cy="0"/>
          <a:chOff x="0" y="0"/>
          <a:chExt cx="0" cy="0"/>
        </a:xfrm>
      </p:grpSpPr>
      <p:sp>
        <p:nvSpPr>
          <p:cNvPr id="315" name="Google Shape;315;p19"/>
          <p:cNvSpPr/>
          <p:nvPr/>
        </p:nvSpPr>
        <p:spPr>
          <a:xfrm>
            <a:off x="0" y="-8101"/>
            <a:ext cx="223200" cy="6866100"/>
          </a:xfrm>
          <a:prstGeom prst="rect">
            <a:avLst/>
          </a:prstGeom>
          <a:solidFill>
            <a:srgbClr val="79B0DD"/>
          </a:solidFill>
          <a:ln w="9525" cap="flat" cmpd="sng">
            <a:solidFill>
              <a:srgbClr val="79B0DD"/>
            </a:solidFill>
            <a:prstDash val="solid"/>
            <a:round/>
            <a:headEnd type="none" w="sm" len="sm"/>
            <a:tailEnd type="none" w="sm" len="sm"/>
          </a:ln>
          <a:effectLst>
            <a:outerShdw blurRad="57150" dist="19050" dir="5400000" algn="bl" rotWithShape="0">
              <a:srgbClr val="000000">
                <a:alpha val="49803"/>
              </a:srgbClr>
            </a:outerShdw>
          </a:effectLst>
        </p:spPr>
        <p:txBody>
          <a:bodyPr spcFirstLastPara="1" wrap="square" lIns="91425" tIns="91425" rIns="91425" bIns="91425" anchor="ctr" anchorCtr="0">
            <a:noAutofit/>
          </a:bodyPr>
          <a:lstStyle/>
          <a:p>
            <a:pPr>
              <a:buSzPts val="1400"/>
            </a:pPr>
            <a:endParaRPr/>
          </a:p>
        </p:txBody>
      </p:sp>
      <p:sp>
        <p:nvSpPr>
          <p:cNvPr id="317" name="Google Shape;317;p19"/>
          <p:cNvSpPr txBox="1"/>
          <p:nvPr/>
        </p:nvSpPr>
        <p:spPr>
          <a:xfrm>
            <a:off x="1498230" y="-70144"/>
            <a:ext cx="8019300" cy="1325700"/>
          </a:xfrm>
          <a:prstGeom prst="rect">
            <a:avLst/>
          </a:prstGeom>
          <a:noFill/>
          <a:ln>
            <a:noFill/>
          </a:ln>
        </p:spPr>
        <p:txBody>
          <a:bodyPr spcFirstLastPara="1" wrap="square" lIns="91425" tIns="45700" rIns="91425" bIns="45700" anchor="ctr" anchorCtr="0">
            <a:noAutofit/>
          </a:bodyPr>
          <a:lstStyle/>
          <a:p>
            <a:pPr>
              <a:lnSpc>
                <a:spcPct val="90000"/>
              </a:lnSpc>
              <a:buClr>
                <a:schemeClr val="dk1"/>
              </a:buClr>
              <a:buSzPts val="5400"/>
            </a:pPr>
            <a:r>
              <a:rPr lang="en-US" sz="3600" b="1" dirty="0">
                <a:solidFill>
                  <a:srgbClr val="54B5D1"/>
                </a:solidFill>
                <a:latin typeface="Verdana"/>
                <a:ea typeface="Verdana"/>
                <a:cs typeface="Verdana"/>
                <a:sym typeface="Verdana"/>
              </a:rPr>
              <a:t>8.3.3 Guided Instruction: Finding a Missing Dimension</a:t>
            </a:r>
            <a:endParaRPr dirty="0"/>
          </a:p>
        </p:txBody>
      </p:sp>
      <p:pic>
        <p:nvPicPr>
          <p:cNvPr id="318" name="Google Shape;318;p19"/>
          <p:cNvPicPr preferRelativeResize="0"/>
          <p:nvPr/>
        </p:nvPicPr>
        <p:blipFill rotWithShape="1">
          <a:blip r:embed="rId3">
            <a:alphaModFix/>
          </a:blip>
          <a:srcRect/>
          <a:stretch/>
        </p:blipFill>
        <p:spPr>
          <a:xfrm>
            <a:off x="750930" y="137120"/>
            <a:ext cx="747300" cy="747300"/>
          </a:xfrm>
          <a:prstGeom prst="rect">
            <a:avLst/>
          </a:prstGeom>
          <a:noFill/>
          <a:ln>
            <a:noFill/>
          </a:ln>
          <a:effectLst>
            <a:outerShdw blurRad="50800" dist="38100" dir="2700000" algn="tl" rotWithShape="0">
              <a:srgbClr val="000000">
                <a:alpha val="40000"/>
              </a:srgbClr>
            </a:outerShdw>
          </a:effectLst>
        </p:spPr>
      </p:pic>
      <p:sp>
        <p:nvSpPr>
          <p:cNvPr id="320" name="Google Shape;320;p19"/>
          <p:cNvSpPr txBox="1"/>
          <p:nvPr/>
        </p:nvSpPr>
        <p:spPr>
          <a:xfrm>
            <a:off x="1498230" y="2158185"/>
            <a:ext cx="9451572" cy="1846619"/>
          </a:xfrm>
          <a:prstGeom prst="rect">
            <a:avLst/>
          </a:prstGeom>
          <a:noFill/>
          <a:ln>
            <a:noFill/>
          </a:ln>
        </p:spPr>
        <p:txBody>
          <a:bodyPr spcFirstLastPara="1" wrap="square" lIns="91425" tIns="45700" rIns="91425" bIns="45700" anchor="t" anchorCtr="0">
            <a:spAutoFit/>
          </a:bodyPr>
          <a:lstStyle/>
          <a:p>
            <a:r>
              <a:rPr lang="en-US" sz="2000" dirty="0">
                <a:latin typeface="Verdana" panose="020B0604030504040204" pitchFamily="34" charset="0"/>
                <a:ea typeface="Verdana" panose="020B0604030504040204" pitchFamily="34" charset="0"/>
                <a:cs typeface="Verdana" panose="020B0604030504040204" pitchFamily="34" charset="0"/>
              </a:rPr>
              <a:t>When only two dimensions of a three-dimensional prism are given, the product of the two given dimensions represents the area of that face of the prism. </a:t>
            </a:r>
          </a:p>
          <a:p>
            <a:endParaRPr lang="en-US" sz="2000" dirty="0">
              <a:latin typeface="Verdana" panose="020B0604030504040204" pitchFamily="34" charset="0"/>
              <a:ea typeface="Verdana" panose="020B0604030504040204" pitchFamily="34" charset="0"/>
              <a:cs typeface="Verdana" panose="020B0604030504040204" pitchFamily="34" charset="0"/>
            </a:endParaRPr>
          </a:p>
          <a:p>
            <a:pPr marL="342900" indent="-342900">
              <a:buFont typeface="+mj-lt"/>
              <a:buAutoNum type="arabicPeriod"/>
            </a:pPr>
            <a:r>
              <a:rPr lang="en-US" sz="2000" dirty="0">
                <a:latin typeface="Verdana" panose="020B0604030504040204" pitchFamily="34" charset="0"/>
                <a:ea typeface="Verdana" panose="020B0604030504040204" pitchFamily="34" charset="0"/>
                <a:cs typeface="Verdana" panose="020B0604030504040204" pitchFamily="34" charset="0"/>
              </a:rPr>
              <a:t>What is the area of the front face of this prism? Include units.</a:t>
            </a:r>
          </a:p>
          <a:p>
            <a:endParaRPr lang="en-US" dirty="0"/>
          </a:p>
        </p:txBody>
      </p:sp>
      <p:grpSp>
        <p:nvGrpSpPr>
          <p:cNvPr id="8" name="Group 7">
            <a:extLst>
              <a:ext uri="{FF2B5EF4-FFF2-40B4-BE49-F238E27FC236}">
                <a16:creationId xmlns:a16="http://schemas.microsoft.com/office/drawing/2014/main" xmlns="" id="{1B240308-6F5E-BE41-801E-EA2FF0CDFF60}"/>
              </a:ext>
            </a:extLst>
          </p:cNvPr>
          <p:cNvGrpSpPr/>
          <p:nvPr/>
        </p:nvGrpSpPr>
        <p:grpSpPr>
          <a:xfrm>
            <a:off x="2588178" y="1239721"/>
            <a:ext cx="7271676" cy="1008380"/>
            <a:chOff x="2031300" y="3275735"/>
            <a:chExt cx="6629400" cy="1008525"/>
          </a:xfrm>
          <a:effectLst>
            <a:outerShdw blurRad="50800" dist="38100" dir="2700000" algn="tl" rotWithShape="0">
              <a:prstClr val="black">
                <a:alpha val="40000"/>
              </a:prstClr>
            </a:outerShdw>
          </a:effectLst>
        </p:grpSpPr>
        <p:grpSp>
          <p:nvGrpSpPr>
            <p:cNvPr id="9" name="Group 8">
              <a:extLst>
                <a:ext uri="{FF2B5EF4-FFF2-40B4-BE49-F238E27FC236}">
                  <a16:creationId xmlns:a16="http://schemas.microsoft.com/office/drawing/2014/main" xmlns="" id="{FA6F2740-DB02-8F46-980B-B154BEA09817}"/>
                </a:ext>
              </a:extLst>
            </p:cNvPr>
            <p:cNvGrpSpPr/>
            <p:nvPr/>
          </p:nvGrpSpPr>
          <p:grpSpPr>
            <a:xfrm>
              <a:off x="2031300" y="3275735"/>
              <a:ext cx="6629400" cy="1008525"/>
              <a:chOff x="0" y="0"/>
              <a:chExt cx="6629400" cy="1008525"/>
            </a:xfrm>
          </p:grpSpPr>
          <p:sp>
            <p:nvSpPr>
              <p:cNvPr id="10" name="Rectangle 9">
                <a:extLst>
                  <a:ext uri="{FF2B5EF4-FFF2-40B4-BE49-F238E27FC236}">
                    <a16:creationId xmlns:a16="http://schemas.microsoft.com/office/drawing/2014/main" xmlns="" id="{76B023D3-F5D9-2841-80AF-FF5060FEEF2A}"/>
                  </a:ext>
                </a:extLst>
              </p:cNvPr>
              <p:cNvSpPr/>
              <p:nvPr/>
            </p:nvSpPr>
            <p:spPr>
              <a:xfrm>
                <a:off x="0" y="0"/>
                <a:ext cx="6629400" cy="1008525"/>
              </a:xfrm>
              <a:prstGeom prst="rect">
                <a:avLst/>
              </a:prstGeom>
              <a:noFill/>
              <a:ln>
                <a:noFill/>
              </a:ln>
            </p:spPr>
            <p:txBody>
              <a:bodyPr spcFirstLastPara="1" wrap="square" lIns="91425" tIns="91425" rIns="91425" bIns="91425" anchor="ctr" anchorCtr="0">
                <a:noAutofit/>
              </a:bodyPr>
              <a:lstStyle/>
              <a:p>
                <a:pPr>
                  <a:spcAft>
                    <a:spcPts val="1000"/>
                  </a:spcAft>
                </a:pPr>
                <a:r>
                  <a:rPr lang="en-US" sz="1200">
                    <a:latin typeface="Cambria" panose="02040503050406030204" pitchFamily="18" charset="0"/>
                    <a:ea typeface="MS Mincho" panose="02020609040205080304" pitchFamily="49" charset="-128"/>
                    <a:cs typeface="Times New Roman" panose="02020603050405020304" pitchFamily="18" charset="0"/>
                  </a:rPr>
                  <a:t> </a:t>
                </a:r>
              </a:p>
            </p:txBody>
          </p:sp>
          <p:grpSp>
            <p:nvGrpSpPr>
              <p:cNvPr id="11" name="Group 10">
                <a:extLst>
                  <a:ext uri="{FF2B5EF4-FFF2-40B4-BE49-F238E27FC236}">
                    <a16:creationId xmlns:a16="http://schemas.microsoft.com/office/drawing/2014/main" xmlns="" id="{64EEB407-FA2F-7A48-8901-C845EBE0201B}"/>
                  </a:ext>
                </a:extLst>
              </p:cNvPr>
              <p:cNvGrpSpPr/>
              <p:nvPr/>
            </p:nvGrpSpPr>
            <p:grpSpPr>
              <a:xfrm>
                <a:off x="0" y="0"/>
                <a:ext cx="6629400" cy="786375"/>
                <a:chOff x="0" y="0"/>
                <a:chExt cx="6629400" cy="786375"/>
              </a:xfrm>
            </p:grpSpPr>
            <p:sp>
              <p:nvSpPr>
                <p:cNvPr id="13" name="Rectangle 12">
                  <a:extLst>
                    <a:ext uri="{FF2B5EF4-FFF2-40B4-BE49-F238E27FC236}">
                      <a16:creationId xmlns:a16="http://schemas.microsoft.com/office/drawing/2014/main" xmlns="" id="{AACC268F-BBB6-1147-B5AA-C1D77E8AA4FA}"/>
                    </a:ext>
                  </a:extLst>
                </p:cNvPr>
                <p:cNvSpPr/>
                <p:nvPr/>
              </p:nvSpPr>
              <p:spPr>
                <a:xfrm>
                  <a:off x="0" y="0"/>
                  <a:ext cx="6629400" cy="786375"/>
                </a:xfrm>
                <a:prstGeom prst="rect">
                  <a:avLst/>
                </a:prstGeom>
                <a:noFill/>
                <a:ln>
                  <a:noFill/>
                </a:ln>
              </p:spPr>
              <p:txBody>
                <a:bodyPr spcFirstLastPara="1" wrap="square" lIns="91425" tIns="91425" rIns="91425" bIns="91425" anchor="ctr" anchorCtr="0">
                  <a:noAutofit/>
                </a:bodyPr>
                <a:lstStyle/>
                <a:p>
                  <a:pPr>
                    <a:spcAft>
                      <a:spcPts val="1000"/>
                    </a:spcAft>
                  </a:pPr>
                  <a:r>
                    <a:rPr lang="en-US" sz="1200">
                      <a:latin typeface="Cambria" panose="02040503050406030204" pitchFamily="18" charset="0"/>
                      <a:ea typeface="MS Mincho" panose="02020609040205080304" pitchFamily="49" charset="-128"/>
                      <a:cs typeface="Times New Roman" panose="02020603050405020304" pitchFamily="18" charset="0"/>
                    </a:rPr>
                    <a:t> </a:t>
                  </a:r>
                </a:p>
              </p:txBody>
            </p:sp>
            <p:sp>
              <p:nvSpPr>
                <p:cNvPr id="14" name="Rectangle 13">
                  <a:extLst>
                    <a:ext uri="{FF2B5EF4-FFF2-40B4-BE49-F238E27FC236}">
                      <a16:creationId xmlns:a16="http://schemas.microsoft.com/office/drawing/2014/main" xmlns="" id="{B9D487D7-E36C-AE4D-A6B9-A4DB429F2F91}"/>
                    </a:ext>
                  </a:extLst>
                </p:cNvPr>
                <p:cNvSpPr/>
                <p:nvPr/>
              </p:nvSpPr>
              <p:spPr>
                <a:xfrm>
                  <a:off x="0" y="0"/>
                  <a:ext cx="6629400" cy="786375"/>
                </a:xfrm>
                <a:prstGeom prst="rect">
                  <a:avLst/>
                </a:prstGeom>
                <a:noFill/>
                <a:ln>
                  <a:noFill/>
                </a:ln>
              </p:spPr>
              <p:txBody>
                <a:bodyPr spcFirstLastPara="1" wrap="square" lIns="91425" tIns="91425" rIns="91425" bIns="91425" anchor="ctr" anchorCtr="0">
                  <a:noAutofit/>
                </a:bodyPr>
                <a:lstStyle/>
                <a:p>
                  <a:pPr>
                    <a:spcAft>
                      <a:spcPts val="1000"/>
                    </a:spcAft>
                  </a:pPr>
                  <a:r>
                    <a:rPr lang="en-US" sz="1200">
                      <a:latin typeface="Cambria" panose="02040503050406030204" pitchFamily="18" charset="0"/>
                      <a:ea typeface="MS Mincho" panose="02020609040205080304" pitchFamily="49" charset="-128"/>
                      <a:cs typeface="Times New Roman" panose="02020603050405020304" pitchFamily="18" charset="0"/>
                    </a:rPr>
                    <a:t> </a:t>
                  </a:r>
                </a:p>
              </p:txBody>
            </p:sp>
            <p:sp>
              <p:nvSpPr>
                <p:cNvPr id="15" name="Rounded Rectangle 14">
                  <a:extLst>
                    <a:ext uri="{FF2B5EF4-FFF2-40B4-BE49-F238E27FC236}">
                      <a16:creationId xmlns:a16="http://schemas.microsoft.com/office/drawing/2014/main" xmlns="" id="{D3493410-0492-6D44-AB77-AE363DF1CC49}"/>
                    </a:ext>
                  </a:extLst>
                </p:cNvPr>
                <p:cNvSpPr/>
                <p:nvPr/>
              </p:nvSpPr>
              <p:spPr>
                <a:xfrm>
                  <a:off x="0" y="0"/>
                  <a:ext cx="6629400" cy="786375"/>
                </a:xfrm>
                <a:prstGeom prst="roundRect">
                  <a:avLst>
                    <a:gd name="adj" fmla="val 16667"/>
                  </a:avLst>
                </a:prstGeom>
                <a:solidFill>
                  <a:srgbClr val="B8E6F5"/>
                </a:solidFill>
                <a:ln>
                  <a:noFill/>
                </a:ln>
              </p:spPr>
              <p:txBody>
                <a:bodyPr spcFirstLastPara="1" wrap="square" lIns="91425" tIns="45700" rIns="91425" bIns="45700" anchor="ctr" anchorCtr="0">
                  <a:noAutofit/>
                </a:bodyPr>
                <a:lstStyle/>
                <a:p>
                  <a:pPr algn="ctr">
                    <a:spcBef>
                      <a:spcPts val="1200"/>
                    </a:spcBef>
                  </a:pPr>
                  <a:r>
                    <a:rPr lang="en-US" sz="2000" dirty="0">
                      <a:solidFill>
                        <a:srgbClr val="00619E"/>
                      </a:solidFill>
                      <a:latin typeface="Verdana" panose="020B0604030504040204" pitchFamily="34" charset="0"/>
                      <a:ea typeface="Verdana" panose="020B0604030504040204" pitchFamily="34" charset="0"/>
                      <a:cs typeface="Verdana" panose="020B0604030504040204" pitchFamily="34" charset="0"/>
                    </a:rPr>
                    <a:t>Each flat surface of a prism is called a face.</a:t>
                  </a:r>
                  <a:endParaRPr lang="en-US" sz="2000" dirty="0">
                    <a:latin typeface="Verdana" panose="020B0604030504040204" pitchFamily="34" charset="0"/>
                    <a:ea typeface="Verdana" panose="020B0604030504040204" pitchFamily="34" charset="0"/>
                    <a:cs typeface="Verdana" panose="020B0604030504040204" pitchFamily="34" charset="0"/>
                  </a:endParaRPr>
                </a:p>
                <a:p>
                  <a:pPr marL="742950" indent="742950">
                    <a:spcAft>
                      <a:spcPts val="1000"/>
                    </a:spcAft>
                  </a:pPr>
                  <a:r>
                    <a:rPr lang="en-US" sz="1200" dirty="0">
                      <a:latin typeface="Cambria" panose="02040503050406030204" pitchFamily="18" charset="0"/>
                      <a:ea typeface="MS Mincho" panose="02020609040205080304" pitchFamily="49" charset="-128"/>
                      <a:cs typeface="Times New Roman" panose="02020603050405020304" pitchFamily="18" charset="0"/>
                    </a:rPr>
                    <a:t> </a:t>
                  </a:r>
                </a:p>
              </p:txBody>
            </p:sp>
          </p:grpSp>
          <p:pic>
            <p:nvPicPr>
              <p:cNvPr id="12" name="Shape 15" descr="Icon&#10;&#10;Description automatically generated">
                <a:extLst>
                  <a:ext uri="{FF2B5EF4-FFF2-40B4-BE49-F238E27FC236}">
                    <a16:creationId xmlns:a16="http://schemas.microsoft.com/office/drawing/2014/main" xmlns="" id="{5F6D142C-A326-1E4C-90C6-849D301740C3}"/>
                  </a:ext>
                </a:extLst>
              </p:cNvPr>
              <p:cNvPicPr preferRelativeResize="0"/>
              <p:nvPr/>
            </p:nvPicPr>
            <p:blipFill rotWithShape="1">
              <a:blip r:embed="rId4" cstate="screen">
                <a:alphaModFix/>
                <a:extLst>
                  <a:ext uri="{28A0092B-C50C-407E-A947-70E740481C1C}">
                    <a14:useLocalDpi xmlns:a14="http://schemas.microsoft.com/office/drawing/2010/main"/>
                  </a:ext>
                </a:extLst>
              </a:blip>
              <a:srcRect/>
              <a:stretch/>
            </p:blipFill>
            <p:spPr>
              <a:xfrm>
                <a:off x="103333" y="123313"/>
                <a:ext cx="539750" cy="539750"/>
              </a:xfrm>
              <a:prstGeom prst="rect">
                <a:avLst/>
              </a:prstGeom>
              <a:noFill/>
              <a:ln>
                <a:noFill/>
              </a:ln>
              <a:effectLst>
                <a:outerShdw blurRad="50800" dist="38100" dir="2700000" algn="tl" rotWithShape="0">
                  <a:prstClr val="black">
                    <a:alpha val="40000"/>
                  </a:prstClr>
                </a:outerShdw>
              </a:effectLst>
            </p:spPr>
          </p:pic>
        </p:grpSp>
      </p:grpSp>
      <p:pic>
        <p:nvPicPr>
          <p:cNvPr id="3" name="Picture 2" descr="A picture containing rectangle&#10;&#10;Description automatically generated">
            <a:extLst>
              <a:ext uri="{FF2B5EF4-FFF2-40B4-BE49-F238E27FC236}">
                <a16:creationId xmlns:a16="http://schemas.microsoft.com/office/drawing/2014/main" xmlns="" id="{AC89A543-E373-C94E-84BA-2CBFB6EF8D4E}"/>
              </a:ext>
            </a:extLst>
          </p:cNvPr>
          <p:cNvPicPr>
            <a:picLocks noChangeAspect="1"/>
          </p:cNvPicPr>
          <p:nvPr/>
        </p:nvPicPr>
        <p:blipFill>
          <a:blip r:embed="rId5" cstate="screen">
            <a:extLst>
              <a:ext uri="{28A0092B-C50C-407E-A947-70E740481C1C}">
                <a14:useLocalDpi xmlns:a14="http://schemas.microsoft.com/office/drawing/2010/main"/>
              </a:ext>
            </a:extLst>
          </a:blip>
          <a:stretch>
            <a:fillRect/>
          </a:stretch>
        </p:blipFill>
        <p:spPr>
          <a:xfrm>
            <a:off x="4304688" y="3764847"/>
            <a:ext cx="3582624" cy="2932397"/>
          </a:xfrm>
          <a:prstGeom prst="rect">
            <a:avLst/>
          </a:prstGeom>
        </p:spPr>
      </p:pic>
      <p:sp>
        <p:nvSpPr>
          <p:cNvPr id="17" name="Google Shape;125;g104476d1465_1_17"/>
          <p:cNvSpPr txBox="1"/>
          <p:nvPr/>
        </p:nvSpPr>
        <p:spPr>
          <a:xfrm>
            <a:off x="8708122" y="6457799"/>
            <a:ext cx="2634000" cy="400200"/>
          </a:xfrm>
          <a:prstGeom prst="rect">
            <a:avLst/>
          </a:prstGeom>
          <a:noFill/>
          <a:ln>
            <a:noFill/>
          </a:ln>
        </p:spPr>
        <p:txBody>
          <a:bodyPr spcFirstLastPara="1" wrap="square" lIns="91425" tIns="91425" rIns="91425" bIns="91425" anchor="t" anchorCtr="0">
            <a:spAutoFit/>
          </a:bodyPr>
          <a:lstStyle/>
          <a:p>
            <a:pPr algn="r">
              <a:buSzPts val="1400"/>
            </a:pPr>
            <a:r>
              <a:rPr lang="en-US" i="1" dirty="0">
                <a:latin typeface="Calibri"/>
                <a:ea typeface="Calibri"/>
                <a:cs typeface="Calibri"/>
                <a:sym typeface="Calibri"/>
              </a:rPr>
              <a:t>volume 2, pg. </a:t>
            </a:r>
            <a:r>
              <a:rPr lang="en-US" i="1">
                <a:latin typeface="Calibri"/>
                <a:ea typeface="Calibri"/>
                <a:cs typeface="Calibri"/>
                <a:sym typeface="Calibri"/>
              </a:rPr>
              <a:t>17</a:t>
            </a:r>
            <a:endParaRPr i="1" dirty="0">
              <a:latin typeface="Calibri"/>
              <a:ea typeface="Calibri"/>
              <a:cs typeface="Calibri"/>
              <a:sym typeface="Calibri"/>
            </a:endParaRPr>
          </a:p>
        </p:txBody>
      </p:sp>
      <p:pic>
        <p:nvPicPr>
          <p:cNvPr id="18" name="Google Shape;126;g104476d1465_1_17"/>
          <p:cNvPicPr preferRelativeResize="0"/>
          <p:nvPr/>
        </p:nvPicPr>
        <p:blipFill rotWithShape="1">
          <a:blip r:embed="rId6" cstate="screen">
            <a:alphaModFix/>
            <a:extLst>
              <a:ext uri="{28A0092B-C50C-407E-A947-70E740481C1C}">
                <a14:useLocalDpi xmlns:a14="http://schemas.microsoft.com/office/drawing/2010/main"/>
              </a:ext>
            </a:extLst>
          </a:blip>
          <a:srcRect/>
          <a:stretch/>
        </p:blipFill>
        <p:spPr>
          <a:xfrm>
            <a:off x="11446348" y="6200724"/>
            <a:ext cx="563850" cy="657276"/>
          </a:xfrm>
          <a:prstGeom prst="rect">
            <a:avLst/>
          </a:prstGeom>
          <a:noFill/>
          <a:ln>
            <a:noFill/>
          </a:ln>
          <a:effectLst>
            <a:outerShdw blurRad="57150" dist="19050" dir="5400000" algn="bl" rotWithShape="0">
              <a:srgbClr val="000000">
                <a:alpha val="49803"/>
              </a:srgbClr>
            </a:outerShdw>
          </a:effectLst>
        </p:spPr>
      </p:pic>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325"/>
        <p:cNvGrpSpPr/>
        <p:nvPr/>
      </p:nvGrpSpPr>
      <p:grpSpPr>
        <a:xfrm>
          <a:off x="0" y="0"/>
          <a:ext cx="0" cy="0"/>
          <a:chOff x="0" y="0"/>
          <a:chExt cx="0" cy="0"/>
        </a:xfrm>
      </p:grpSpPr>
      <p:sp>
        <p:nvSpPr>
          <p:cNvPr id="326" name="Google Shape;326;p20"/>
          <p:cNvSpPr/>
          <p:nvPr/>
        </p:nvSpPr>
        <p:spPr>
          <a:xfrm>
            <a:off x="0" y="-8101"/>
            <a:ext cx="223200" cy="6866100"/>
          </a:xfrm>
          <a:prstGeom prst="rect">
            <a:avLst/>
          </a:prstGeom>
          <a:solidFill>
            <a:srgbClr val="79B0DD"/>
          </a:solidFill>
          <a:ln w="9525" cap="flat" cmpd="sng">
            <a:solidFill>
              <a:srgbClr val="79B0DD"/>
            </a:solidFill>
            <a:prstDash val="solid"/>
            <a:round/>
            <a:headEnd type="none" w="sm" len="sm"/>
            <a:tailEnd type="none" w="sm" len="sm"/>
          </a:ln>
          <a:effectLst>
            <a:outerShdw blurRad="57150" dist="19050" dir="5400000" algn="bl" rotWithShape="0">
              <a:srgbClr val="000000">
                <a:alpha val="49803"/>
              </a:srgbClr>
            </a:outerShdw>
          </a:effectLst>
        </p:spPr>
        <p:txBody>
          <a:bodyPr spcFirstLastPara="1" wrap="square" lIns="91425" tIns="91425" rIns="91425" bIns="91425" anchor="ctr" anchorCtr="0">
            <a:noAutofit/>
          </a:bodyPr>
          <a:lstStyle/>
          <a:p>
            <a:pPr>
              <a:buSzPts val="1400"/>
            </a:pPr>
            <a:endParaRPr/>
          </a:p>
        </p:txBody>
      </p:sp>
      <mc:AlternateContent xmlns:mc="http://schemas.openxmlformats.org/markup-compatibility/2006" xmlns:a14="http://schemas.microsoft.com/office/drawing/2010/main">
        <mc:Choice Requires="a14">
          <p:sp>
            <p:nvSpPr>
              <p:cNvPr id="329" name="Google Shape;329;p20"/>
              <p:cNvSpPr txBox="1"/>
              <p:nvPr/>
            </p:nvSpPr>
            <p:spPr>
              <a:xfrm>
                <a:off x="798286" y="520394"/>
                <a:ext cx="10854604" cy="4511003"/>
              </a:xfrm>
              <a:prstGeom prst="rect">
                <a:avLst/>
              </a:prstGeom>
              <a:noFill/>
              <a:ln>
                <a:noFill/>
              </a:ln>
            </p:spPr>
            <p:txBody>
              <a:bodyPr spcFirstLastPara="1" wrap="square" lIns="91425" tIns="45700" rIns="91425" bIns="45700" anchor="t" anchorCtr="0">
                <a:spAutoFit/>
              </a:bodyPr>
              <a:lstStyle/>
              <a:p>
                <a:r>
                  <a:rPr lang="en-US" sz="2400" dirty="0">
                    <a:latin typeface="Verdana" panose="020B0604030504040204" pitchFamily="34" charset="0"/>
                    <a:ea typeface="Verdana" panose="020B0604030504040204" pitchFamily="34" charset="0"/>
                    <a:cs typeface="Verdana" panose="020B0604030504040204" pitchFamily="34" charset="0"/>
                  </a:rPr>
                  <a:t>The volume of the prism is equal to the area of the face multiplied by the length of the missing dimension. The value of the missing dimension can then be calculated by dividing the volume by the area of the face.</a:t>
                </a:r>
              </a:p>
              <a:p>
                <a:r>
                  <a:rPr lang="en-US" sz="2400" dirty="0">
                    <a:latin typeface="Verdana" panose="020B0604030504040204" pitchFamily="34" charset="0"/>
                    <a:ea typeface="Verdana" panose="020B0604030504040204" pitchFamily="34" charset="0"/>
                    <a:cs typeface="Verdana" panose="020B0604030504040204" pitchFamily="34" charset="0"/>
                  </a:rPr>
                  <a:t> </a:t>
                </a:r>
              </a:p>
              <a:p>
                <a:pPr/>
                <a14:m>
                  <m:oMathPara xmlns:m="http://schemas.openxmlformats.org/officeDocument/2006/math">
                    <m:oMathParaPr>
                      <m:jc m:val="centerGroup"/>
                    </m:oMathParaPr>
                    <m:oMath xmlns:m="http://schemas.openxmlformats.org/officeDocument/2006/math">
                      <m:r>
                        <a:rPr lang="en-US" sz="2200" i="1">
                          <a:latin typeface="Cambria Math" panose="02040503050406030204" pitchFamily="18" charset="0"/>
                        </a:rPr>
                        <m:t>𝑉</m:t>
                      </m:r>
                      <m:r>
                        <a:rPr lang="en-US" sz="2200" i="1">
                          <a:latin typeface="Cambria Math" panose="02040503050406030204" pitchFamily="18" charset="0"/>
                        </a:rPr>
                        <m:t>=</m:t>
                      </m:r>
                      <m:r>
                        <a:rPr lang="en-US" sz="2200" i="1">
                          <a:latin typeface="Cambria Math" panose="02040503050406030204" pitchFamily="18" charset="0"/>
                        </a:rPr>
                        <m:t>𝐴𝑟𝑒𝑎</m:t>
                      </m:r>
                      <m:r>
                        <a:rPr lang="en-US" sz="2200" i="1">
                          <a:latin typeface="Cambria Math" panose="02040503050406030204" pitchFamily="18" charset="0"/>
                        </a:rPr>
                        <m:t> </m:t>
                      </m:r>
                      <m:r>
                        <a:rPr lang="en-US" sz="2200" i="1">
                          <a:latin typeface="Cambria Math" panose="02040503050406030204" pitchFamily="18" charset="0"/>
                        </a:rPr>
                        <m:t>𝑜𝑓</m:t>
                      </m:r>
                      <m:r>
                        <a:rPr lang="en-US" sz="2200" i="1">
                          <a:latin typeface="Cambria Math" panose="02040503050406030204" pitchFamily="18" charset="0"/>
                        </a:rPr>
                        <m:t> </m:t>
                      </m:r>
                      <m:r>
                        <a:rPr lang="en-US" sz="2200" i="1">
                          <a:latin typeface="Cambria Math" panose="02040503050406030204" pitchFamily="18" charset="0"/>
                        </a:rPr>
                        <m:t>𝑡h𝑒</m:t>
                      </m:r>
                      <m:r>
                        <a:rPr lang="en-US" sz="2200" i="1">
                          <a:latin typeface="Cambria Math" panose="02040503050406030204" pitchFamily="18" charset="0"/>
                        </a:rPr>
                        <m:t> </m:t>
                      </m:r>
                      <m:r>
                        <a:rPr lang="en-US" sz="2200" i="1">
                          <a:latin typeface="Cambria Math" panose="02040503050406030204" pitchFamily="18" charset="0"/>
                        </a:rPr>
                        <m:t>𝑓𝑎𝑐𝑒</m:t>
                      </m:r>
                      <m:r>
                        <a:rPr lang="en-US" sz="2200" i="1">
                          <a:latin typeface="Cambria Math" panose="02040503050406030204" pitchFamily="18" charset="0"/>
                        </a:rPr>
                        <m:t> ×</m:t>
                      </m:r>
                      <m:r>
                        <a:rPr lang="en-US" sz="2200" i="1">
                          <a:latin typeface="Cambria Math" panose="02040503050406030204" pitchFamily="18" charset="0"/>
                        </a:rPr>
                        <m:t>𝑚𝑒𝑎𝑠𝑢𝑟𝑒𝑚𝑒𝑛𝑡</m:t>
                      </m:r>
                      <m:r>
                        <a:rPr lang="en-US" sz="2200" i="1">
                          <a:latin typeface="Cambria Math" panose="02040503050406030204" pitchFamily="18" charset="0"/>
                        </a:rPr>
                        <m:t> </m:t>
                      </m:r>
                      <m:r>
                        <a:rPr lang="en-US" sz="2200" i="1">
                          <a:latin typeface="Cambria Math" panose="02040503050406030204" pitchFamily="18" charset="0"/>
                        </a:rPr>
                        <m:t>𝑜𝑓</m:t>
                      </m:r>
                      <m:r>
                        <a:rPr lang="en-US" sz="2200" i="1">
                          <a:latin typeface="Cambria Math" panose="02040503050406030204" pitchFamily="18" charset="0"/>
                        </a:rPr>
                        <m:t> </m:t>
                      </m:r>
                      <m:r>
                        <a:rPr lang="en-US" sz="2200" i="1">
                          <a:latin typeface="Cambria Math" panose="02040503050406030204" pitchFamily="18" charset="0"/>
                        </a:rPr>
                        <m:t>𝑡h𝑒</m:t>
                      </m:r>
                      <m:r>
                        <a:rPr lang="en-US" sz="2200" i="1">
                          <a:latin typeface="Cambria Math" panose="02040503050406030204" pitchFamily="18" charset="0"/>
                        </a:rPr>
                        <m:t> </m:t>
                      </m:r>
                      <m:r>
                        <a:rPr lang="en-US" sz="2200" i="1">
                          <a:latin typeface="Cambria Math" panose="02040503050406030204" pitchFamily="18" charset="0"/>
                        </a:rPr>
                        <m:t>𝑚𝑖𝑠𝑠𝑖𝑛𝑔</m:t>
                      </m:r>
                      <m:r>
                        <a:rPr lang="en-US" sz="2200" i="1">
                          <a:latin typeface="Cambria Math" panose="02040503050406030204" pitchFamily="18" charset="0"/>
                        </a:rPr>
                        <m:t> </m:t>
                      </m:r>
                      <m:r>
                        <a:rPr lang="en-US" sz="2200" i="1">
                          <a:latin typeface="Cambria Math" panose="02040503050406030204" pitchFamily="18" charset="0"/>
                        </a:rPr>
                        <m:t>𝑑𝑖𝑚𝑒𝑛𝑠𝑖𝑜𝑛</m:t>
                      </m:r>
                    </m:oMath>
                  </m:oMathPara>
                </a14:m>
                <a:endParaRPr lang="en-US" sz="2200" dirty="0">
                  <a:latin typeface="Verdana" panose="020B0604030504040204" pitchFamily="34" charset="0"/>
                  <a:ea typeface="Verdana" panose="020B0604030504040204" pitchFamily="34" charset="0"/>
                  <a:cs typeface="Verdana" panose="020B0604030504040204" pitchFamily="34" charset="0"/>
                </a:endParaRPr>
              </a:p>
              <a:p>
                <a:r>
                  <a:rPr lang="en-US" sz="2400" dirty="0">
                    <a:latin typeface="Verdana" panose="020B0604030504040204" pitchFamily="34" charset="0"/>
                    <a:ea typeface="Verdana" panose="020B0604030504040204" pitchFamily="34" charset="0"/>
                    <a:cs typeface="Verdana" panose="020B0604030504040204" pitchFamily="34" charset="0"/>
                  </a:rPr>
                  <a:t> </a:t>
                </a:r>
              </a:p>
              <a:p>
                <a:pPr/>
                <a14:m>
                  <m:oMathPara xmlns:m="http://schemas.openxmlformats.org/officeDocument/2006/math">
                    <m:oMathParaPr>
                      <m:jc m:val="centerGroup"/>
                    </m:oMathParaPr>
                    <m:oMath xmlns:m="http://schemas.openxmlformats.org/officeDocument/2006/math">
                      <m:r>
                        <a:rPr lang="en-US" sz="2400" i="1">
                          <a:latin typeface="Cambria Math" panose="02040503050406030204" pitchFamily="18" charset="0"/>
                        </a:rPr>
                        <m:t>𝑀𝑒𝑎𝑠𝑢𝑟𝑒𝑚𝑒𝑛𝑡</m:t>
                      </m:r>
                      <m:r>
                        <a:rPr lang="en-US" sz="2400" i="1">
                          <a:latin typeface="Cambria Math" panose="02040503050406030204" pitchFamily="18" charset="0"/>
                        </a:rPr>
                        <m:t> </m:t>
                      </m:r>
                      <m:r>
                        <a:rPr lang="en-US" sz="2400" i="1">
                          <a:latin typeface="Cambria Math" panose="02040503050406030204" pitchFamily="18" charset="0"/>
                        </a:rPr>
                        <m:t>𝑜𝑓</m:t>
                      </m:r>
                      <m:r>
                        <a:rPr lang="en-US" sz="2400" i="1">
                          <a:latin typeface="Cambria Math" panose="02040503050406030204" pitchFamily="18" charset="0"/>
                        </a:rPr>
                        <m:t> </m:t>
                      </m:r>
                      <m:r>
                        <a:rPr lang="en-US" sz="2400" i="1">
                          <a:latin typeface="Cambria Math" panose="02040503050406030204" pitchFamily="18" charset="0"/>
                        </a:rPr>
                        <m:t>𝑡h𝑒</m:t>
                      </m:r>
                      <m:r>
                        <a:rPr lang="en-US" sz="2400" i="1">
                          <a:latin typeface="Cambria Math" panose="02040503050406030204" pitchFamily="18" charset="0"/>
                        </a:rPr>
                        <m:t> </m:t>
                      </m:r>
                      <m:r>
                        <a:rPr lang="en-US" sz="2400" i="1">
                          <a:latin typeface="Cambria Math" panose="02040503050406030204" pitchFamily="18" charset="0"/>
                        </a:rPr>
                        <m:t>𝑚𝑖𝑠𝑠𝑖𝑛𝑔</m:t>
                      </m:r>
                      <m:r>
                        <a:rPr lang="en-US" sz="2400" i="1">
                          <a:latin typeface="Cambria Math" panose="02040503050406030204" pitchFamily="18" charset="0"/>
                        </a:rPr>
                        <m:t> </m:t>
                      </m:r>
                      <m:r>
                        <a:rPr lang="en-US" sz="2400" i="1">
                          <a:latin typeface="Cambria Math" panose="02040503050406030204" pitchFamily="18" charset="0"/>
                        </a:rPr>
                        <m:t>𝑑𝑖𝑚𝑒𝑛𝑠𝑖𝑜𝑛</m:t>
                      </m:r>
                      <m:r>
                        <a:rPr lang="en-US" sz="2400" i="1">
                          <a:latin typeface="Cambria Math" panose="02040503050406030204" pitchFamily="18" charset="0"/>
                        </a:rPr>
                        <m:t>= </m:t>
                      </m:r>
                      <m:f>
                        <m:fPr>
                          <m:ctrlPr>
                            <a:rPr lang="en-US" sz="2400" i="1">
                              <a:latin typeface="Cambria Math"/>
                            </a:rPr>
                          </m:ctrlPr>
                        </m:fPr>
                        <m:num>
                          <m:r>
                            <a:rPr lang="en-US" sz="2400" i="1">
                              <a:latin typeface="Cambria Math" panose="02040503050406030204" pitchFamily="18" charset="0"/>
                            </a:rPr>
                            <m:t>𝑉</m:t>
                          </m:r>
                        </m:num>
                        <m:den>
                          <m:r>
                            <a:rPr lang="en-US" sz="2400" i="1">
                              <a:latin typeface="Cambria Math" panose="02040503050406030204" pitchFamily="18" charset="0"/>
                            </a:rPr>
                            <m:t>𝐴𝑟𝑒𝑎</m:t>
                          </m:r>
                          <m:r>
                            <a:rPr lang="en-US" sz="2400" i="1">
                              <a:latin typeface="Cambria Math" panose="02040503050406030204" pitchFamily="18" charset="0"/>
                            </a:rPr>
                            <m:t> </m:t>
                          </m:r>
                          <m:r>
                            <a:rPr lang="en-US" sz="2400" i="1">
                              <a:latin typeface="Cambria Math" panose="02040503050406030204" pitchFamily="18" charset="0"/>
                            </a:rPr>
                            <m:t>𝑜𝑓</m:t>
                          </m:r>
                          <m:r>
                            <a:rPr lang="en-US" sz="2400" i="1">
                              <a:latin typeface="Cambria Math" panose="02040503050406030204" pitchFamily="18" charset="0"/>
                            </a:rPr>
                            <m:t> </m:t>
                          </m:r>
                          <m:r>
                            <a:rPr lang="en-US" sz="2400" i="1">
                              <a:latin typeface="Cambria Math" panose="02040503050406030204" pitchFamily="18" charset="0"/>
                            </a:rPr>
                            <m:t>𝑡h𝑒</m:t>
                          </m:r>
                          <m:r>
                            <a:rPr lang="en-US" sz="2400" i="1">
                              <a:latin typeface="Cambria Math" panose="02040503050406030204" pitchFamily="18" charset="0"/>
                            </a:rPr>
                            <m:t> </m:t>
                          </m:r>
                          <m:r>
                            <a:rPr lang="en-US" sz="2400" i="1">
                              <a:latin typeface="Cambria Math" panose="02040503050406030204" pitchFamily="18" charset="0"/>
                            </a:rPr>
                            <m:t>𝑓𝑎𝑐𝑒</m:t>
                          </m:r>
                        </m:den>
                      </m:f>
                    </m:oMath>
                  </m:oMathPara>
                </a14:m>
                <a:endParaRPr lang="en-US" sz="2400" dirty="0">
                  <a:latin typeface="Verdana" panose="020B0604030504040204" pitchFamily="34" charset="0"/>
                  <a:ea typeface="Verdana" panose="020B0604030504040204" pitchFamily="34" charset="0"/>
                  <a:cs typeface="Verdana" panose="020B0604030504040204" pitchFamily="34" charset="0"/>
                </a:endParaRPr>
              </a:p>
              <a:p>
                <a:r>
                  <a:rPr lang="en-US" sz="2400" dirty="0">
                    <a:latin typeface="Verdana" panose="020B0604030504040204" pitchFamily="34" charset="0"/>
                    <a:ea typeface="Verdana" panose="020B0604030504040204" pitchFamily="34" charset="0"/>
                    <a:cs typeface="Verdana" panose="020B0604030504040204" pitchFamily="34" charset="0"/>
                  </a:rPr>
                  <a:t> </a:t>
                </a:r>
              </a:p>
              <a:p>
                <a:r>
                  <a:rPr lang="en-US" sz="2400" dirty="0">
                    <a:latin typeface="Verdana" panose="020B0604030504040204" pitchFamily="34" charset="0"/>
                    <a:ea typeface="Verdana" panose="020B0604030504040204" pitchFamily="34" charset="0"/>
                    <a:cs typeface="Verdana" panose="020B0604030504040204" pitchFamily="34" charset="0"/>
                  </a:rPr>
                  <a:t> </a:t>
                </a:r>
              </a:p>
              <a:p>
                <a:r>
                  <a:rPr lang="en-US" sz="2400" dirty="0">
                    <a:latin typeface="Verdana" panose="020B0604030504040204" pitchFamily="34" charset="0"/>
                    <a:ea typeface="Verdana" panose="020B0604030504040204" pitchFamily="34" charset="0"/>
                    <a:cs typeface="Verdana" panose="020B0604030504040204" pitchFamily="34" charset="0"/>
                  </a:rPr>
                  <a:t> </a:t>
                </a:r>
              </a:p>
            </p:txBody>
          </p:sp>
        </mc:Choice>
        <mc:Fallback xmlns="">
          <p:sp>
            <p:nvSpPr>
              <p:cNvPr id="329" name="Google Shape;329;p20"/>
              <p:cNvSpPr txBox="1">
                <a:spLocks noRot="1" noChangeAspect="1" noMove="1" noResize="1" noEditPoints="1" noAdjustHandles="1" noChangeArrowheads="1" noChangeShapeType="1" noTextEdit="1"/>
              </p:cNvSpPr>
              <p:nvPr/>
            </p:nvSpPr>
            <p:spPr>
              <a:xfrm>
                <a:off x="798286" y="520394"/>
                <a:ext cx="10854604" cy="4511003"/>
              </a:xfrm>
              <a:prstGeom prst="rect">
                <a:avLst/>
              </a:prstGeom>
              <a:blipFill rotWithShape="0">
                <a:blip r:embed="rId3"/>
                <a:stretch>
                  <a:fillRect l="-898" t="-1081" r="-1348"/>
                </a:stretch>
              </a:blipFill>
              <a:ln>
                <a:noFill/>
              </a:ln>
            </p:spPr>
            <p:txBody>
              <a:bodyPr/>
              <a:lstStyle/>
              <a:p>
                <a:r>
                  <a:rPr lang="en-US">
                    <a:noFill/>
                  </a:rPr>
                  <a:t> </a:t>
                </a:r>
              </a:p>
            </p:txBody>
          </p:sp>
        </mc:Fallback>
      </mc:AlternateContent>
      <p:sp>
        <p:nvSpPr>
          <p:cNvPr id="7" name="Google Shape;125;g104476d1465_1_17"/>
          <p:cNvSpPr txBox="1"/>
          <p:nvPr/>
        </p:nvSpPr>
        <p:spPr>
          <a:xfrm>
            <a:off x="8708122" y="6457799"/>
            <a:ext cx="2634000" cy="400200"/>
          </a:xfrm>
          <a:prstGeom prst="rect">
            <a:avLst/>
          </a:prstGeom>
          <a:noFill/>
          <a:ln>
            <a:noFill/>
          </a:ln>
        </p:spPr>
        <p:txBody>
          <a:bodyPr spcFirstLastPara="1" wrap="square" lIns="91425" tIns="91425" rIns="91425" bIns="91425" anchor="t" anchorCtr="0">
            <a:spAutoFit/>
          </a:bodyPr>
          <a:lstStyle/>
          <a:p>
            <a:pPr algn="r">
              <a:buSzPts val="1400"/>
            </a:pPr>
            <a:r>
              <a:rPr lang="en-US" i="1" dirty="0">
                <a:latin typeface="Calibri"/>
                <a:ea typeface="Calibri"/>
                <a:cs typeface="Calibri"/>
                <a:sym typeface="Calibri"/>
              </a:rPr>
              <a:t>volume 2, pg. 18</a:t>
            </a:r>
            <a:endParaRPr i="1" dirty="0">
              <a:latin typeface="Calibri"/>
              <a:ea typeface="Calibri"/>
              <a:cs typeface="Calibri"/>
              <a:sym typeface="Calibri"/>
            </a:endParaRPr>
          </a:p>
        </p:txBody>
      </p:sp>
      <p:pic>
        <p:nvPicPr>
          <p:cNvPr id="8" name="Google Shape;126;g104476d1465_1_17"/>
          <p:cNvPicPr preferRelativeResize="0"/>
          <p:nvPr/>
        </p:nvPicPr>
        <p:blipFill rotWithShape="1">
          <a:blip r:embed="rId4" cstate="screen">
            <a:alphaModFix/>
            <a:extLst>
              <a:ext uri="{28A0092B-C50C-407E-A947-70E740481C1C}">
                <a14:useLocalDpi xmlns:a14="http://schemas.microsoft.com/office/drawing/2010/main"/>
              </a:ext>
            </a:extLst>
          </a:blip>
          <a:srcRect/>
          <a:stretch/>
        </p:blipFill>
        <p:spPr>
          <a:xfrm>
            <a:off x="11446348" y="6200724"/>
            <a:ext cx="563850" cy="657276"/>
          </a:xfrm>
          <a:prstGeom prst="rect">
            <a:avLst/>
          </a:prstGeom>
          <a:noFill/>
          <a:ln>
            <a:noFill/>
          </a:ln>
          <a:effectLst>
            <a:outerShdw blurRad="57150" dist="19050" dir="5400000" algn="bl" rotWithShape="0">
              <a:srgbClr val="000000">
                <a:alpha val="49803"/>
              </a:srgbClr>
            </a:outerShdw>
          </a:effectLst>
        </p:spPr>
      </p:pic>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325"/>
        <p:cNvGrpSpPr/>
        <p:nvPr/>
      </p:nvGrpSpPr>
      <p:grpSpPr>
        <a:xfrm>
          <a:off x="0" y="0"/>
          <a:ext cx="0" cy="0"/>
          <a:chOff x="0" y="0"/>
          <a:chExt cx="0" cy="0"/>
        </a:xfrm>
      </p:grpSpPr>
      <p:sp>
        <p:nvSpPr>
          <p:cNvPr id="326" name="Google Shape;326;p20"/>
          <p:cNvSpPr/>
          <p:nvPr/>
        </p:nvSpPr>
        <p:spPr>
          <a:xfrm>
            <a:off x="0" y="-8101"/>
            <a:ext cx="223200" cy="6866100"/>
          </a:xfrm>
          <a:prstGeom prst="rect">
            <a:avLst/>
          </a:prstGeom>
          <a:solidFill>
            <a:srgbClr val="79B0DD"/>
          </a:solidFill>
          <a:ln w="9525" cap="flat" cmpd="sng">
            <a:solidFill>
              <a:srgbClr val="79B0DD"/>
            </a:solidFill>
            <a:prstDash val="solid"/>
            <a:round/>
            <a:headEnd type="none" w="sm" len="sm"/>
            <a:tailEnd type="none" w="sm" len="sm"/>
          </a:ln>
          <a:effectLst>
            <a:outerShdw blurRad="57150" dist="19050" dir="5400000" algn="bl" rotWithShape="0">
              <a:srgbClr val="000000">
                <a:alpha val="49803"/>
              </a:srgbClr>
            </a:outerShdw>
          </a:effectLst>
        </p:spPr>
        <p:txBody>
          <a:bodyPr spcFirstLastPara="1" wrap="square" lIns="91425" tIns="91425" rIns="91425" bIns="91425" anchor="ctr" anchorCtr="0">
            <a:noAutofit/>
          </a:bodyPr>
          <a:lstStyle/>
          <a:p>
            <a:pPr>
              <a:buSzPts val="1400"/>
            </a:pPr>
            <a:endParaRPr/>
          </a:p>
        </p:txBody>
      </p:sp>
      <mc:AlternateContent xmlns:mc="http://schemas.openxmlformats.org/markup-compatibility/2006" xmlns:a14="http://schemas.microsoft.com/office/drawing/2010/main">
        <mc:Choice Requires="a14">
          <p:sp>
            <p:nvSpPr>
              <p:cNvPr id="329" name="Google Shape;329;p20"/>
              <p:cNvSpPr txBox="1"/>
              <p:nvPr/>
            </p:nvSpPr>
            <p:spPr>
              <a:xfrm>
                <a:off x="1219200" y="520394"/>
                <a:ext cx="9904266" cy="1200481"/>
              </a:xfrm>
              <a:prstGeom prst="rect">
                <a:avLst/>
              </a:prstGeom>
              <a:noFill/>
              <a:ln>
                <a:noFill/>
              </a:ln>
            </p:spPr>
            <p:txBody>
              <a:bodyPr spcFirstLastPara="1" wrap="square" lIns="91425" tIns="45700" rIns="91425" bIns="45700" anchor="t" anchorCtr="0">
                <a:spAutoFit/>
              </a:bodyPr>
              <a:lstStyle/>
              <a:p>
                <a:r>
                  <a:rPr lang="en-US" dirty="0"/>
                  <a:t> </a:t>
                </a:r>
              </a:p>
              <a:p>
                <a:pPr marL="461963" indent="-461963">
                  <a:buFont typeface="+mj-lt"/>
                  <a:buAutoNum type="arabicPeriod" startAt="2"/>
                </a:pPr>
                <a:r>
                  <a:rPr lang="en-US" sz="2400" dirty="0">
                    <a:latin typeface="Verdana" panose="020B0604030504040204" pitchFamily="34" charset="0"/>
                    <a:ea typeface="Verdana" panose="020B0604030504040204" pitchFamily="34" charset="0"/>
                    <a:cs typeface="Verdana" panose="020B0604030504040204" pitchFamily="34" charset="0"/>
                  </a:rPr>
                  <a:t>If the volume of the box is </a:t>
                </a:r>
                <a14:m>
                  <m:oMath xmlns:m="http://schemas.openxmlformats.org/officeDocument/2006/math">
                    <m:r>
                      <a:rPr lang="en-US" sz="2400" i="1">
                        <a:latin typeface="Cambria Math" panose="02040503050406030204" pitchFamily="18" charset="0"/>
                      </a:rPr>
                      <m:t>233</m:t>
                    </m:r>
                    <m:f>
                      <m:fPr>
                        <m:ctrlPr>
                          <a:rPr lang="en-US" sz="2400" i="1">
                            <a:latin typeface="Cambria Math"/>
                          </a:rPr>
                        </m:ctrlPr>
                      </m:fPr>
                      <m:num>
                        <m:r>
                          <a:rPr lang="en-US" sz="2400" i="1">
                            <a:latin typeface="Cambria Math" panose="02040503050406030204" pitchFamily="18" charset="0"/>
                          </a:rPr>
                          <m:t>1</m:t>
                        </m:r>
                      </m:num>
                      <m:den>
                        <m:r>
                          <a:rPr lang="en-US" sz="2400" i="1">
                            <a:latin typeface="Cambria Math" panose="02040503050406030204" pitchFamily="18" charset="0"/>
                          </a:rPr>
                          <m:t>3</m:t>
                        </m:r>
                      </m:den>
                    </m:f>
                    <m:r>
                      <a:rPr lang="en-US" sz="2400" i="1">
                        <a:latin typeface="Cambria Math" panose="02040503050406030204" pitchFamily="18" charset="0"/>
                      </a:rPr>
                      <m:t> </m:t>
                    </m:r>
                  </m:oMath>
                </a14:m>
                <a:r>
                  <a:rPr lang="en-US" sz="2400" dirty="0">
                    <a:latin typeface="Verdana" panose="020B0604030504040204" pitchFamily="34" charset="0"/>
                    <a:ea typeface="Verdana" panose="020B0604030504040204" pitchFamily="34" charset="0"/>
                    <a:cs typeface="Verdana" panose="020B0604030504040204" pitchFamily="34" charset="0"/>
                  </a:rPr>
                  <a:t>in</a:t>
                </a:r>
                <a:r>
                  <a:rPr lang="en-US" sz="2400" baseline="30000" dirty="0">
                    <a:latin typeface="Verdana" panose="020B0604030504040204" pitchFamily="34" charset="0"/>
                    <a:ea typeface="Verdana" panose="020B0604030504040204" pitchFamily="34" charset="0"/>
                    <a:cs typeface="Verdana" panose="020B0604030504040204" pitchFamily="34" charset="0"/>
                  </a:rPr>
                  <a:t>3</a:t>
                </a:r>
                <a:r>
                  <a:rPr lang="en-US" sz="2400" dirty="0">
                    <a:latin typeface="Verdana" panose="020B0604030504040204" pitchFamily="34" charset="0"/>
                    <a:ea typeface="Verdana" panose="020B0604030504040204" pitchFamily="34" charset="0"/>
                    <a:cs typeface="Verdana" panose="020B0604030504040204" pitchFamily="34" charset="0"/>
                  </a:rPr>
                  <a:t>, what is the value of the missing dimension of the box?</a:t>
                </a:r>
              </a:p>
            </p:txBody>
          </p:sp>
        </mc:Choice>
        <mc:Fallback xmlns="">
          <p:sp>
            <p:nvSpPr>
              <p:cNvPr id="329" name="Google Shape;329;p20"/>
              <p:cNvSpPr txBox="1">
                <a:spLocks noRot="1" noChangeAspect="1" noMove="1" noResize="1" noEditPoints="1" noAdjustHandles="1" noChangeArrowheads="1" noChangeShapeType="1" noTextEdit="1"/>
              </p:cNvSpPr>
              <p:nvPr/>
            </p:nvSpPr>
            <p:spPr>
              <a:xfrm>
                <a:off x="1219200" y="520394"/>
                <a:ext cx="9904266" cy="1200481"/>
              </a:xfrm>
              <a:prstGeom prst="rect">
                <a:avLst/>
              </a:prstGeom>
              <a:blipFill rotWithShape="0">
                <a:blip r:embed="rId3"/>
                <a:stretch>
                  <a:fillRect l="-985" r="-1477" b="-10660"/>
                </a:stretch>
              </a:blipFill>
              <a:ln>
                <a:noFill/>
              </a:ln>
            </p:spPr>
            <p:txBody>
              <a:bodyPr/>
              <a:lstStyle/>
              <a:p>
                <a:r>
                  <a:rPr lang="en-US">
                    <a:noFill/>
                  </a:rPr>
                  <a:t> </a:t>
                </a:r>
              </a:p>
            </p:txBody>
          </p:sp>
        </mc:Fallback>
      </mc:AlternateContent>
      <p:sp>
        <p:nvSpPr>
          <p:cNvPr id="7" name="Google Shape;125;g104476d1465_1_17"/>
          <p:cNvSpPr txBox="1"/>
          <p:nvPr/>
        </p:nvSpPr>
        <p:spPr>
          <a:xfrm>
            <a:off x="8708122" y="6457799"/>
            <a:ext cx="2634000" cy="400200"/>
          </a:xfrm>
          <a:prstGeom prst="rect">
            <a:avLst/>
          </a:prstGeom>
          <a:noFill/>
          <a:ln>
            <a:noFill/>
          </a:ln>
        </p:spPr>
        <p:txBody>
          <a:bodyPr spcFirstLastPara="1" wrap="square" lIns="91425" tIns="91425" rIns="91425" bIns="91425" anchor="t" anchorCtr="0">
            <a:spAutoFit/>
          </a:bodyPr>
          <a:lstStyle/>
          <a:p>
            <a:pPr algn="r">
              <a:buSzPts val="1400"/>
            </a:pPr>
            <a:r>
              <a:rPr lang="en-US" i="1" dirty="0">
                <a:latin typeface="Calibri"/>
                <a:ea typeface="Calibri"/>
                <a:cs typeface="Calibri"/>
                <a:sym typeface="Calibri"/>
              </a:rPr>
              <a:t>volume 2, pg. </a:t>
            </a:r>
            <a:r>
              <a:rPr lang="en-US" i="1">
                <a:latin typeface="Calibri"/>
                <a:ea typeface="Calibri"/>
                <a:cs typeface="Calibri"/>
                <a:sym typeface="Calibri"/>
              </a:rPr>
              <a:t>18</a:t>
            </a:r>
            <a:endParaRPr i="1" dirty="0">
              <a:latin typeface="Calibri"/>
              <a:ea typeface="Calibri"/>
              <a:cs typeface="Calibri"/>
              <a:sym typeface="Calibri"/>
            </a:endParaRPr>
          </a:p>
        </p:txBody>
      </p:sp>
      <p:pic>
        <p:nvPicPr>
          <p:cNvPr id="8" name="Google Shape;126;g104476d1465_1_17"/>
          <p:cNvPicPr preferRelativeResize="0"/>
          <p:nvPr/>
        </p:nvPicPr>
        <p:blipFill rotWithShape="1">
          <a:blip r:embed="rId4" cstate="screen">
            <a:alphaModFix/>
            <a:extLst>
              <a:ext uri="{28A0092B-C50C-407E-A947-70E740481C1C}">
                <a14:useLocalDpi xmlns:a14="http://schemas.microsoft.com/office/drawing/2010/main"/>
              </a:ext>
            </a:extLst>
          </a:blip>
          <a:srcRect/>
          <a:stretch/>
        </p:blipFill>
        <p:spPr>
          <a:xfrm>
            <a:off x="11446348" y="6200724"/>
            <a:ext cx="563850" cy="657276"/>
          </a:xfrm>
          <a:prstGeom prst="rect">
            <a:avLst/>
          </a:prstGeom>
          <a:noFill/>
          <a:ln>
            <a:noFill/>
          </a:ln>
          <a:effectLst>
            <a:outerShdw blurRad="57150" dist="19050" dir="5400000" algn="bl" rotWithShape="0">
              <a:srgbClr val="000000">
                <a:alpha val="49803"/>
              </a:srgbClr>
            </a:outerShdw>
          </a:effectLst>
        </p:spPr>
      </p:pic>
    </p:spTree>
    <p:extLst>
      <p:ext uri="{BB962C8B-B14F-4D97-AF65-F5344CB8AC3E}">
        <p14:creationId xmlns:p14="http://schemas.microsoft.com/office/powerpoint/2010/main" val="3957576490"/>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325"/>
        <p:cNvGrpSpPr/>
        <p:nvPr/>
      </p:nvGrpSpPr>
      <p:grpSpPr>
        <a:xfrm>
          <a:off x="0" y="0"/>
          <a:ext cx="0" cy="0"/>
          <a:chOff x="0" y="0"/>
          <a:chExt cx="0" cy="0"/>
        </a:xfrm>
      </p:grpSpPr>
      <p:sp>
        <p:nvSpPr>
          <p:cNvPr id="326" name="Google Shape;326;p20"/>
          <p:cNvSpPr/>
          <p:nvPr/>
        </p:nvSpPr>
        <p:spPr>
          <a:xfrm>
            <a:off x="0" y="0"/>
            <a:ext cx="223200" cy="6866100"/>
          </a:xfrm>
          <a:prstGeom prst="rect">
            <a:avLst/>
          </a:prstGeom>
          <a:solidFill>
            <a:srgbClr val="79B0DD"/>
          </a:solidFill>
          <a:ln w="9525" cap="flat" cmpd="sng">
            <a:solidFill>
              <a:srgbClr val="79B0DD"/>
            </a:solidFill>
            <a:prstDash val="solid"/>
            <a:round/>
            <a:headEnd type="none" w="sm" len="sm"/>
            <a:tailEnd type="none" w="sm" len="sm"/>
          </a:ln>
          <a:effectLst>
            <a:outerShdw blurRad="57150" dist="19050" dir="5400000" algn="bl" rotWithShape="0">
              <a:srgbClr val="000000">
                <a:alpha val="49803"/>
              </a:srgbClr>
            </a:outerShdw>
          </a:effectLst>
        </p:spPr>
        <p:txBody>
          <a:bodyPr spcFirstLastPara="1" wrap="square" lIns="91425" tIns="91425" rIns="91425" bIns="91425" anchor="ctr" anchorCtr="0">
            <a:noAutofit/>
          </a:bodyPr>
          <a:lstStyle/>
          <a:p>
            <a:pPr>
              <a:buSzPts val="1400"/>
            </a:pPr>
            <a:endParaRPr/>
          </a:p>
        </p:txBody>
      </p:sp>
      <p:sp>
        <p:nvSpPr>
          <p:cNvPr id="329" name="Google Shape;329;p20"/>
          <p:cNvSpPr txBox="1"/>
          <p:nvPr/>
        </p:nvSpPr>
        <p:spPr>
          <a:xfrm>
            <a:off x="1001486" y="520393"/>
            <a:ext cx="10339694" cy="5539938"/>
          </a:xfrm>
          <a:prstGeom prst="rect">
            <a:avLst/>
          </a:prstGeom>
          <a:noFill/>
          <a:ln>
            <a:noFill/>
          </a:ln>
        </p:spPr>
        <p:txBody>
          <a:bodyPr spcFirstLastPara="1" wrap="square" lIns="91425" tIns="45700" rIns="91425" bIns="45700" anchor="t" anchorCtr="0">
            <a:spAutoFit/>
          </a:bodyPr>
          <a:lstStyle/>
          <a:p>
            <a:pPr marL="461963" indent="-461963">
              <a:buFont typeface="+mj-lt"/>
              <a:buAutoNum type="arabicPeriod" startAt="3"/>
            </a:pPr>
            <a:r>
              <a:rPr lang="en-US" sz="2000" dirty="0">
                <a:latin typeface="Verdana" panose="020B0604030504040204" pitchFamily="34" charset="0"/>
                <a:ea typeface="Verdana" panose="020B0604030504040204" pitchFamily="34" charset="0"/>
                <a:cs typeface="Verdana" panose="020B0604030504040204" pitchFamily="34" charset="0"/>
              </a:rPr>
              <a:t>Rafael was trying to find the missing dimension of the cereal box shown. </a:t>
            </a:r>
          </a:p>
          <a:p>
            <a:pPr lvl="0"/>
            <a:endParaRPr lang="en-US" sz="2000" dirty="0">
              <a:latin typeface="Verdana" panose="020B0604030504040204" pitchFamily="34" charset="0"/>
              <a:ea typeface="Verdana" panose="020B0604030504040204" pitchFamily="34" charset="0"/>
              <a:cs typeface="Verdana" panose="020B0604030504040204" pitchFamily="34" charset="0"/>
            </a:endParaRPr>
          </a:p>
          <a:p>
            <a:pPr lvl="0"/>
            <a:endParaRPr lang="en-US" sz="2000" dirty="0">
              <a:latin typeface="Verdana" panose="020B0604030504040204" pitchFamily="34" charset="0"/>
              <a:ea typeface="Verdana" panose="020B0604030504040204" pitchFamily="34" charset="0"/>
              <a:cs typeface="Verdana" panose="020B0604030504040204" pitchFamily="34" charset="0"/>
            </a:endParaRPr>
          </a:p>
          <a:p>
            <a:pPr lvl="0"/>
            <a:endParaRPr lang="en-US" sz="2000" dirty="0">
              <a:latin typeface="Verdana" panose="020B0604030504040204" pitchFamily="34" charset="0"/>
              <a:ea typeface="Verdana" panose="020B0604030504040204" pitchFamily="34" charset="0"/>
              <a:cs typeface="Verdana" panose="020B0604030504040204" pitchFamily="34" charset="0"/>
            </a:endParaRPr>
          </a:p>
          <a:p>
            <a:pPr lvl="0"/>
            <a:endParaRPr lang="en-US" sz="2000" dirty="0">
              <a:latin typeface="Verdana" panose="020B0604030504040204" pitchFamily="34" charset="0"/>
              <a:ea typeface="Verdana" panose="020B0604030504040204" pitchFamily="34" charset="0"/>
              <a:cs typeface="Verdana" panose="020B0604030504040204" pitchFamily="34" charset="0"/>
            </a:endParaRPr>
          </a:p>
          <a:p>
            <a:pPr lvl="0"/>
            <a:endParaRPr lang="en-US" sz="2000" dirty="0">
              <a:latin typeface="Verdana" panose="020B0604030504040204" pitchFamily="34" charset="0"/>
              <a:ea typeface="Verdana" panose="020B0604030504040204" pitchFamily="34" charset="0"/>
              <a:cs typeface="Verdana" panose="020B0604030504040204" pitchFamily="34" charset="0"/>
            </a:endParaRPr>
          </a:p>
          <a:p>
            <a:pPr lvl="0"/>
            <a:endParaRPr lang="en-US" sz="2000" dirty="0">
              <a:latin typeface="Verdana" panose="020B0604030504040204" pitchFamily="34" charset="0"/>
              <a:ea typeface="Verdana" panose="020B0604030504040204" pitchFamily="34" charset="0"/>
              <a:cs typeface="Verdana" panose="020B0604030504040204" pitchFamily="34" charset="0"/>
            </a:endParaRPr>
          </a:p>
          <a:p>
            <a:pPr lvl="0"/>
            <a:endParaRPr lang="en-US" sz="2000" dirty="0">
              <a:latin typeface="Verdana" panose="020B0604030504040204" pitchFamily="34" charset="0"/>
              <a:ea typeface="Verdana" panose="020B0604030504040204" pitchFamily="34" charset="0"/>
              <a:cs typeface="Verdana" panose="020B0604030504040204" pitchFamily="34" charset="0"/>
            </a:endParaRPr>
          </a:p>
          <a:p>
            <a:pPr lvl="0"/>
            <a:endParaRPr lang="en-US" sz="2000" dirty="0">
              <a:latin typeface="Verdana" panose="020B0604030504040204" pitchFamily="34" charset="0"/>
              <a:ea typeface="Verdana" panose="020B0604030504040204" pitchFamily="34" charset="0"/>
              <a:cs typeface="Verdana" panose="020B0604030504040204" pitchFamily="34" charset="0"/>
            </a:endParaRPr>
          </a:p>
          <a:p>
            <a:pPr lvl="0"/>
            <a:endParaRPr lang="en-US" sz="2000" dirty="0">
              <a:latin typeface="Verdana" panose="020B0604030504040204" pitchFamily="34" charset="0"/>
              <a:ea typeface="Verdana" panose="020B0604030504040204" pitchFamily="34" charset="0"/>
              <a:cs typeface="Verdana" panose="020B0604030504040204" pitchFamily="34" charset="0"/>
            </a:endParaRPr>
          </a:p>
          <a:p>
            <a:pPr lvl="0"/>
            <a:endParaRPr lang="en-US" sz="2000" dirty="0">
              <a:latin typeface="Verdana" panose="020B0604030504040204" pitchFamily="34" charset="0"/>
              <a:ea typeface="Verdana" panose="020B0604030504040204" pitchFamily="34" charset="0"/>
              <a:cs typeface="Verdana" panose="020B0604030504040204" pitchFamily="34" charset="0"/>
            </a:endParaRPr>
          </a:p>
          <a:p>
            <a:pPr lvl="0"/>
            <a:endParaRPr lang="en-US" sz="2000" dirty="0">
              <a:latin typeface="Verdana" panose="020B0604030504040204" pitchFamily="34" charset="0"/>
              <a:ea typeface="Verdana" panose="020B0604030504040204" pitchFamily="34" charset="0"/>
              <a:cs typeface="Verdana" panose="020B0604030504040204" pitchFamily="34" charset="0"/>
            </a:endParaRPr>
          </a:p>
          <a:p>
            <a:pPr lvl="0"/>
            <a:endParaRPr lang="en-US" sz="2000" dirty="0">
              <a:latin typeface="Verdana" panose="020B0604030504040204" pitchFamily="34" charset="0"/>
              <a:ea typeface="Verdana" panose="020B0604030504040204" pitchFamily="34" charset="0"/>
              <a:cs typeface="Verdana" panose="020B0604030504040204" pitchFamily="34" charset="0"/>
            </a:endParaRPr>
          </a:p>
          <a:p>
            <a:pPr lvl="0"/>
            <a:endParaRPr lang="en-US" sz="2000" dirty="0">
              <a:latin typeface="Verdana" panose="020B0604030504040204" pitchFamily="34" charset="0"/>
              <a:ea typeface="Verdana" panose="020B0604030504040204" pitchFamily="34" charset="0"/>
              <a:cs typeface="Verdana" panose="020B0604030504040204" pitchFamily="34" charset="0"/>
            </a:endParaRPr>
          </a:p>
          <a:p>
            <a:pPr lvl="0"/>
            <a:endParaRPr lang="en-US" sz="2000" dirty="0">
              <a:latin typeface="Verdana" panose="020B0604030504040204" pitchFamily="34" charset="0"/>
              <a:ea typeface="Verdana" panose="020B0604030504040204" pitchFamily="34" charset="0"/>
              <a:cs typeface="Verdana" panose="020B0604030504040204" pitchFamily="34" charset="0"/>
            </a:endParaRPr>
          </a:p>
          <a:p>
            <a:pPr marL="461963"/>
            <a:r>
              <a:rPr lang="en-US" sz="2000" dirty="0">
                <a:latin typeface="Verdana" panose="020B0604030504040204" pitchFamily="34" charset="0"/>
                <a:ea typeface="Verdana" panose="020B0604030504040204" pitchFamily="34" charset="0"/>
                <a:cs typeface="Verdana" panose="020B0604030504040204" pitchFamily="34" charset="0"/>
              </a:rPr>
              <a:t>He made a mistake while solving for the width of the box, but he cannot find it. Inspect his work below.</a:t>
            </a:r>
          </a:p>
          <a:p>
            <a:pPr lvl="0"/>
            <a:endParaRPr lang="en-US" dirty="0"/>
          </a:p>
        </p:txBody>
      </p:sp>
      <p:sp>
        <p:nvSpPr>
          <p:cNvPr id="7" name="Google Shape;125;g104476d1465_1_17"/>
          <p:cNvSpPr txBox="1"/>
          <p:nvPr/>
        </p:nvSpPr>
        <p:spPr>
          <a:xfrm>
            <a:off x="8708122" y="6457799"/>
            <a:ext cx="2634000" cy="400200"/>
          </a:xfrm>
          <a:prstGeom prst="rect">
            <a:avLst/>
          </a:prstGeom>
          <a:noFill/>
          <a:ln>
            <a:noFill/>
          </a:ln>
        </p:spPr>
        <p:txBody>
          <a:bodyPr spcFirstLastPara="1" wrap="square" lIns="91425" tIns="91425" rIns="91425" bIns="91425" anchor="t" anchorCtr="0">
            <a:spAutoFit/>
          </a:bodyPr>
          <a:lstStyle/>
          <a:p>
            <a:pPr algn="r">
              <a:buSzPts val="1400"/>
            </a:pPr>
            <a:r>
              <a:rPr lang="en-US" i="1" dirty="0">
                <a:latin typeface="Calibri"/>
                <a:ea typeface="Calibri"/>
                <a:cs typeface="Calibri"/>
                <a:sym typeface="Calibri"/>
              </a:rPr>
              <a:t>volume 2, pg. </a:t>
            </a:r>
            <a:r>
              <a:rPr lang="en-US" i="1">
                <a:latin typeface="Calibri"/>
                <a:ea typeface="Calibri"/>
                <a:cs typeface="Calibri"/>
                <a:sym typeface="Calibri"/>
              </a:rPr>
              <a:t>18</a:t>
            </a:r>
            <a:endParaRPr i="1" dirty="0">
              <a:latin typeface="Calibri"/>
              <a:ea typeface="Calibri"/>
              <a:cs typeface="Calibri"/>
              <a:sym typeface="Calibri"/>
            </a:endParaRPr>
          </a:p>
        </p:txBody>
      </p:sp>
      <p:pic>
        <p:nvPicPr>
          <p:cNvPr id="9" name="Google Shape;126;g104476d1465_1_17"/>
          <p:cNvPicPr preferRelativeResize="0"/>
          <p:nvPr/>
        </p:nvPicPr>
        <p:blipFill rotWithShape="1">
          <a:blip r:embed="rId3" cstate="screen">
            <a:alphaModFix/>
            <a:extLst>
              <a:ext uri="{28A0092B-C50C-407E-A947-70E740481C1C}">
                <a14:useLocalDpi xmlns:a14="http://schemas.microsoft.com/office/drawing/2010/main"/>
              </a:ext>
            </a:extLst>
          </a:blip>
          <a:srcRect/>
          <a:stretch/>
        </p:blipFill>
        <p:spPr>
          <a:xfrm>
            <a:off x="11446348" y="6200724"/>
            <a:ext cx="563850" cy="657276"/>
          </a:xfrm>
          <a:prstGeom prst="rect">
            <a:avLst/>
          </a:prstGeom>
          <a:noFill/>
          <a:ln>
            <a:noFill/>
          </a:ln>
          <a:effectLst>
            <a:outerShdw blurRad="57150" dist="19050" dir="5400000" algn="bl" rotWithShape="0">
              <a:srgbClr val="000000">
                <a:alpha val="49803"/>
              </a:srgbClr>
            </a:outerShdw>
          </a:effectLst>
        </p:spPr>
      </p:pic>
      <p:pic>
        <p:nvPicPr>
          <p:cNvPr id="10" name="Picture 9" descr="ree cereal-box Clipart - Free Clipart Graphics, Images and Photos. Public  Doma | Cereal box, Plane shapes, Solid figures">
            <a:extLst>
              <a:ext uri="{FF2B5EF4-FFF2-40B4-BE49-F238E27FC236}">
                <a16:creationId xmlns:a16="http://schemas.microsoft.com/office/drawing/2014/main" xmlns="" id="{04F6479A-D9A2-6640-B609-E91DB7038A5A}"/>
              </a:ext>
            </a:extLst>
          </p:cNvPr>
          <p:cNvPicPr>
            <a:picLocks noChangeAspect="1"/>
          </p:cNvPicPr>
          <p:nvPr/>
        </p:nvPicPr>
        <p:blipFill>
          <a:blip r:embed="rId4" cstate="screen">
            <a:extLst>
              <a:ext uri="{28A0092B-C50C-407E-A947-70E740481C1C}">
                <a14:useLocalDpi xmlns:a14="http://schemas.microsoft.com/office/drawing/2010/main"/>
              </a:ext>
            </a:extLst>
          </a:blip>
          <a:srcRect/>
          <a:stretch>
            <a:fillRect/>
          </a:stretch>
        </p:blipFill>
        <p:spPr bwMode="auto">
          <a:xfrm>
            <a:off x="5412105" y="1439793"/>
            <a:ext cx="1367790" cy="1633855"/>
          </a:xfrm>
          <a:prstGeom prst="rect">
            <a:avLst/>
          </a:prstGeom>
          <a:noFill/>
          <a:ln>
            <a:noFill/>
          </a:ln>
        </p:spPr>
      </p:pic>
      <mc:AlternateContent xmlns:mc="http://schemas.openxmlformats.org/markup-compatibility/2006">
        <mc:Choice xmlns:a14="http://schemas.microsoft.com/office/drawing/2010/main" Requires="a14">
          <p:sp>
            <p:nvSpPr>
              <p:cNvPr id="11" name="Text Box 2">
                <a:extLst>
                  <a:ext uri="{FF2B5EF4-FFF2-40B4-BE49-F238E27FC236}">
                    <a16:creationId xmlns:a16="http://schemas.microsoft.com/office/drawing/2014/main" xmlns="" id="{2661A9CF-0101-E74F-B47E-3A378D68D898}"/>
                  </a:ext>
                </a:extLst>
              </p:cNvPr>
              <p:cNvSpPr txBox="1"/>
              <p:nvPr/>
            </p:nvSpPr>
            <p:spPr>
              <a:xfrm>
                <a:off x="6717956" y="2075181"/>
                <a:ext cx="974725" cy="396875"/>
              </a:xfrm>
              <a:prstGeom prst="rect">
                <a:avLst/>
              </a:prstGeom>
              <a:solidFill>
                <a:schemeClr val="lt1"/>
              </a:solidFill>
              <a:ln w="6350">
                <a:noFill/>
              </a:ln>
            </p:spPr>
            <p:txBody>
              <a:bodyPr rot="0" spcFirstLastPara="0" vert="horz" wrap="square" lIns="91440" tIns="45720" rIns="91440" bIns="45720" numCol="1" spcCol="0" rtlCol="0" fromWordArt="0" anchor="t" anchorCtr="0" forceAA="0" compatLnSpc="1">
                <a:prstTxWarp prst="textNoShape">
                  <a:avLst/>
                </a:prstTxWarp>
                <a:noAutofit/>
              </a:bodyPr>
              <a:lstStyle/>
              <a:p>
                <a:pPr>
                  <a:spcAft>
                    <a:spcPts val="1000"/>
                  </a:spcAft>
                </a:pPr>
                <a14:m>
                  <m:oMath xmlns:m="http://schemas.openxmlformats.org/officeDocument/2006/math">
                    <m:r>
                      <a:rPr lang="en-US" sz="1800" i="1">
                        <a:latin typeface="Cambria Math" panose="02040503050406030204" pitchFamily="18" charset="0"/>
                        <a:ea typeface="Times New Roman" panose="02020603050405020304" pitchFamily="18" charset="0"/>
                        <a:cs typeface="Times New Roman" panose="02020603050405020304" pitchFamily="18" charset="0"/>
                      </a:rPr>
                      <m:t>30</m:t>
                    </m:r>
                  </m:oMath>
                </a14:m>
                <a:r>
                  <a:rPr lang="en-US" sz="1800">
                    <a:latin typeface="Cambria" panose="02040503050406030204" pitchFamily="18" charset="0"/>
                    <a:ea typeface="Times New Roman" panose="02020603050405020304" pitchFamily="18" charset="0"/>
                    <a:cs typeface="Times New Roman" panose="02020603050405020304" pitchFamily="18" charset="0"/>
                  </a:rPr>
                  <a:t> </a:t>
                </a:r>
                <a:r>
                  <a:rPr lang="en-US" sz="1800">
                    <a:latin typeface="Verdana" panose="020B0604030504040204" pitchFamily="34" charset="0"/>
                    <a:ea typeface="Times New Roman" panose="02020603050405020304" pitchFamily="18" charset="0"/>
                    <a:cs typeface="Times New Roman" panose="02020603050405020304" pitchFamily="18" charset="0"/>
                  </a:rPr>
                  <a:t>cm</a:t>
                </a:r>
                <a:endParaRPr lang="x-none" sz="1200">
                  <a:latin typeface="Cambria" panose="02040503050406030204" pitchFamily="18" charset="0"/>
                  <a:ea typeface="Times New Roman" panose="02020603050405020304" pitchFamily="18" charset="0"/>
                  <a:cs typeface="Times New Roman" panose="02020603050405020304" pitchFamily="18" charset="0"/>
                </a:endParaRPr>
              </a:p>
            </p:txBody>
          </p:sp>
        </mc:Choice>
        <mc:Fallback>
          <p:sp>
            <p:nvSpPr>
              <p:cNvPr id="11" name="Text Box 2">
                <a:extLst>
                  <a:ext uri="{FF2B5EF4-FFF2-40B4-BE49-F238E27FC236}">
                    <a16:creationId xmlns:a16="http://schemas.microsoft.com/office/drawing/2014/main" xmlns:a14="http://schemas.microsoft.com/office/drawing/2010/main" xmlns="" id="{2661A9CF-0101-E74F-B47E-3A378D68D898}"/>
                  </a:ext>
                </a:extLst>
              </p:cNvPr>
              <p:cNvSpPr txBox="1">
                <a:spLocks noRot="1" noChangeAspect="1" noMove="1" noResize="1" noEditPoints="1" noAdjustHandles="1" noChangeArrowheads="1" noChangeShapeType="1" noTextEdit="1"/>
              </p:cNvSpPr>
              <p:nvPr/>
            </p:nvSpPr>
            <p:spPr>
              <a:xfrm>
                <a:off x="6717956" y="2075181"/>
                <a:ext cx="974725" cy="396875"/>
              </a:xfrm>
              <a:prstGeom prst="rect">
                <a:avLst/>
              </a:prstGeom>
              <a:blipFill rotWithShape="1">
                <a:blip r:embed="rId5"/>
                <a:stretch>
                  <a:fillRect t="-7576" b="-15152"/>
                </a:stretch>
              </a:blipFill>
              <a:ln w="6350">
                <a:noFill/>
              </a:ln>
            </p:spPr>
            <p:txBody>
              <a:bodyPr/>
              <a:lstStyle/>
              <a:p>
                <a:r>
                  <a:rPr lang="en-PH">
                    <a:noFill/>
                  </a:rPr>
                  <a:t> </a:t>
                </a:r>
              </a:p>
            </p:txBody>
          </p:sp>
        </mc:Fallback>
      </mc:AlternateContent>
      <mc:AlternateContent xmlns:mc="http://schemas.openxmlformats.org/markup-compatibility/2006">
        <mc:Choice xmlns:a14="http://schemas.microsoft.com/office/drawing/2010/main" Requires="a14">
          <p:sp>
            <p:nvSpPr>
              <p:cNvPr id="12" name="Text Box 13">
                <a:extLst>
                  <a:ext uri="{FF2B5EF4-FFF2-40B4-BE49-F238E27FC236}">
                    <a16:creationId xmlns:a16="http://schemas.microsoft.com/office/drawing/2014/main" xmlns="" id="{77CB2587-AD2F-8944-8927-B18233FD72F6}"/>
                  </a:ext>
                </a:extLst>
              </p:cNvPr>
              <p:cNvSpPr txBox="1"/>
              <p:nvPr/>
            </p:nvSpPr>
            <p:spPr>
              <a:xfrm>
                <a:off x="5930556" y="3032126"/>
                <a:ext cx="1038225" cy="396875"/>
              </a:xfrm>
              <a:prstGeom prst="rect">
                <a:avLst/>
              </a:prstGeom>
              <a:solidFill>
                <a:sysClr val="window" lastClr="FFFFFF"/>
              </a:solidFill>
              <a:ln w="6350">
                <a:noFill/>
              </a:ln>
            </p:spPr>
            <p:txBody>
              <a:bodyPr rot="0" spcFirstLastPara="0" vert="horz" wrap="square" lIns="91440" tIns="45720" rIns="91440" bIns="45720" numCol="1" spcCol="0" rtlCol="0" fromWordArt="0" anchor="t" anchorCtr="0" forceAA="0" compatLnSpc="1">
                <a:prstTxWarp prst="textNoShape">
                  <a:avLst/>
                </a:prstTxWarp>
                <a:noAutofit/>
              </a:bodyPr>
              <a:lstStyle/>
              <a:p>
                <a:pPr>
                  <a:spcAft>
                    <a:spcPts val="1000"/>
                  </a:spcAft>
                </a:pPr>
                <a14:m>
                  <m:oMath xmlns:m="http://schemas.openxmlformats.org/officeDocument/2006/math">
                    <m:r>
                      <a:rPr lang="en-US" sz="1800" i="1">
                        <a:latin typeface="Cambria Math" panose="02040503050406030204" pitchFamily="18" charset="0"/>
                        <a:ea typeface="Times New Roman" panose="02020603050405020304" pitchFamily="18" charset="0"/>
                        <a:cs typeface="Times New Roman" panose="02020603050405020304" pitchFamily="18" charset="0"/>
                      </a:rPr>
                      <m:t>20.3 </m:t>
                    </m:r>
                  </m:oMath>
                </a14:m>
                <a:r>
                  <a:rPr lang="en-US" sz="1800" dirty="0">
                    <a:latin typeface="Verdana" panose="020B0604030504040204" pitchFamily="34" charset="0"/>
                    <a:ea typeface="Times New Roman" panose="02020603050405020304" pitchFamily="18" charset="0"/>
                    <a:cs typeface="Times New Roman" panose="02020603050405020304" pitchFamily="18" charset="0"/>
                  </a:rPr>
                  <a:t>cm</a:t>
                </a:r>
                <a:endParaRPr lang="x-none" sz="1200">
                  <a:latin typeface="Cambria" panose="02040503050406030204" pitchFamily="18" charset="0"/>
                  <a:ea typeface="Times New Roman" panose="02020603050405020304" pitchFamily="18" charset="0"/>
                  <a:cs typeface="Times New Roman" panose="02020603050405020304" pitchFamily="18" charset="0"/>
                </a:endParaRPr>
              </a:p>
            </p:txBody>
          </p:sp>
        </mc:Choice>
        <mc:Fallback>
          <p:sp>
            <p:nvSpPr>
              <p:cNvPr id="12" name="Text Box 13">
                <a:extLst>
                  <a:ext uri="{FF2B5EF4-FFF2-40B4-BE49-F238E27FC236}">
                    <a16:creationId xmlns:a16="http://schemas.microsoft.com/office/drawing/2014/main" xmlns:a14="http://schemas.microsoft.com/office/drawing/2010/main" xmlns="" id="{77CB2587-AD2F-8944-8927-B18233FD72F6}"/>
                  </a:ext>
                </a:extLst>
              </p:cNvPr>
              <p:cNvSpPr txBox="1">
                <a:spLocks noRot="1" noChangeAspect="1" noMove="1" noResize="1" noEditPoints="1" noAdjustHandles="1" noChangeArrowheads="1" noChangeShapeType="1" noTextEdit="1"/>
              </p:cNvSpPr>
              <p:nvPr/>
            </p:nvSpPr>
            <p:spPr>
              <a:xfrm>
                <a:off x="5930556" y="3032126"/>
                <a:ext cx="1038225" cy="396875"/>
              </a:xfrm>
              <a:prstGeom prst="rect">
                <a:avLst/>
              </a:prstGeom>
              <a:blipFill rotWithShape="1">
                <a:blip r:embed="rId6"/>
                <a:stretch>
                  <a:fillRect t="-7576" r="-2353" b="-15152"/>
                </a:stretch>
              </a:blipFill>
              <a:ln w="6350">
                <a:noFill/>
              </a:ln>
            </p:spPr>
            <p:txBody>
              <a:bodyPr/>
              <a:lstStyle/>
              <a:p>
                <a:r>
                  <a:rPr lang="en-PH">
                    <a:noFill/>
                  </a:rPr>
                  <a:t> </a:t>
                </a:r>
              </a:p>
            </p:txBody>
          </p:sp>
        </mc:Fallback>
      </mc:AlternateContent>
      <mc:AlternateContent xmlns:mc="http://schemas.openxmlformats.org/markup-compatibility/2006">
        <mc:Choice xmlns:a14="http://schemas.microsoft.com/office/drawing/2010/main" Requires="a14">
          <p:sp>
            <p:nvSpPr>
              <p:cNvPr id="13" name="TextBox 12">
                <a:extLst>
                  <a:ext uri="{FF2B5EF4-FFF2-40B4-BE49-F238E27FC236}">
                    <a16:creationId xmlns:a16="http://schemas.microsoft.com/office/drawing/2014/main" xmlns="" id="{6D8BC71F-C45B-584F-BCB4-BEC7EA185F4D}"/>
                  </a:ext>
                </a:extLst>
              </p:cNvPr>
              <p:cNvSpPr txBox="1"/>
              <p:nvPr/>
            </p:nvSpPr>
            <p:spPr>
              <a:xfrm>
                <a:off x="585216" y="3866790"/>
                <a:ext cx="11277600" cy="461665"/>
              </a:xfrm>
              <a:prstGeom prst="rect">
                <a:avLst/>
              </a:prstGeom>
              <a:noFill/>
            </p:spPr>
            <p:txBody>
              <a:bodyPr wrap="square" rtlCol="0">
                <a:spAutoFit/>
              </a:bodyPr>
              <a:lstStyle/>
              <a:p>
                <a:pPr lvl="0" algn="ctr"/>
                <a:r>
                  <a:rPr lang="en-US" sz="2400" dirty="0">
                    <a:latin typeface="Verdana" panose="020B0604030504040204" pitchFamily="34" charset="0"/>
                    <a:ea typeface="Times New Roman" panose="02020603050405020304" pitchFamily="18" charset="0"/>
                    <a:cs typeface="Times New Roman" panose="02020603050405020304" pitchFamily="18" charset="0"/>
                  </a:rPr>
                  <a:t>Volume = </a:t>
                </a:r>
                <a14:m>
                  <m:oMath xmlns:m="http://schemas.openxmlformats.org/officeDocument/2006/math">
                    <m:r>
                      <a:rPr lang="en-US" sz="2400" i="1" dirty="0">
                        <a:latin typeface="Cambria Math" panose="02040503050406030204" pitchFamily="18" charset="0"/>
                        <a:ea typeface="Times New Roman" panose="02020603050405020304" pitchFamily="18" charset="0"/>
                        <a:cs typeface="Times New Roman" panose="02020603050405020304" pitchFamily="18" charset="0"/>
                      </a:rPr>
                      <m:t>1</m:t>
                    </m:r>
                    <m:r>
                      <a:rPr lang="en-US" sz="2400" b="0" i="1" dirty="0" smtClean="0">
                        <a:latin typeface="Cambria Math" panose="02040503050406030204" pitchFamily="18" charset="0"/>
                        <a:ea typeface="Times New Roman" panose="02020603050405020304" pitchFamily="18" charset="0"/>
                        <a:cs typeface="Times New Roman" panose="02020603050405020304" pitchFamily="18" charset="0"/>
                      </a:rPr>
                      <m:t>,</m:t>
                    </m:r>
                    <m:r>
                      <a:rPr lang="en-US" sz="2400" i="1" dirty="0">
                        <a:latin typeface="Cambria Math" panose="02040503050406030204" pitchFamily="18" charset="0"/>
                        <a:ea typeface="Times New Roman" panose="02020603050405020304" pitchFamily="18" charset="0"/>
                        <a:cs typeface="Times New Roman" panose="02020603050405020304" pitchFamily="18" charset="0"/>
                      </a:rPr>
                      <m:t>218</m:t>
                    </m:r>
                  </m:oMath>
                </a14:m>
                <a:r>
                  <a:rPr lang="en-US" sz="2400" dirty="0">
                    <a:latin typeface="Verdana" panose="020B0604030504040204" pitchFamily="34" charset="0"/>
                    <a:ea typeface="Times New Roman" panose="02020603050405020304" pitchFamily="18" charset="0"/>
                    <a:cs typeface="Times New Roman" panose="02020603050405020304" pitchFamily="18" charset="0"/>
                  </a:rPr>
                  <a:t> </a:t>
                </a:r>
                <a:r>
                  <a:rPr lang="en-US" sz="2400" dirty="0" smtClean="0">
                    <a:latin typeface="Verdana" panose="020B0604030504040204" pitchFamily="34" charset="0"/>
                    <a:ea typeface="Times New Roman" panose="02020603050405020304" pitchFamily="18" charset="0"/>
                    <a:cs typeface="Times New Roman" panose="02020603050405020304" pitchFamily="18" charset="0"/>
                  </a:rPr>
                  <a:t>cm</a:t>
                </a:r>
                <a:r>
                  <a:rPr lang="en-US" sz="2400" baseline="30000" dirty="0" smtClean="0">
                    <a:latin typeface="Verdana" panose="020B0604030504040204" pitchFamily="34" charset="0"/>
                    <a:ea typeface="Times New Roman" panose="02020603050405020304" pitchFamily="18" charset="0"/>
                    <a:cs typeface="Times New Roman" panose="02020603050405020304" pitchFamily="18" charset="0"/>
                  </a:rPr>
                  <a:t>2</a:t>
                </a:r>
                <a:endParaRPr lang="en-US" sz="2400" dirty="0">
                  <a:latin typeface="Verdana" panose="020B0604030504040204" pitchFamily="34" charset="0"/>
                  <a:ea typeface="Times New Roman" panose="02020603050405020304" pitchFamily="18" charset="0"/>
                  <a:cs typeface="Times New Roman" panose="02020603050405020304" pitchFamily="18" charset="0"/>
                </a:endParaRPr>
              </a:p>
            </p:txBody>
          </p:sp>
        </mc:Choice>
        <mc:Fallback>
          <p:sp>
            <p:nvSpPr>
              <p:cNvPr id="13" name="TextBox 12">
                <a:extLst>
                  <a:ext uri="{FF2B5EF4-FFF2-40B4-BE49-F238E27FC236}">
                    <a16:creationId xmlns:a16="http://schemas.microsoft.com/office/drawing/2014/main" xmlns:a14="http://schemas.microsoft.com/office/drawing/2010/main" xmlns="" id="{6D8BC71F-C45B-584F-BCB4-BEC7EA185F4D}"/>
                  </a:ext>
                </a:extLst>
              </p:cNvPr>
              <p:cNvSpPr txBox="1">
                <a:spLocks noRot="1" noChangeAspect="1" noMove="1" noResize="1" noEditPoints="1" noAdjustHandles="1" noChangeArrowheads="1" noChangeShapeType="1" noTextEdit="1"/>
              </p:cNvSpPr>
              <p:nvPr/>
            </p:nvSpPr>
            <p:spPr>
              <a:xfrm>
                <a:off x="585216" y="3866790"/>
                <a:ext cx="11277600" cy="461665"/>
              </a:xfrm>
              <a:prstGeom prst="rect">
                <a:avLst/>
              </a:prstGeom>
              <a:blipFill rotWithShape="1">
                <a:blip r:embed="rId7"/>
                <a:stretch>
                  <a:fillRect t="-11842" b="-27632"/>
                </a:stretch>
              </a:blipFill>
            </p:spPr>
            <p:txBody>
              <a:bodyPr/>
              <a:lstStyle/>
              <a:p>
                <a:r>
                  <a:rPr lang="en-PH">
                    <a:noFill/>
                  </a:rPr>
                  <a:t> </a:t>
                </a:r>
              </a:p>
            </p:txBody>
          </p:sp>
        </mc:Fallback>
      </mc:AlternateContent>
    </p:spTree>
    <p:extLst>
      <p:ext uri="{BB962C8B-B14F-4D97-AF65-F5344CB8AC3E}">
        <p14:creationId xmlns:p14="http://schemas.microsoft.com/office/powerpoint/2010/main" val="80582372"/>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Shape 325"/>
        <p:cNvGrpSpPr/>
        <p:nvPr/>
      </p:nvGrpSpPr>
      <p:grpSpPr>
        <a:xfrm>
          <a:off x="0" y="0"/>
          <a:ext cx="0" cy="0"/>
          <a:chOff x="0" y="0"/>
          <a:chExt cx="0" cy="0"/>
        </a:xfrm>
      </p:grpSpPr>
      <p:sp>
        <p:nvSpPr>
          <p:cNvPr id="326" name="Google Shape;326;p20"/>
          <p:cNvSpPr/>
          <p:nvPr/>
        </p:nvSpPr>
        <p:spPr>
          <a:xfrm>
            <a:off x="0" y="-8101"/>
            <a:ext cx="223200" cy="6866100"/>
          </a:xfrm>
          <a:prstGeom prst="rect">
            <a:avLst/>
          </a:prstGeom>
          <a:solidFill>
            <a:srgbClr val="79B0DD"/>
          </a:solidFill>
          <a:ln w="9525" cap="flat" cmpd="sng">
            <a:solidFill>
              <a:srgbClr val="79B0DD"/>
            </a:solidFill>
            <a:prstDash val="solid"/>
            <a:round/>
            <a:headEnd type="none" w="sm" len="sm"/>
            <a:tailEnd type="none" w="sm" len="sm"/>
          </a:ln>
          <a:effectLst>
            <a:outerShdw blurRad="57150" dist="19050" dir="5400000" algn="bl" rotWithShape="0">
              <a:srgbClr val="000000">
                <a:alpha val="49803"/>
              </a:srgbClr>
            </a:outerShdw>
          </a:effectLst>
        </p:spPr>
        <p:txBody>
          <a:bodyPr spcFirstLastPara="1" wrap="square" lIns="91425" tIns="91425" rIns="91425" bIns="91425" anchor="ctr" anchorCtr="0">
            <a:noAutofit/>
          </a:bodyPr>
          <a:lstStyle/>
          <a:p>
            <a:pPr>
              <a:buSzPts val="1400"/>
            </a:pPr>
            <a:endParaRPr/>
          </a:p>
        </p:txBody>
      </p:sp>
      <p:sp>
        <p:nvSpPr>
          <p:cNvPr id="329" name="Google Shape;329;p20"/>
          <p:cNvSpPr txBox="1"/>
          <p:nvPr/>
        </p:nvSpPr>
        <p:spPr>
          <a:xfrm>
            <a:off x="1364343" y="520393"/>
            <a:ext cx="9613980" cy="5139828"/>
          </a:xfrm>
          <a:prstGeom prst="rect">
            <a:avLst/>
          </a:prstGeom>
          <a:noFill/>
          <a:ln>
            <a:noFill/>
          </a:ln>
        </p:spPr>
        <p:txBody>
          <a:bodyPr spcFirstLastPara="1" wrap="square" lIns="91425" tIns="45700" rIns="91425" bIns="45700" anchor="t" anchorCtr="0">
            <a:spAutoFit/>
          </a:bodyPr>
          <a:lstStyle/>
          <a:p>
            <a:endParaRPr lang="en-US" dirty="0"/>
          </a:p>
          <a:p>
            <a:endParaRPr lang="en-US" dirty="0"/>
          </a:p>
          <a:p>
            <a:endParaRPr lang="en-US" dirty="0"/>
          </a:p>
          <a:p>
            <a:endParaRPr lang="en-US" dirty="0"/>
          </a:p>
          <a:p>
            <a:endParaRPr lang="en-US" dirty="0"/>
          </a:p>
          <a:p>
            <a:endParaRPr lang="en-US" dirty="0"/>
          </a:p>
          <a:p>
            <a:endParaRPr lang="en-US" dirty="0"/>
          </a:p>
          <a:p>
            <a:endParaRPr lang="en-US" dirty="0"/>
          </a:p>
          <a:p>
            <a:endParaRPr lang="en-US" dirty="0"/>
          </a:p>
          <a:p>
            <a:endParaRPr lang="en-US" dirty="0"/>
          </a:p>
          <a:p>
            <a:endParaRPr lang="en-US" dirty="0"/>
          </a:p>
          <a:p>
            <a:endParaRPr lang="en-US" dirty="0"/>
          </a:p>
          <a:p>
            <a:endParaRPr lang="en-US" dirty="0"/>
          </a:p>
          <a:p>
            <a:endParaRPr lang="en-US" dirty="0"/>
          </a:p>
          <a:p>
            <a:endParaRPr lang="en-US" dirty="0"/>
          </a:p>
          <a:p>
            <a:endParaRPr lang="en-US" dirty="0"/>
          </a:p>
          <a:p>
            <a:endParaRPr lang="en-US" dirty="0"/>
          </a:p>
          <a:p>
            <a:endParaRPr lang="en-US" dirty="0"/>
          </a:p>
          <a:p>
            <a:endParaRPr lang="en-US" dirty="0"/>
          </a:p>
          <a:p>
            <a:endParaRPr lang="en-US" sz="2400" dirty="0">
              <a:latin typeface="Verdana" panose="020B0604030504040204" pitchFamily="34" charset="0"/>
              <a:ea typeface="Verdana" panose="020B0604030504040204" pitchFamily="34" charset="0"/>
              <a:cs typeface="Verdana" panose="020B0604030504040204" pitchFamily="34" charset="0"/>
            </a:endParaRPr>
          </a:p>
          <a:p>
            <a:r>
              <a:rPr lang="en-US" sz="2400" dirty="0">
                <a:latin typeface="Verdana" panose="020B0604030504040204" pitchFamily="34" charset="0"/>
                <a:ea typeface="Verdana" panose="020B0604030504040204" pitchFamily="34" charset="0"/>
                <a:cs typeface="Verdana" panose="020B0604030504040204" pitchFamily="34" charset="0"/>
              </a:rPr>
              <a:t>Write a note to Rafael on how to correct his error(s).</a:t>
            </a:r>
          </a:p>
          <a:p>
            <a:r>
              <a:rPr lang="en-US" dirty="0"/>
              <a:t> </a:t>
            </a:r>
          </a:p>
        </p:txBody>
      </p:sp>
      <p:pic>
        <p:nvPicPr>
          <p:cNvPr id="4" name="Picture 3" descr="Text&#10;&#10;Description automatically generated">
            <a:extLst>
              <a:ext uri="{FF2B5EF4-FFF2-40B4-BE49-F238E27FC236}">
                <a16:creationId xmlns:a16="http://schemas.microsoft.com/office/drawing/2014/main" xmlns="" id="{FDFF9A23-BAE3-004B-8466-AEEA1AFA80C4}"/>
              </a:ext>
            </a:extLst>
          </p:cNvPr>
          <p:cNvPicPr>
            <a:picLocks noChangeAspect="1"/>
          </p:cNvPicPr>
          <p:nvPr/>
        </p:nvPicPr>
        <p:blipFill>
          <a:blip r:embed="rId3" cstate="screen">
            <a:extLst>
              <a:ext uri="{28A0092B-C50C-407E-A947-70E740481C1C}">
                <a14:useLocalDpi xmlns:a14="http://schemas.microsoft.com/office/drawing/2010/main"/>
              </a:ext>
            </a:extLst>
          </a:blip>
          <a:stretch>
            <a:fillRect/>
          </a:stretch>
        </p:blipFill>
        <p:spPr>
          <a:xfrm>
            <a:off x="1988671" y="428337"/>
            <a:ext cx="8214659" cy="4217258"/>
          </a:xfrm>
          <a:prstGeom prst="rect">
            <a:avLst/>
          </a:prstGeom>
        </p:spPr>
      </p:pic>
      <p:sp>
        <p:nvSpPr>
          <p:cNvPr id="7" name="Google Shape;125;g104476d1465_1_17"/>
          <p:cNvSpPr txBox="1"/>
          <p:nvPr/>
        </p:nvSpPr>
        <p:spPr>
          <a:xfrm>
            <a:off x="8708122" y="6457799"/>
            <a:ext cx="2634000" cy="400200"/>
          </a:xfrm>
          <a:prstGeom prst="rect">
            <a:avLst/>
          </a:prstGeom>
          <a:noFill/>
          <a:ln>
            <a:noFill/>
          </a:ln>
        </p:spPr>
        <p:txBody>
          <a:bodyPr spcFirstLastPara="1" wrap="square" lIns="91425" tIns="91425" rIns="91425" bIns="91425" anchor="t" anchorCtr="0">
            <a:spAutoFit/>
          </a:bodyPr>
          <a:lstStyle/>
          <a:p>
            <a:pPr algn="r">
              <a:buSzPts val="1400"/>
            </a:pPr>
            <a:r>
              <a:rPr lang="en-US" i="1" dirty="0">
                <a:latin typeface="Calibri"/>
                <a:ea typeface="Calibri"/>
                <a:cs typeface="Calibri"/>
                <a:sym typeface="Calibri"/>
              </a:rPr>
              <a:t>volume 2, pg. </a:t>
            </a:r>
            <a:r>
              <a:rPr lang="en-US" i="1">
                <a:latin typeface="Calibri"/>
                <a:ea typeface="Calibri"/>
                <a:cs typeface="Calibri"/>
                <a:sym typeface="Calibri"/>
              </a:rPr>
              <a:t>18</a:t>
            </a:r>
            <a:endParaRPr i="1" dirty="0">
              <a:latin typeface="Calibri"/>
              <a:ea typeface="Calibri"/>
              <a:cs typeface="Calibri"/>
              <a:sym typeface="Calibri"/>
            </a:endParaRPr>
          </a:p>
        </p:txBody>
      </p:sp>
      <p:pic>
        <p:nvPicPr>
          <p:cNvPr id="8" name="Google Shape;126;g104476d1465_1_17"/>
          <p:cNvPicPr preferRelativeResize="0"/>
          <p:nvPr/>
        </p:nvPicPr>
        <p:blipFill rotWithShape="1">
          <a:blip r:embed="rId4" cstate="screen">
            <a:alphaModFix/>
            <a:extLst>
              <a:ext uri="{28A0092B-C50C-407E-A947-70E740481C1C}">
                <a14:useLocalDpi xmlns:a14="http://schemas.microsoft.com/office/drawing/2010/main"/>
              </a:ext>
            </a:extLst>
          </a:blip>
          <a:srcRect/>
          <a:stretch/>
        </p:blipFill>
        <p:spPr>
          <a:xfrm>
            <a:off x="11446348" y="6200724"/>
            <a:ext cx="563850" cy="657276"/>
          </a:xfrm>
          <a:prstGeom prst="rect">
            <a:avLst/>
          </a:prstGeom>
          <a:noFill/>
          <a:ln>
            <a:noFill/>
          </a:ln>
          <a:effectLst>
            <a:outerShdw blurRad="57150" dist="19050" dir="5400000" algn="bl" rotWithShape="0">
              <a:srgbClr val="000000">
                <a:alpha val="49803"/>
              </a:srgbClr>
            </a:outerShdw>
          </a:effectLst>
        </p:spPr>
      </p:pic>
    </p:spTree>
    <p:extLst>
      <p:ext uri="{BB962C8B-B14F-4D97-AF65-F5344CB8AC3E}">
        <p14:creationId xmlns:p14="http://schemas.microsoft.com/office/powerpoint/2010/main" val="3503984212"/>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Shape 334"/>
        <p:cNvGrpSpPr/>
        <p:nvPr/>
      </p:nvGrpSpPr>
      <p:grpSpPr>
        <a:xfrm>
          <a:off x="0" y="0"/>
          <a:ext cx="0" cy="0"/>
          <a:chOff x="0" y="0"/>
          <a:chExt cx="0" cy="0"/>
        </a:xfrm>
      </p:grpSpPr>
      <p:sp>
        <p:nvSpPr>
          <p:cNvPr id="335" name="Google Shape;335;p21"/>
          <p:cNvSpPr/>
          <p:nvPr/>
        </p:nvSpPr>
        <p:spPr>
          <a:xfrm>
            <a:off x="0" y="-8101"/>
            <a:ext cx="2731200" cy="6866100"/>
          </a:xfrm>
          <a:prstGeom prst="rect">
            <a:avLst/>
          </a:prstGeom>
          <a:solidFill>
            <a:srgbClr val="79B0DD"/>
          </a:solidFill>
          <a:ln w="9525" cap="flat" cmpd="sng">
            <a:solidFill>
              <a:srgbClr val="79B0DD"/>
            </a:solidFill>
            <a:prstDash val="solid"/>
            <a:round/>
            <a:headEnd type="none" w="sm" len="sm"/>
            <a:tailEnd type="none" w="sm" len="sm"/>
          </a:ln>
          <a:effectLst>
            <a:outerShdw blurRad="50800" dist="38100" dir="2700000" algn="tl" rotWithShape="0">
              <a:srgbClr val="000000">
                <a:alpha val="40000"/>
              </a:srgbClr>
            </a:outerShdw>
          </a:effectLst>
        </p:spPr>
        <p:txBody>
          <a:bodyPr spcFirstLastPara="1" wrap="square" lIns="91425" tIns="91425" rIns="91425" bIns="91425" anchor="ctr" anchorCtr="0">
            <a:noAutofit/>
          </a:bodyPr>
          <a:lstStyle/>
          <a:p>
            <a:pPr>
              <a:buSzPts val="1400"/>
            </a:pPr>
            <a:endParaRPr/>
          </a:p>
        </p:txBody>
      </p:sp>
      <p:sp>
        <p:nvSpPr>
          <p:cNvPr id="337" name="Google Shape;337;p21"/>
          <p:cNvSpPr txBox="1">
            <a:spLocks noGrp="1"/>
          </p:cNvSpPr>
          <p:nvPr>
            <p:ph type="title" idx="4294967295"/>
          </p:nvPr>
        </p:nvSpPr>
        <p:spPr>
          <a:xfrm>
            <a:off x="5225955" y="2766145"/>
            <a:ext cx="4480750" cy="1325700"/>
          </a:xfrm>
          <a:prstGeom prst="rect">
            <a:avLst/>
          </a:prstGeom>
          <a:noFill/>
          <a:ln>
            <a:noFill/>
          </a:ln>
        </p:spPr>
        <p:txBody>
          <a:bodyPr spcFirstLastPara="1" wrap="square" lIns="91425" tIns="45700" rIns="91425" bIns="45700" anchor="ctr" anchorCtr="0">
            <a:normAutofit fontScale="90000"/>
          </a:bodyPr>
          <a:lstStyle/>
          <a:p>
            <a:pPr algn="ctr">
              <a:buClr>
                <a:schemeClr val="lt1"/>
              </a:buClr>
              <a:buSzPct val="96969"/>
            </a:pPr>
            <a:r>
              <a:rPr lang="en-US" sz="5500" b="1">
                <a:solidFill>
                  <a:srgbClr val="54B5D1"/>
                </a:solidFill>
                <a:latin typeface="Verdana"/>
                <a:ea typeface="Verdana"/>
                <a:cs typeface="Verdana"/>
                <a:sym typeface="Verdana"/>
              </a:rPr>
              <a:t>Guided Practice</a:t>
            </a:r>
            <a:endParaRPr sz="5100" b="1">
              <a:solidFill>
                <a:srgbClr val="54B5D1"/>
              </a:solidFill>
              <a:latin typeface="Verdana"/>
              <a:ea typeface="Verdana"/>
              <a:cs typeface="Verdana"/>
              <a:sym typeface="Verdana"/>
            </a:endParaRPr>
          </a:p>
        </p:txBody>
      </p:sp>
      <p:pic>
        <p:nvPicPr>
          <p:cNvPr id="339" name="Google Shape;339;p21" descr="Icon&#10;&#10;Description automatically generated"/>
          <p:cNvPicPr preferRelativeResize="0"/>
          <p:nvPr/>
        </p:nvPicPr>
        <p:blipFill rotWithShape="1">
          <a:blip r:embed="rId3">
            <a:alphaModFix/>
          </a:blip>
          <a:srcRect/>
          <a:stretch/>
        </p:blipFill>
        <p:spPr>
          <a:xfrm>
            <a:off x="4512723" y="2852923"/>
            <a:ext cx="1152144" cy="1152144"/>
          </a:xfrm>
          <a:prstGeom prst="rect">
            <a:avLst/>
          </a:prstGeom>
          <a:noFill/>
          <a:ln>
            <a:noFill/>
          </a:ln>
          <a:effectLst>
            <a:outerShdw blurRad="50800" dist="38100" dir="2700000" algn="tl" rotWithShape="0">
              <a:srgbClr val="000000">
                <a:alpha val="40000"/>
              </a:srgbClr>
            </a:outerShdw>
          </a:effectLst>
        </p:spPr>
      </p:pic>
      <p:sp>
        <p:nvSpPr>
          <p:cNvPr id="8" name="Google Shape;125;g104476d1465_1_17"/>
          <p:cNvSpPr txBox="1"/>
          <p:nvPr/>
        </p:nvSpPr>
        <p:spPr>
          <a:xfrm>
            <a:off x="8708122" y="6457799"/>
            <a:ext cx="2634000" cy="400200"/>
          </a:xfrm>
          <a:prstGeom prst="rect">
            <a:avLst/>
          </a:prstGeom>
          <a:noFill/>
          <a:ln>
            <a:noFill/>
          </a:ln>
        </p:spPr>
        <p:txBody>
          <a:bodyPr spcFirstLastPara="1" wrap="square" lIns="91425" tIns="91425" rIns="91425" bIns="91425" anchor="t" anchorCtr="0">
            <a:spAutoFit/>
          </a:bodyPr>
          <a:lstStyle/>
          <a:p>
            <a:pPr algn="r">
              <a:buSzPts val="1400"/>
            </a:pPr>
            <a:r>
              <a:rPr lang="en-US" i="1" dirty="0">
                <a:latin typeface="Calibri"/>
                <a:ea typeface="Calibri"/>
                <a:cs typeface="Calibri"/>
                <a:sym typeface="Calibri"/>
              </a:rPr>
              <a:t>volume 2, pg. 19</a:t>
            </a:r>
            <a:endParaRPr i="1" dirty="0">
              <a:latin typeface="Calibri"/>
              <a:ea typeface="Calibri"/>
              <a:cs typeface="Calibri"/>
              <a:sym typeface="Calibri"/>
            </a:endParaRPr>
          </a:p>
        </p:txBody>
      </p:sp>
      <p:pic>
        <p:nvPicPr>
          <p:cNvPr id="9" name="Google Shape;126;g104476d1465_1_17"/>
          <p:cNvPicPr preferRelativeResize="0"/>
          <p:nvPr/>
        </p:nvPicPr>
        <p:blipFill rotWithShape="1">
          <a:blip r:embed="rId4" cstate="screen">
            <a:alphaModFix/>
            <a:extLst>
              <a:ext uri="{28A0092B-C50C-407E-A947-70E740481C1C}">
                <a14:useLocalDpi xmlns:a14="http://schemas.microsoft.com/office/drawing/2010/main"/>
              </a:ext>
            </a:extLst>
          </a:blip>
          <a:srcRect/>
          <a:stretch/>
        </p:blipFill>
        <p:spPr>
          <a:xfrm>
            <a:off x="11446348" y="6200724"/>
            <a:ext cx="563850" cy="657276"/>
          </a:xfrm>
          <a:prstGeom prst="rect">
            <a:avLst/>
          </a:prstGeom>
          <a:noFill/>
          <a:ln>
            <a:noFill/>
          </a:ln>
          <a:effectLst>
            <a:outerShdw blurRad="57150" dist="19050" dir="5400000" algn="bl" rotWithShape="0">
              <a:srgbClr val="000000">
                <a:alpha val="49803"/>
              </a:srgbClr>
            </a:outerShdw>
          </a:effectLst>
        </p:spPr>
      </p:pic>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Shape 344"/>
        <p:cNvGrpSpPr/>
        <p:nvPr/>
      </p:nvGrpSpPr>
      <p:grpSpPr>
        <a:xfrm>
          <a:off x="0" y="0"/>
          <a:ext cx="0" cy="0"/>
          <a:chOff x="0" y="0"/>
          <a:chExt cx="0" cy="0"/>
        </a:xfrm>
      </p:grpSpPr>
      <p:sp>
        <p:nvSpPr>
          <p:cNvPr id="345" name="Google Shape;345;p22"/>
          <p:cNvSpPr/>
          <p:nvPr/>
        </p:nvSpPr>
        <p:spPr>
          <a:xfrm>
            <a:off x="0" y="-8101"/>
            <a:ext cx="223200" cy="6866100"/>
          </a:xfrm>
          <a:prstGeom prst="rect">
            <a:avLst/>
          </a:prstGeom>
          <a:solidFill>
            <a:srgbClr val="79B0DD"/>
          </a:solidFill>
          <a:ln w="9525" cap="flat" cmpd="sng">
            <a:solidFill>
              <a:srgbClr val="79B0DD"/>
            </a:solidFill>
            <a:prstDash val="solid"/>
            <a:round/>
            <a:headEnd type="none" w="sm" len="sm"/>
            <a:tailEnd type="none" w="sm" len="sm"/>
          </a:ln>
          <a:effectLst>
            <a:outerShdw blurRad="57150" dist="19050" dir="5400000" algn="bl" rotWithShape="0">
              <a:srgbClr val="000000">
                <a:alpha val="49803"/>
              </a:srgbClr>
            </a:outerShdw>
          </a:effectLst>
        </p:spPr>
        <p:txBody>
          <a:bodyPr spcFirstLastPara="1" wrap="square" lIns="91425" tIns="91425" rIns="91425" bIns="91425" anchor="ctr" anchorCtr="0">
            <a:noAutofit/>
          </a:bodyPr>
          <a:lstStyle/>
          <a:p>
            <a:pPr>
              <a:buSzPts val="1400"/>
            </a:pPr>
            <a:endParaRPr/>
          </a:p>
        </p:txBody>
      </p:sp>
      <p:sp>
        <p:nvSpPr>
          <p:cNvPr id="347" name="Google Shape;347;p22"/>
          <p:cNvSpPr txBox="1"/>
          <p:nvPr/>
        </p:nvSpPr>
        <p:spPr>
          <a:xfrm>
            <a:off x="1271621" y="-8101"/>
            <a:ext cx="8019300" cy="1325700"/>
          </a:xfrm>
          <a:prstGeom prst="rect">
            <a:avLst/>
          </a:prstGeom>
          <a:noFill/>
          <a:ln>
            <a:noFill/>
          </a:ln>
        </p:spPr>
        <p:txBody>
          <a:bodyPr spcFirstLastPara="1" wrap="square" lIns="91425" tIns="45700" rIns="91425" bIns="45700" anchor="ctr" anchorCtr="0">
            <a:noAutofit/>
          </a:bodyPr>
          <a:lstStyle/>
          <a:p>
            <a:pPr>
              <a:lnSpc>
                <a:spcPct val="90000"/>
              </a:lnSpc>
              <a:buClr>
                <a:schemeClr val="dk1"/>
              </a:buClr>
              <a:buSzPts val="5400"/>
            </a:pPr>
            <a:r>
              <a:rPr lang="en-US" sz="3600" b="1" dirty="0">
                <a:solidFill>
                  <a:srgbClr val="54B5D1"/>
                </a:solidFill>
                <a:latin typeface="Verdana"/>
                <a:ea typeface="Verdana"/>
                <a:cs typeface="Verdana"/>
                <a:sym typeface="Verdana"/>
              </a:rPr>
              <a:t>8.3.4 Guided Practice: Find the Missing Dimension</a:t>
            </a:r>
            <a:endParaRPr dirty="0"/>
          </a:p>
        </p:txBody>
      </p:sp>
      <p:pic>
        <p:nvPicPr>
          <p:cNvPr id="349" name="Google Shape;349;p22" descr="Icon&#10;&#10;Description automatically generated"/>
          <p:cNvPicPr preferRelativeResize="0"/>
          <p:nvPr/>
        </p:nvPicPr>
        <p:blipFill rotWithShape="1">
          <a:blip r:embed="rId3" cstate="screen">
            <a:alphaModFix/>
            <a:extLst>
              <a:ext uri="{28A0092B-C50C-407E-A947-70E740481C1C}">
                <a14:useLocalDpi xmlns:a14="http://schemas.microsoft.com/office/drawing/2010/main"/>
              </a:ext>
            </a:extLst>
          </a:blip>
          <a:srcRect/>
          <a:stretch/>
        </p:blipFill>
        <p:spPr>
          <a:xfrm>
            <a:off x="521813" y="157925"/>
            <a:ext cx="749808" cy="749808"/>
          </a:xfrm>
          <a:prstGeom prst="rect">
            <a:avLst/>
          </a:prstGeom>
          <a:noFill/>
          <a:ln>
            <a:noFill/>
          </a:ln>
          <a:effectLst>
            <a:outerShdw blurRad="50800" dist="38100" dir="2700000" algn="tl" rotWithShape="0">
              <a:srgbClr val="000000">
                <a:alpha val="40000"/>
              </a:srgbClr>
            </a:outerShdw>
          </a:effectLst>
        </p:spPr>
      </p:pic>
      <mc:AlternateContent xmlns:mc="http://schemas.openxmlformats.org/markup-compatibility/2006" xmlns:a14="http://schemas.microsoft.com/office/drawing/2010/main">
        <mc:Choice Requires="a14">
          <p:sp>
            <p:nvSpPr>
              <p:cNvPr id="350" name="Google Shape;350;p22"/>
              <p:cNvSpPr txBox="1"/>
              <p:nvPr/>
            </p:nvSpPr>
            <p:spPr>
              <a:xfrm>
                <a:off x="1271621" y="1386026"/>
                <a:ext cx="9904790" cy="4008045"/>
              </a:xfrm>
              <a:prstGeom prst="rect">
                <a:avLst/>
              </a:prstGeom>
              <a:noFill/>
              <a:ln>
                <a:noFill/>
              </a:ln>
            </p:spPr>
            <p:txBody>
              <a:bodyPr spcFirstLastPara="1" wrap="square" lIns="91425" tIns="45700" rIns="91425" bIns="45700" anchor="t" anchorCtr="0">
                <a:spAutoFit/>
              </a:bodyPr>
              <a:lstStyle/>
              <a:p>
                <a:pPr marL="457200" indent="-457200">
                  <a:buFont typeface="+mj-lt"/>
                  <a:buAutoNum type="arabicPeriod"/>
                </a:pPr>
                <a:r>
                  <a:rPr lang="en-US" sz="2000" dirty="0">
                    <a:latin typeface="Verdana" panose="020B0604030504040204" pitchFamily="34" charset="0"/>
                    <a:ea typeface="Verdana" panose="020B0604030504040204" pitchFamily="34" charset="0"/>
                    <a:cs typeface="Verdana" panose="020B0604030504040204" pitchFamily="34" charset="0"/>
                  </a:rPr>
                  <a:t>Sally broke her ruler before she finished measuring her toy chest. She knows the toy chest has a volume of </a:t>
                </a:r>
                <a14:m>
                  <m:oMath xmlns:m="http://schemas.openxmlformats.org/officeDocument/2006/math">
                    <m:r>
                      <a:rPr lang="en-US" sz="2000" i="1" smtClean="0">
                        <a:latin typeface="Cambria Math" panose="02040503050406030204" pitchFamily="18" charset="0"/>
                      </a:rPr>
                      <m:t>25.</m:t>
                    </m:r>
                    <m:r>
                      <a:rPr lang="en-US" sz="2000" b="0" i="1" smtClean="0">
                        <a:latin typeface="Cambria Math" panose="02040503050406030204" pitchFamily="18" charset="0"/>
                      </a:rPr>
                      <m:t>2</m:t>
                    </m:r>
                    <m:sSup>
                      <m:sSupPr>
                        <m:ctrlPr>
                          <a:rPr lang="en-US" sz="2000" i="1">
                            <a:latin typeface="Cambria Math"/>
                          </a:rPr>
                        </m:ctrlPr>
                      </m:sSupPr>
                      <m:e>
                        <m:r>
                          <a:rPr lang="en-US" sz="2000" i="1" smtClean="0">
                            <a:latin typeface="Cambria Math" panose="02040503050406030204" pitchFamily="18" charset="0"/>
                          </a:rPr>
                          <m:t> </m:t>
                        </m:r>
                        <m:r>
                          <m:rPr>
                            <m:sty m:val="p"/>
                          </m:rPr>
                          <a:rPr lang="en-US" sz="2000">
                            <a:latin typeface="Cambria Math" panose="02040503050406030204" pitchFamily="18" charset="0"/>
                          </a:rPr>
                          <m:t>ft</m:t>
                        </m:r>
                      </m:e>
                      <m:sup>
                        <m:r>
                          <a:rPr lang="en-US" sz="2000" i="1">
                            <a:latin typeface="Cambria Math" panose="02040503050406030204" pitchFamily="18" charset="0"/>
                          </a:rPr>
                          <m:t>3</m:t>
                        </m:r>
                      </m:sup>
                    </m:sSup>
                  </m:oMath>
                </a14:m>
                <a:r>
                  <a:rPr lang="en-US" sz="2000" dirty="0">
                    <a:latin typeface="Verdana" panose="020B0604030504040204" pitchFamily="34" charset="0"/>
                    <a:ea typeface="Verdana" panose="020B0604030504040204" pitchFamily="34" charset="0"/>
                    <a:cs typeface="Verdana" panose="020B0604030504040204" pitchFamily="34" charset="0"/>
                  </a:rPr>
                  <a:t>.</a:t>
                </a:r>
              </a:p>
              <a:p>
                <a:pPr lvl="0"/>
                <a:endParaRPr lang="en-US" sz="2000" dirty="0">
                  <a:latin typeface="Verdana" panose="020B0604030504040204" pitchFamily="34" charset="0"/>
                  <a:ea typeface="Verdana" panose="020B0604030504040204" pitchFamily="34" charset="0"/>
                  <a:cs typeface="Verdana" panose="020B0604030504040204" pitchFamily="34" charset="0"/>
                </a:endParaRPr>
              </a:p>
              <a:p>
                <a:pPr lvl="0"/>
                <a:endParaRPr lang="en-US" sz="2000" dirty="0">
                  <a:latin typeface="Verdana" panose="020B0604030504040204" pitchFamily="34" charset="0"/>
                  <a:ea typeface="Verdana" panose="020B0604030504040204" pitchFamily="34" charset="0"/>
                  <a:cs typeface="Verdana" panose="020B0604030504040204" pitchFamily="34" charset="0"/>
                </a:endParaRPr>
              </a:p>
              <a:p>
                <a:pPr lvl="0"/>
                <a:endParaRPr lang="en-US" sz="2000" dirty="0">
                  <a:latin typeface="Verdana" panose="020B0604030504040204" pitchFamily="34" charset="0"/>
                  <a:ea typeface="Verdana" panose="020B0604030504040204" pitchFamily="34" charset="0"/>
                  <a:cs typeface="Verdana" panose="020B0604030504040204" pitchFamily="34" charset="0"/>
                </a:endParaRPr>
              </a:p>
              <a:p>
                <a:pPr lvl="0"/>
                <a:endParaRPr lang="en-US" sz="2000" dirty="0">
                  <a:latin typeface="Verdana" panose="020B0604030504040204" pitchFamily="34" charset="0"/>
                  <a:ea typeface="Verdana" panose="020B0604030504040204" pitchFamily="34" charset="0"/>
                  <a:cs typeface="Verdana" panose="020B0604030504040204" pitchFamily="34" charset="0"/>
                </a:endParaRPr>
              </a:p>
              <a:p>
                <a:pPr lvl="0"/>
                <a:endParaRPr lang="en-US" sz="2000" dirty="0">
                  <a:latin typeface="Verdana" panose="020B0604030504040204" pitchFamily="34" charset="0"/>
                  <a:ea typeface="Verdana" panose="020B0604030504040204" pitchFamily="34" charset="0"/>
                  <a:cs typeface="Verdana" panose="020B0604030504040204" pitchFamily="34" charset="0"/>
                </a:endParaRPr>
              </a:p>
              <a:p>
                <a:pPr lvl="0"/>
                <a:endParaRPr lang="en-US" sz="2000" dirty="0">
                  <a:latin typeface="Verdana" panose="020B0604030504040204" pitchFamily="34" charset="0"/>
                  <a:ea typeface="Verdana" panose="020B0604030504040204" pitchFamily="34" charset="0"/>
                  <a:cs typeface="Verdana" panose="020B0604030504040204" pitchFamily="34" charset="0"/>
                </a:endParaRPr>
              </a:p>
              <a:p>
                <a:pPr lvl="0"/>
                <a:endParaRPr lang="en-US" sz="2000" dirty="0">
                  <a:latin typeface="Verdana" panose="020B0604030504040204" pitchFamily="34" charset="0"/>
                  <a:ea typeface="Verdana" panose="020B0604030504040204" pitchFamily="34" charset="0"/>
                  <a:cs typeface="Verdana" panose="020B0604030504040204" pitchFamily="34" charset="0"/>
                </a:endParaRPr>
              </a:p>
              <a:p>
                <a:pPr lvl="0"/>
                <a:endParaRPr lang="en-US" sz="2000" dirty="0">
                  <a:latin typeface="Verdana" panose="020B0604030504040204" pitchFamily="34" charset="0"/>
                  <a:ea typeface="Verdana" panose="020B0604030504040204" pitchFamily="34" charset="0"/>
                  <a:cs typeface="Verdana" panose="020B0604030504040204" pitchFamily="34" charset="0"/>
                </a:endParaRPr>
              </a:p>
              <a:p>
                <a:pPr lvl="0"/>
                <a:endParaRPr lang="en-US" sz="2000" dirty="0">
                  <a:latin typeface="Verdana" panose="020B0604030504040204" pitchFamily="34" charset="0"/>
                  <a:ea typeface="Verdana" panose="020B0604030504040204" pitchFamily="34" charset="0"/>
                  <a:cs typeface="Verdana" panose="020B0604030504040204" pitchFamily="34" charset="0"/>
                </a:endParaRPr>
              </a:p>
              <a:p>
                <a:pPr marL="460375"/>
                <a:r>
                  <a:rPr lang="en-US" sz="2000" dirty="0">
                    <a:latin typeface="Verdana" panose="020B0604030504040204" pitchFamily="34" charset="0"/>
                    <a:ea typeface="Verdana" panose="020B0604030504040204" pitchFamily="34" charset="0"/>
                    <a:cs typeface="Verdana" panose="020B0604030504040204" pitchFamily="34" charset="0"/>
                  </a:rPr>
                  <a:t>What is the length of the toy chest?</a:t>
                </a:r>
              </a:p>
              <a:p>
                <a:pPr lvl="0"/>
                <a:endParaRPr lang="en-US" dirty="0"/>
              </a:p>
            </p:txBody>
          </p:sp>
        </mc:Choice>
        <mc:Fallback xmlns="">
          <p:sp>
            <p:nvSpPr>
              <p:cNvPr id="350" name="Google Shape;350;p22"/>
              <p:cNvSpPr txBox="1">
                <a:spLocks noRot="1" noChangeAspect="1" noMove="1" noResize="1" noEditPoints="1" noAdjustHandles="1" noChangeArrowheads="1" noChangeShapeType="1" noTextEdit="1"/>
              </p:cNvSpPr>
              <p:nvPr/>
            </p:nvSpPr>
            <p:spPr>
              <a:xfrm>
                <a:off x="1271621" y="1386026"/>
                <a:ext cx="9904790" cy="4008045"/>
              </a:xfrm>
              <a:prstGeom prst="rect">
                <a:avLst/>
              </a:prstGeom>
              <a:blipFill>
                <a:blip r:embed="rId4"/>
                <a:stretch>
                  <a:fillRect l="-677" t="-912"/>
                </a:stretch>
              </a:blipFill>
              <a:ln>
                <a:noFill/>
              </a:ln>
            </p:spPr>
            <p:txBody>
              <a:bodyPr/>
              <a:lstStyle/>
              <a:p>
                <a:r>
                  <a:rPr lang="en-US">
                    <a:noFill/>
                  </a:rPr>
                  <a:t> </a:t>
                </a:r>
              </a:p>
            </p:txBody>
          </p:sp>
        </mc:Fallback>
      </mc:AlternateContent>
      <p:pic>
        <p:nvPicPr>
          <p:cNvPr id="3" name="Picture 2" descr="A picture containing container, box&#10;&#10;Description automatically generated">
            <a:extLst>
              <a:ext uri="{FF2B5EF4-FFF2-40B4-BE49-F238E27FC236}">
                <a16:creationId xmlns:a16="http://schemas.microsoft.com/office/drawing/2014/main" xmlns="" id="{3C6A59B1-763F-E746-88A8-6935EDD8E263}"/>
              </a:ext>
            </a:extLst>
          </p:cNvPr>
          <p:cNvPicPr>
            <a:picLocks noChangeAspect="1"/>
          </p:cNvPicPr>
          <p:nvPr/>
        </p:nvPicPr>
        <p:blipFill>
          <a:blip r:embed="rId5" cstate="screen">
            <a:extLst>
              <a:ext uri="{28A0092B-C50C-407E-A947-70E740481C1C}">
                <a14:useLocalDpi xmlns:a14="http://schemas.microsoft.com/office/drawing/2010/main"/>
              </a:ext>
            </a:extLst>
          </a:blip>
          <a:stretch>
            <a:fillRect/>
          </a:stretch>
        </p:blipFill>
        <p:spPr>
          <a:xfrm>
            <a:off x="4341942" y="2061913"/>
            <a:ext cx="3508117" cy="2734174"/>
          </a:xfrm>
          <a:prstGeom prst="rect">
            <a:avLst/>
          </a:prstGeom>
        </p:spPr>
      </p:pic>
      <p:sp>
        <p:nvSpPr>
          <p:cNvPr id="9" name="Google Shape;125;g104476d1465_1_17"/>
          <p:cNvSpPr txBox="1"/>
          <p:nvPr/>
        </p:nvSpPr>
        <p:spPr>
          <a:xfrm>
            <a:off x="8708122" y="6457799"/>
            <a:ext cx="2634000" cy="400200"/>
          </a:xfrm>
          <a:prstGeom prst="rect">
            <a:avLst/>
          </a:prstGeom>
          <a:noFill/>
          <a:ln>
            <a:noFill/>
          </a:ln>
        </p:spPr>
        <p:txBody>
          <a:bodyPr spcFirstLastPara="1" wrap="square" lIns="91425" tIns="91425" rIns="91425" bIns="91425" anchor="t" anchorCtr="0">
            <a:spAutoFit/>
          </a:bodyPr>
          <a:lstStyle/>
          <a:p>
            <a:pPr algn="r">
              <a:buSzPts val="1400"/>
            </a:pPr>
            <a:r>
              <a:rPr lang="en-US" i="1" dirty="0">
                <a:latin typeface="Calibri"/>
                <a:ea typeface="Calibri"/>
                <a:cs typeface="Calibri"/>
                <a:sym typeface="Calibri"/>
              </a:rPr>
              <a:t>volume 2, pg. 19</a:t>
            </a:r>
            <a:endParaRPr i="1" dirty="0">
              <a:latin typeface="Calibri"/>
              <a:ea typeface="Calibri"/>
              <a:cs typeface="Calibri"/>
              <a:sym typeface="Calibri"/>
            </a:endParaRPr>
          </a:p>
        </p:txBody>
      </p:sp>
      <p:pic>
        <p:nvPicPr>
          <p:cNvPr id="11" name="Google Shape;126;g104476d1465_1_17"/>
          <p:cNvPicPr preferRelativeResize="0"/>
          <p:nvPr/>
        </p:nvPicPr>
        <p:blipFill rotWithShape="1">
          <a:blip r:embed="rId6" cstate="screen">
            <a:alphaModFix/>
            <a:extLst>
              <a:ext uri="{28A0092B-C50C-407E-A947-70E740481C1C}">
                <a14:useLocalDpi xmlns:a14="http://schemas.microsoft.com/office/drawing/2010/main"/>
              </a:ext>
            </a:extLst>
          </a:blip>
          <a:srcRect/>
          <a:stretch/>
        </p:blipFill>
        <p:spPr>
          <a:xfrm>
            <a:off x="11446348" y="6200724"/>
            <a:ext cx="563850" cy="657276"/>
          </a:xfrm>
          <a:prstGeom prst="rect">
            <a:avLst/>
          </a:prstGeom>
          <a:noFill/>
          <a:ln>
            <a:noFill/>
          </a:ln>
          <a:effectLst>
            <a:outerShdw blurRad="57150" dist="19050" dir="5400000" algn="bl" rotWithShape="0">
              <a:srgbClr val="000000">
                <a:alpha val="49803"/>
              </a:srgbClr>
            </a:outerShdw>
          </a:effectLst>
        </p:spPr>
      </p:pic>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Shape 355"/>
        <p:cNvGrpSpPr/>
        <p:nvPr/>
      </p:nvGrpSpPr>
      <p:grpSpPr>
        <a:xfrm>
          <a:off x="0" y="0"/>
          <a:ext cx="0" cy="0"/>
          <a:chOff x="0" y="0"/>
          <a:chExt cx="0" cy="0"/>
        </a:xfrm>
      </p:grpSpPr>
      <p:sp>
        <p:nvSpPr>
          <p:cNvPr id="356" name="Google Shape;356;p23"/>
          <p:cNvSpPr/>
          <p:nvPr/>
        </p:nvSpPr>
        <p:spPr>
          <a:xfrm>
            <a:off x="0" y="4806"/>
            <a:ext cx="223200" cy="6866100"/>
          </a:xfrm>
          <a:prstGeom prst="rect">
            <a:avLst/>
          </a:prstGeom>
          <a:solidFill>
            <a:srgbClr val="79B0DD"/>
          </a:solidFill>
          <a:ln w="9525" cap="flat" cmpd="sng">
            <a:solidFill>
              <a:srgbClr val="79B0DD"/>
            </a:solidFill>
            <a:prstDash val="solid"/>
            <a:round/>
            <a:headEnd type="none" w="sm" len="sm"/>
            <a:tailEnd type="none" w="sm" len="sm"/>
          </a:ln>
          <a:effectLst>
            <a:outerShdw blurRad="57150" dist="19050" dir="5400000" algn="bl" rotWithShape="0">
              <a:srgbClr val="000000">
                <a:alpha val="49803"/>
              </a:srgbClr>
            </a:outerShdw>
          </a:effectLst>
        </p:spPr>
        <p:txBody>
          <a:bodyPr spcFirstLastPara="1" wrap="square" lIns="91425" tIns="91425" rIns="91425" bIns="91425" anchor="ctr" anchorCtr="0">
            <a:noAutofit/>
          </a:bodyPr>
          <a:lstStyle/>
          <a:p>
            <a:pPr>
              <a:buSzPts val="1400"/>
            </a:pPr>
            <a:endParaRPr/>
          </a:p>
        </p:txBody>
      </p:sp>
      <mc:AlternateContent xmlns:mc="http://schemas.openxmlformats.org/markup-compatibility/2006" xmlns:a14="http://schemas.microsoft.com/office/drawing/2010/main">
        <mc:Choice Requires="a14">
          <p:sp>
            <p:nvSpPr>
              <p:cNvPr id="359" name="Google Shape;359;p23"/>
              <p:cNvSpPr txBox="1"/>
              <p:nvPr/>
            </p:nvSpPr>
            <p:spPr>
              <a:xfrm>
                <a:off x="1103086" y="520393"/>
                <a:ext cx="10136494" cy="1938952"/>
              </a:xfrm>
              <a:prstGeom prst="rect">
                <a:avLst/>
              </a:prstGeom>
              <a:noFill/>
              <a:ln>
                <a:noFill/>
              </a:ln>
            </p:spPr>
            <p:txBody>
              <a:bodyPr spcFirstLastPara="1" wrap="square" lIns="91425" tIns="45700" rIns="91425" bIns="45700" anchor="t" anchorCtr="0">
                <a:spAutoFit/>
              </a:bodyPr>
              <a:lstStyle/>
              <a:p>
                <a:pPr marL="457200" indent="-457200">
                  <a:buFont typeface="+mj-lt"/>
                  <a:buAutoNum type="arabicPeriod" startAt="2"/>
                </a:pPr>
                <a:r>
                  <a:rPr lang="en-US" sz="2400" dirty="0">
                    <a:latin typeface="Verdana" panose="020B0604030504040204" pitchFamily="34" charset="0"/>
                    <a:ea typeface="Verdana" panose="020B0604030504040204" pitchFamily="34" charset="0"/>
                    <a:cs typeface="Verdana" panose="020B0604030504040204" pitchFamily="34" charset="0"/>
                  </a:rPr>
                  <a:t>Damion works in construction and needs to cut a wooden beam to fill a cement hole. He knows that the beam has a width of </a:t>
                </a:r>
                <a14:m>
                  <m:oMath xmlns:m="http://schemas.openxmlformats.org/officeDocument/2006/math">
                    <m:r>
                      <a:rPr lang="en-US" sz="2400" i="1">
                        <a:latin typeface="Cambria Math" panose="02040503050406030204" pitchFamily="18" charset="0"/>
                      </a:rPr>
                      <m:t>1.2 </m:t>
                    </m:r>
                  </m:oMath>
                </a14:m>
                <a:r>
                  <a:rPr lang="en-US" sz="2400" dirty="0">
                    <a:latin typeface="Verdana" panose="020B0604030504040204" pitchFamily="34" charset="0"/>
                    <a:ea typeface="Verdana" panose="020B0604030504040204" pitchFamily="34" charset="0"/>
                    <a:cs typeface="Verdana" panose="020B0604030504040204" pitchFamily="34" charset="0"/>
                  </a:rPr>
                  <a:t>meters (m) and a length of </a:t>
                </a:r>
                <a14:m>
                  <m:oMath xmlns:m="http://schemas.openxmlformats.org/officeDocument/2006/math">
                    <m:r>
                      <a:rPr lang="en-US" sz="2400" i="1">
                        <a:latin typeface="Cambria Math" panose="02040503050406030204" pitchFamily="18" charset="0"/>
                      </a:rPr>
                      <m:t>0.25 </m:t>
                    </m:r>
                  </m:oMath>
                </a14:m>
                <a:r>
                  <a:rPr lang="en-US" sz="2400" dirty="0">
                    <a:latin typeface="Verdana" panose="020B0604030504040204" pitchFamily="34" charset="0"/>
                    <a:ea typeface="Verdana" panose="020B0604030504040204" pitchFamily="34" charset="0"/>
                    <a:cs typeface="Verdana" panose="020B0604030504040204" pitchFamily="34" charset="0"/>
                  </a:rPr>
                  <a:t>m. If Damion knows that the volume of the beam needs to be </a:t>
                </a:r>
                <a14:m>
                  <m:oMath xmlns:m="http://schemas.openxmlformats.org/officeDocument/2006/math">
                    <m:r>
                      <a:rPr lang="en-US" sz="2400" i="1">
                        <a:latin typeface="Cambria Math" panose="02040503050406030204" pitchFamily="18" charset="0"/>
                      </a:rPr>
                      <m:t>1.5 </m:t>
                    </m:r>
                  </m:oMath>
                </a14:m>
                <a:r>
                  <a:rPr lang="en-US" sz="2400" dirty="0">
                    <a:latin typeface="Verdana" panose="020B0604030504040204" pitchFamily="34" charset="0"/>
                    <a:ea typeface="Verdana" panose="020B0604030504040204" pitchFamily="34" charset="0"/>
                    <a:cs typeface="Verdana" panose="020B0604030504040204" pitchFamily="34" charset="0"/>
                  </a:rPr>
                  <a:t>cubic meters (m</a:t>
                </a:r>
                <a:r>
                  <a:rPr lang="en-US" sz="2400" baseline="30000" dirty="0">
                    <a:latin typeface="Verdana" panose="020B0604030504040204" pitchFamily="34" charset="0"/>
                    <a:ea typeface="Verdana" panose="020B0604030504040204" pitchFamily="34" charset="0"/>
                    <a:cs typeface="Verdana" panose="020B0604030504040204" pitchFamily="34" charset="0"/>
                  </a:rPr>
                  <a:t>3</a:t>
                </a:r>
                <a:r>
                  <a:rPr lang="en-US" sz="2400" dirty="0">
                    <a:latin typeface="Verdana" panose="020B0604030504040204" pitchFamily="34" charset="0"/>
                    <a:ea typeface="Verdana" panose="020B0604030504040204" pitchFamily="34" charset="0"/>
                    <a:cs typeface="Verdana" panose="020B0604030504040204" pitchFamily="34" charset="0"/>
                  </a:rPr>
                  <a:t>), what is the height?</a:t>
                </a:r>
              </a:p>
            </p:txBody>
          </p:sp>
        </mc:Choice>
        <mc:Fallback xmlns="">
          <p:sp>
            <p:nvSpPr>
              <p:cNvPr id="359" name="Google Shape;359;p23"/>
              <p:cNvSpPr txBox="1">
                <a:spLocks noRot="1" noChangeAspect="1" noMove="1" noResize="1" noEditPoints="1" noAdjustHandles="1" noChangeArrowheads="1" noChangeShapeType="1" noTextEdit="1"/>
              </p:cNvSpPr>
              <p:nvPr/>
            </p:nvSpPr>
            <p:spPr>
              <a:xfrm>
                <a:off x="1103086" y="520393"/>
                <a:ext cx="10136494" cy="1938952"/>
              </a:xfrm>
              <a:prstGeom prst="rect">
                <a:avLst/>
              </a:prstGeom>
              <a:blipFill rotWithShape="0">
                <a:blip r:embed="rId3"/>
                <a:stretch>
                  <a:fillRect l="-962" t="-2516" b="-12264"/>
                </a:stretch>
              </a:blipFill>
              <a:ln>
                <a:noFill/>
              </a:ln>
            </p:spPr>
            <p:txBody>
              <a:bodyPr/>
              <a:lstStyle/>
              <a:p>
                <a:r>
                  <a:rPr lang="en-US">
                    <a:noFill/>
                  </a:rPr>
                  <a:t> </a:t>
                </a:r>
              </a:p>
            </p:txBody>
          </p:sp>
        </mc:Fallback>
      </mc:AlternateContent>
      <p:sp>
        <p:nvSpPr>
          <p:cNvPr id="7" name="Google Shape;125;g104476d1465_1_17"/>
          <p:cNvSpPr txBox="1"/>
          <p:nvPr/>
        </p:nvSpPr>
        <p:spPr>
          <a:xfrm>
            <a:off x="8708122" y="6457799"/>
            <a:ext cx="2634000" cy="400200"/>
          </a:xfrm>
          <a:prstGeom prst="rect">
            <a:avLst/>
          </a:prstGeom>
          <a:noFill/>
          <a:ln>
            <a:noFill/>
          </a:ln>
        </p:spPr>
        <p:txBody>
          <a:bodyPr spcFirstLastPara="1" wrap="square" lIns="91425" tIns="91425" rIns="91425" bIns="91425" anchor="t" anchorCtr="0">
            <a:spAutoFit/>
          </a:bodyPr>
          <a:lstStyle/>
          <a:p>
            <a:pPr algn="r">
              <a:buSzPts val="1400"/>
            </a:pPr>
            <a:r>
              <a:rPr lang="en-US" i="1" dirty="0">
                <a:latin typeface="Calibri"/>
                <a:ea typeface="Calibri"/>
                <a:cs typeface="Calibri"/>
                <a:sym typeface="Calibri"/>
              </a:rPr>
              <a:t>volume 2, pg. 19</a:t>
            </a:r>
            <a:endParaRPr i="1" dirty="0">
              <a:latin typeface="Calibri"/>
              <a:ea typeface="Calibri"/>
              <a:cs typeface="Calibri"/>
              <a:sym typeface="Calibri"/>
            </a:endParaRPr>
          </a:p>
        </p:txBody>
      </p:sp>
      <p:pic>
        <p:nvPicPr>
          <p:cNvPr id="8" name="Google Shape;126;g104476d1465_1_17"/>
          <p:cNvPicPr preferRelativeResize="0"/>
          <p:nvPr/>
        </p:nvPicPr>
        <p:blipFill rotWithShape="1">
          <a:blip r:embed="rId4" cstate="screen">
            <a:alphaModFix/>
            <a:extLst>
              <a:ext uri="{28A0092B-C50C-407E-A947-70E740481C1C}">
                <a14:useLocalDpi xmlns:a14="http://schemas.microsoft.com/office/drawing/2010/main"/>
              </a:ext>
            </a:extLst>
          </a:blip>
          <a:srcRect/>
          <a:stretch/>
        </p:blipFill>
        <p:spPr>
          <a:xfrm>
            <a:off x="11446348" y="6200724"/>
            <a:ext cx="563850" cy="657276"/>
          </a:xfrm>
          <a:prstGeom prst="rect">
            <a:avLst/>
          </a:prstGeom>
          <a:noFill/>
          <a:ln>
            <a:noFill/>
          </a:ln>
          <a:effectLst>
            <a:outerShdw blurRad="57150" dist="19050" dir="5400000" algn="bl" rotWithShape="0">
              <a:srgbClr val="000000">
                <a:alpha val="49803"/>
              </a:srgbClr>
            </a:outerShdw>
          </a:effectLst>
        </p:spPr>
      </p:pic>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Shape 424"/>
        <p:cNvGrpSpPr/>
        <p:nvPr/>
      </p:nvGrpSpPr>
      <p:grpSpPr>
        <a:xfrm>
          <a:off x="0" y="0"/>
          <a:ext cx="0" cy="0"/>
          <a:chOff x="0" y="0"/>
          <a:chExt cx="0" cy="0"/>
        </a:xfrm>
      </p:grpSpPr>
      <p:sp>
        <p:nvSpPr>
          <p:cNvPr id="425" name="Google Shape;425;p30"/>
          <p:cNvSpPr/>
          <p:nvPr/>
        </p:nvSpPr>
        <p:spPr>
          <a:xfrm>
            <a:off x="0" y="-8101"/>
            <a:ext cx="2731200" cy="6866100"/>
          </a:xfrm>
          <a:prstGeom prst="rect">
            <a:avLst/>
          </a:prstGeom>
          <a:solidFill>
            <a:srgbClr val="79B0DD"/>
          </a:solidFill>
          <a:ln w="9525" cap="flat" cmpd="sng">
            <a:solidFill>
              <a:srgbClr val="79B0DD"/>
            </a:solidFill>
            <a:prstDash val="solid"/>
            <a:round/>
            <a:headEnd type="none" w="sm" len="sm"/>
            <a:tailEnd type="none" w="sm" len="sm"/>
          </a:ln>
          <a:effectLst>
            <a:outerShdw blurRad="50800" dist="38100" dir="2700000" algn="tl" rotWithShape="0">
              <a:srgbClr val="000000">
                <a:alpha val="40000"/>
              </a:srgbClr>
            </a:outerShdw>
          </a:effectLst>
        </p:spPr>
        <p:txBody>
          <a:bodyPr spcFirstLastPara="1" wrap="square" lIns="91425" tIns="91425" rIns="91425" bIns="91425" anchor="ctr" anchorCtr="0">
            <a:noAutofit/>
          </a:bodyPr>
          <a:lstStyle/>
          <a:p>
            <a:pPr>
              <a:buSzPts val="1400"/>
            </a:pPr>
            <a:endParaRPr/>
          </a:p>
        </p:txBody>
      </p:sp>
      <p:sp>
        <p:nvSpPr>
          <p:cNvPr id="427" name="Google Shape;427;p30"/>
          <p:cNvSpPr txBox="1">
            <a:spLocks noGrp="1"/>
          </p:cNvSpPr>
          <p:nvPr>
            <p:ph type="title" idx="4294967295"/>
          </p:nvPr>
        </p:nvSpPr>
        <p:spPr>
          <a:xfrm>
            <a:off x="5664867" y="2766145"/>
            <a:ext cx="4480750" cy="1325700"/>
          </a:xfrm>
          <a:prstGeom prst="rect">
            <a:avLst/>
          </a:prstGeom>
          <a:noFill/>
          <a:ln>
            <a:noFill/>
          </a:ln>
        </p:spPr>
        <p:txBody>
          <a:bodyPr spcFirstLastPara="1" wrap="square" lIns="91425" tIns="45700" rIns="91425" bIns="45700" anchor="ctr" anchorCtr="0">
            <a:normAutofit/>
          </a:bodyPr>
          <a:lstStyle/>
          <a:p>
            <a:pPr algn="ctr">
              <a:buClr>
                <a:schemeClr val="lt1"/>
              </a:buClr>
              <a:buSzPts val="4800"/>
            </a:pPr>
            <a:r>
              <a:rPr lang="en-US" sz="5500" b="1">
                <a:solidFill>
                  <a:srgbClr val="E24E5F"/>
                </a:solidFill>
                <a:latin typeface="Verdana"/>
                <a:ea typeface="Verdana"/>
                <a:cs typeface="Verdana"/>
                <a:sym typeface="Verdana"/>
              </a:rPr>
              <a:t>Your Turn</a:t>
            </a:r>
            <a:endParaRPr sz="5100" b="1">
              <a:solidFill>
                <a:srgbClr val="E24E5F"/>
              </a:solidFill>
              <a:latin typeface="Verdana"/>
              <a:ea typeface="Verdana"/>
              <a:cs typeface="Verdana"/>
              <a:sym typeface="Verdana"/>
            </a:endParaRPr>
          </a:p>
        </p:txBody>
      </p:sp>
      <p:pic>
        <p:nvPicPr>
          <p:cNvPr id="428" name="Google Shape;428;p30"/>
          <p:cNvPicPr preferRelativeResize="0"/>
          <p:nvPr/>
        </p:nvPicPr>
        <p:blipFill rotWithShape="1">
          <a:blip r:embed="rId3">
            <a:alphaModFix/>
          </a:blip>
          <a:srcRect/>
          <a:stretch/>
        </p:blipFill>
        <p:spPr>
          <a:xfrm>
            <a:off x="4412728" y="2897929"/>
            <a:ext cx="1122440" cy="1062143"/>
          </a:xfrm>
          <a:prstGeom prst="rect">
            <a:avLst/>
          </a:prstGeom>
          <a:noFill/>
          <a:ln>
            <a:noFill/>
          </a:ln>
          <a:effectLst>
            <a:outerShdw blurRad="50800" dist="38100" dir="2700000" algn="tl" rotWithShape="0">
              <a:srgbClr val="000000">
                <a:alpha val="40000"/>
              </a:srgbClr>
            </a:outerShdw>
          </a:effectLst>
        </p:spPr>
      </p:pic>
      <p:sp>
        <p:nvSpPr>
          <p:cNvPr id="8" name="Google Shape;125;g104476d1465_1_17"/>
          <p:cNvSpPr txBox="1"/>
          <p:nvPr/>
        </p:nvSpPr>
        <p:spPr>
          <a:xfrm>
            <a:off x="8708122" y="6457799"/>
            <a:ext cx="2634000" cy="400200"/>
          </a:xfrm>
          <a:prstGeom prst="rect">
            <a:avLst/>
          </a:prstGeom>
          <a:noFill/>
          <a:ln>
            <a:noFill/>
          </a:ln>
        </p:spPr>
        <p:txBody>
          <a:bodyPr spcFirstLastPara="1" wrap="square" lIns="91425" tIns="91425" rIns="91425" bIns="91425" anchor="t" anchorCtr="0">
            <a:spAutoFit/>
          </a:bodyPr>
          <a:lstStyle/>
          <a:p>
            <a:pPr algn="r">
              <a:buSzPts val="1400"/>
            </a:pPr>
            <a:r>
              <a:rPr lang="en-US" i="1" dirty="0">
                <a:latin typeface="Calibri"/>
                <a:ea typeface="Calibri"/>
                <a:cs typeface="Calibri"/>
                <a:sym typeface="Calibri"/>
              </a:rPr>
              <a:t>volume 2, pg. 19</a:t>
            </a:r>
            <a:endParaRPr i="1" dirty="0">
              <a:latin typeface="Calibri"/>
              <a:ea typeface="Calibri"/>
              <a:cs typeface="Calibri"/>
              <a:sym typeface="Calibri"/>
            </a:endParaRPr>
          </a:p>
        </p:txBody>
      </p:sp>
      <p:pic>
        <p:nvPicPr>
          <p:cNvPr id="9" name="Google Shape;126;g104476d1465_1_17"/>
          <p:cNvPicPr preferRelativeResize="0"/>
          <p:nvPr/>
        </p:nvPicPr>
        <p:blipFill rotWithShape="1">
          <a:blip r:embed="rId4" cstate="screen">
            <a:alphaModFix/>
            <a:extLst>
              <a:ext uri="{28A0092B-C50C-407E-A947-70E740481C1C}">
                <a14:useLocalDpi xmlns:a14="http://schemas.microsoft.com/office/drawing/2010/main"/>
              </a:ext>
            </a:extLst>
          </a:blip>
          <a:srcRect/>
          <a:stretch/>
        </p:blipFill>
        <p:spPr>
          <a:xfrm>
            <a:off x="11446348" y="6200724"/>
            <a:ext cx="563850" cy="657276"/>
          </a:xfrm>
          <a:prstGeom prst="rect">
            <a:avLst/>
          </a:prstGeom>
          <a:noFill/>
          <a:ln>
            <a:noFill/>
          </a:ln>
          <a:effectLst>
            <a:outerShdw blurRad="57150" dist="19050" dir="5400000" algn="bl" rotWithShape="0">
              <a:srgbClr val="000000">
                <a:alpha val="49803"/>
              </a:srgbClr>
            </a:outerShdw>
          </a:effectLst>
        </p:spPr>
      </p:pic>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Shape 434"/>
        <p:cNvGrpSpPr/>
        <p:nvPr/>
      </p:nvGrpSpPr>
      <p:grpSpPr>
        <a:xfrm>
          <a:off x="0" y="0"/>
          <a:ext cx="0" cy="0"/>
          <a:chOff x="0" y="0"/>
          <a:chExt cx="0" cy="0"/>
        </a:xfrm>
      </p:grpSpPr>
      <p:sp>
        <p:nvSpPr>
          <p:cNvPr id="435" name="Google Shape;435;p31"/>
          <p:cNvSpPr/>
          <p:nvPr/>
        </p:nvSpPr>
        <p:spPr>
          <a:xfrm>
            <a:off x="0" y="-8101"/>
            <a:ext cx="223200" cy="6866100"/>
          </a:xfrm>
          <a:prstGeom prst="rect">
            <a:avLst/>
          </a:prstGeom>
          <a:solidFill>
            <a:srgbClr val="79B0DD"/>
          </a:solidFill>
          <a:ln w="9525" cap="flat" cmpd="sng">
            <a:solidFill>
              <a:srgbClr val="79B0DD"/>
            </a:solidFill>
            <a:prstDash val="solid"/>
            <a:round/>
            <a:headEnd type="none" w="sm" len="sm"/>
            <a:tailEnd type="none" w="sm" len="sm"/>
          </a:ln>
          <a:effectLst>
            <a:outerShdw blurRad="57150" dist="19050" dir="5400000" algn="bl" rotWithShape="0">
              <a:srgbClr val="000000">
                <a:alpha val="49803"/>
              </a:srgbClr>
            </a:outerShdw>
          </a:effectLst>
        </p:spPr>
        <p:txBody>
          <a:bodyPr spcFirstLastPara="1" wrap="square" lIns="91425" tIns="91425" rIns="91425" bIns="91425" anchor="ctr" anchorCtr="0">
            <a:noAutofit/>
          </a:bodyPr>
          <a:lstStyle/>
          <a:p>
            <a:pPr>
              <a:buSzPts val="1400"/>
            </a:pPr>
            <a:endParaRPr/>
          </a:p>
        </p:txBody>
      </p:sp>
      <p:sp>
        <p:nvSpPr>
          <p:cNvPr id="437" name="Google Shape;437;p31"/>
          <p:cNvSpPr txBox="1"/>
          <p:nvPr/>
        </p:nvSpPr>
        <p:spPr>
          <a:xfrm>
            <a:off x="1344192" y="147394"/>
            <a:ext cx="8019300" cy="747300"/>
          </a:xfrm>
          <a:prstGeom prst="rect">
            <a:avLst/>
          </a:prstGeom>
          <a:noFill/>
          <a:ln>
            <a:noFill/>
          </a:ln>
        </p:spPr>
        <p:txBody>
          <a:bodyPr spcFirstLastPara="1" wrap="square" lIns="91425" tIns="45700" rIns="91425" bIns="45700" anchor="ctr" anchorCtr="0">
            <a:noAutofit/>
          </a:bodyPr>
          <a:lstStyle/>
          <a:p>
            <a:pPr>
              <a:lnSpc>
                <a:spcPct val="90000"/>
              </a:lnSpc>
              <a:buClr>
                <a:schemeClr val="dk1"/>
              </a:buClr>
              <a:buSzPts val="5400"/>
            </a:pPr>
            <a:r>
              <a:rPr lang="en-US" sz="4300" b="1" dirty="0">
                <a:solidFill>
                  <a:srgbClr val="E24E5F"/>
                </a:solidFill>
                <a:latin typeface="Verdana"/>
                <a:ea typeface="Verdana"/>
                <a:cs typeface="Verdana"/>
                <a:sym typeface="Verdana"/>
              </a:rPr>
              <a:t>8.3.5 Your Turn!</a:t>
            </a:r>
            <a:endParaRPr dirty="0"/>
          </a:p>
        </p:txBody>
      </p:sp>
      <p:pic>
        <p:nvPicPr>
          <p:cNvPr id="438" name="Google Shape;438;p31"/>
          <p:cNvPicPr preferRelativeResize="0"/>
          <p:nvPr/>
        </p:nvPicPr>
        <p:blipFill rotWithShape="1">
          <a:blip r:embed="rId3">
            <a:alphaModFix/>
          </a:blip>
          <a:srcRect/>
          <a:stretch/>
        </p:blipFill>
        <p:spPr>
          <a:xfrm>
            <a:off x="596892" y="147394"/>
            <a:ext cx="747300" cy="747300"/>
          </a:xfrm>
          <a:prstGeom prst="rect">
            <a:avLst/>
          </a:prstGeom>
          <a:noFill/>
          <a:ln>
            <a:noFill/>
          </a:ln>
          <a:effectLst>
            <a:outerShdw blurRad="50800" dist="38100" dir="2700000" algn="tl" rotWithShape="0">
              <a:srgbClr val="000000">
                <a:alpha val="40000"/>
              </a:srgbClr>
            </a:outerShdw>
          </a:effectLst>
        </p:spPr>
      </p:pic>
      <mc:AlternateContent xmlns:mc="http://schemas.openxmlformats.org/markup-compatibility/2006" xmlns:a14="http://schemas.microsoft.com/office/drawing/2010/main">
        <mc:Choice Requires="a14">
          <p:sp>
            <p:nvSpPr>
              <p:cNvPr id="440" name="Google Shape;440;p31"/>
              <p:cNvSpPr txBox="1"/>
              <p:nvPr/>
            </p:nvSpPr>
            <p:spPr>
              <a:xfrm>
                <a:off x="1344192" y="1386025"/>
                <a:ext cx="9759648" cy="4836412"/>
              </a:xfrm>
              <a:prstGeom prst="rect">
                <a:avLst/>
              </a:prstGeom>
              <a:noFill/>
              <a:ln>
                <a:noFill/>
              </a:ln>
            </p:spPr>
            <p:txBody>
              <a:bodyPr spcFirstLastPara="1" wrap="square" lIns="91425" tIns="45700" rIns="91425" bIns="45700" anchor="t" anchorCtr="0">
                <a:spAutoFit/>
              </a:bodyPr>
              <a:lstStyle/>
              <a:p>
                <a:pPr marL="457200" indent="-457200">
                  <a:buFont typeface="+mj-lt"/>
                  <a:buAutoNum type="arabicPeriod"/>
                </a:pPr>
                <a:r>
                  <a:rPr lang="en-US" sz="2000" dirty="0">
                    <a:latin typeface="Verdana" panose="020B0604030504040204" pitchFamily="34" charset="0"/>
                    <a:ea typeface="Verdana" panose="020B0604030504040204" pitchFamily="34" charset="0"/>
                    <a:cs typeface="Verdana" panose="020B0604030504040204" pitchFamily="34" charset="0"/>
                    <a:sym typeface="Verdana"/>
                  </a:rPr>
                  <a:t>M</a:t>
                </a:r>
                <a:r>
                  <a:rPr lang="en-US" sz="2000" dirty="0">
                    <a:latin typeface="Verdana" panose="020B0604030504040204" pitchFamily="34" charset="0"/>
                    <a:ea typeface="Verdana" panose="020B0604030504040204" pitchFamily="34" charset="0"/>
                    <a:cs typeface="Verdana" panose="020B0604030504040204" pitchFamily="34" charset="0"/>
                  </a:rPr>
                  <a:t>r. Rodrigo knows that his briefcase has a volume of </a:t>
                </a:r>
                <a14:m>
                  <m:oMath xmlns:m="http://schemas.openxmlformats.org/officeDocument/2006/math">
                    <m:r>
                      <a:rPr lang="en-US" sz="2000" i="1">
                        <a:latin typeface="Cambria Math" panose="02040503050406030204" pitchFamily="18" charset="0"/>
                      </a:rPr>
                      <m:t>1</m:t>
                    </m:r>
                    <m:r>
                      <a:rPr lang="en-US" sz="2000" b="0" i="1" smtClean="0">
                        <a:latin typeface="Cambria Math" panose="02040503050406030204" pitchFamily="18" charset="0"/>
                      </a:rPr>
                      <m:t>,</m:t>
                    </m:r>
                    <m:r>
                      <a:rPr lang="en-US" sz="2000" i="1">
                        <a:latin typeface="Cambria Math" panose="02040503050406030204" pitchFamily="18" charset="0"/>
                      </a:rPr>
                      <m:t>068</m:t>
                    </m:r>
                    <m:f>
                      <m:fPr>
                        <m:ctrlPr>
                          <a:rPr lang="en-US" sz="2000" i="1">
                            <a:latin typeface="Cambria Math"/>
                          </a:rPr>
                        </m:ctrlPr>
                      </m:fPr>
                      <m:num>
                        <m:r>
                          <a:rPr lang="en-US" sz="2000" i="1">
                            <a:latin typeface="Cambria Math" panose="02040503050406030204" pitchFamily="18" charset="0"/>
                          </a:rPr>
                          <m:t>3</m:t>
                        </m:r>
                      </m:num>
                      <m:den>
                        <m:r>
                          <a:rPr lang="en-US" sz="2000" i="1">
                            <a:latin typeface="Cambria Math" panose="02040503050406030204" pitchFamily="18" charset="0"/>
                          </a:rPr>
                          <m:t>4</m:t>
                        </m:r>
                      </m:den>
                    </m:f>
                    <m:r>
                      <a:rPr lang="en-US" sz="2000" i="1">
                        <a:latin typeface="Cambria Math" panose="02040503050406030204" pitchFamily="18" charset="0"/>
                      </a:rPr>
                      <m:t> </m:t>
                    </m:r>
                  </m:oMath>
                </a14:m>
                <a:r>
                  <a:rPr lang="en-US" sz="2000" dirty="0">
                    <a:latin typeface="Verdana" panose="020B0604030504040204" pitchFamily="34" charset="0"/>
                    <a:ea typeface="Verdana" panose="020B0604030504040204" pitchFamily="34" charset="0"/>
                    <a:cs typeface="Verdana" panose="020B0604030504040204" pitchFamily="34" charset="0"/>
                  </a:rPr>
                  <a:t>cubic centimeters (cm</a:t>
                </a:r>
                <a:r>
                  <a:rPr lang="en-US" sz="2000" baseline="30000" dirty="0">
                    <a:latin typeface="Verdana" panose="020B0604030504040204" pitchFamily="34" charset="0"/>
                    <a:ea typeface="Verdana" panose="020B0604030504040204" pitchFamily="34" charset="0"/>
                    <a:cs typeface="Verdana" panose="020B0604030504040204" pitchFamily="34" charset="0"/>
                  </a:rPr>
                  <a:t>3</a:t>
                </a:r>
                <a:r>
                  <a:rPr lang="en-US" sz="2000" dirty="0">
                    <a:latin typeface="Verdana" panose="020B0604030504040204" pitchFamily="34" charset="0"/>
                    <a:ea typeface="Verdana" panose="020B0604030504040204" pitchFamily="34" charset="0"/>
                    <a:cs typeface="Verdana" panose="020B0604030504040204" pitchFamily="34" charset="0"/>
                  </a:rPr>
                  <a:t>). He labeled the dimensions of the briefcase that he knew. </a:t>
                </a:r>
              </a:p>
              <a:p>
                <a:pPr marL="457200" indent="-457200">
                  <a:buFont typeface="+mj-lt"/>
                  <a:buAutoNum type="arabicPeriod"/>
                </a:pPr>
                <a:endParaRPr lang="en-US" sz="2000" dirty="0">
                  <a:latin typeface="Verdana" panose="020B0604030504040204" pitchFamily="34" charset="0"/>
                  <a:ea typeface="Verdana" panose="020B0604030504040204" pitchFamily="34" charset="0"/>
                  <a:cs typeface="Verdana" panose="020B0604030504040204" pitchFamily="34" charset="0"/>
                </a:endParaRPr>
              </a:p>
              <a:p>
                <a:pPr marL="457200" indent="-457200">
                  <a:buFont typeface="+mj-lt"/>
                  <a:buAutoNum type="arabicPeriod"/>
                </a:pPr>
                <a:endParaRPr lang="en-US" sz="2000" dirty="0">
                  <a:latin typeface="Verdana" panose="020B0604030504040204" pitchFamily="34" charset="0"/>
                  <a:ea typeface="Verdana" panose="020B0604030504040204" pitchFamily="34" charset="0"/>
                  <a:cs typeface="Verdana" panose="020B0604030504040204" pitchFamily="34" charset="0"/>
                </a:endParaRPr>
              </a:p>
              <a:p>
                <a:pPr marL="457200" indent="-457200">
                  <a:buFont typeface="+mj-lt"/>
                  <a:buAutoNum type="arabicPeriod"/>
                </a:pPr>
                <a:endParaRPr lang="en-US" sz="2000" dirty="0">
                  <a:latin typeface="Verdana" panose="020B0604030504040204" pitchFamily="34" charset="0"/>
                  <a:ea typeface="Verdana" panose="020B0604030504040204" pitchFamily="34" charset="0"/>
                  <a:cs typeface="Verdana" panose="020B0604030504040204" pitchFamily="34" charset="0"/>
                </a:endParaRPr>
              </a:p>
              <a:p>
                <a:pPr marL="457200" indent="-457200">
                  <a:buFont typeface="+mj-lt"/>
                  <a:buAutoNum type="arabicPeriod"/>
                </a:pPr>
                <a:endParaRPr lang="en-US" sz="2000" dirty="0">
                  <a:latin typeface="Verdana" panose="020B0604030504040204" pitchFamily="34" charset="0"/>
                  <a:ea typeface="Verdana" panose="020B0604030504040204" pitchFamily="34" charset="0"/>
                  <a:cs typeface="Verdana" panose="020B0604030504040204" pitchFamily="34" charset="0"/>
                </a:endParaRPr>
              </a:p>
              <a:p>
                <a:pPr marL="457200" indent="-457200">
                  <a:buFont typeface="+mj-lt"/>
                  <a:buAutoNum type="arabicPeriod"/>
                </a:pPr>
                <a:endParaRPr lang="en-US" sz="2000" dirty="0">
                  <a:latin typeface="Verdana" panose="020B0604030504040204" pitchFamily="34" charset="0"/>
                  <a:ea typeface="Verdana" panose="020B0604030504040204" pitchFamily="34" charset="0"/>
                  <a:cs typeface="Verdana" panose="020B0604030504040204" pitchFamily="34" charset="0"/>
                </a:endParaRPr>
              </a:p>
              <a:p>
                <a:pPr marL="457200" indent="-457200">
                  <a:buFont typeface="+mj-lt"/>
                  <a:buAutoNum type="arabicPeriod"/>
                </a:pPr>
                <a:endParaRPr lang="en-US" sz="2000" dirty="0">
                  <a:latin typeface="Verdana" panose="020B0604030504040204" pitchFamily="34" charset="0"/>
                  <a:ea typeface="Verdana" panose="020B0604030504040204" pitchFamily="34" charset="0"/>
                  <a:cs typeface="Verdana" panose="020B0604030504040204" pitchFamily="34" charset="0"/>
                </a:endParaRPr>
              </a:p>
              <a:p>
                <a:pPr marL="457200" indent="-457200">
                  <a:buFont typeface="+mj-lt"/>
                  <a:buAutoNum type="arabicPeriod"/>
                </a:pPr>
                <a:endParaRPr lang="en-US" sz="2000" dirty="0">
                  <a:latin typeface="Verdana" panose="020B0604030504040204" pitchFamily="34" charset="0"/>
                  <a:ea typeface="Verdana" panose="020B0604030504040204" pitchFamily="34" charset="0"/>
                  <a:cs typeface="Verdana" panose="020B0604030504040204" pitchFamily="34" charset="0"/>
                </a:endParaRPr>
              </a:p>
              <a:p>
                <a:pPr marL="457200" indent="-457200">
                  <a:buFont typeface="+mj-lt"/>
                  <a:buAutoNum type="arabicPeriod"/>
                </a:pPr>
                <a:endParaRPr lang="en-US" sz="2000" dirty="0">
                  <a:latin typeface="Verdana" panose="020B0604030504040204" pitchFamily="34" charset="0"/>
                  <a:ea typeface="Verdana" panose="020B0604030504040204" pitchFamily="34" charset="0"/>
                  <a:cs typeface="Verdana" panose="020B0604030504040204" pitchFamily="34" charset="0"/>
                </a:endParaRPr>
              </a:p>
              <a:p>
                <a:pPr marL="457200" indent="-457200">
                  <a:buFont typeface="+mj-lt"/>
                  <a:buAutoNum type="arabicPeriod"/>
                </a:pPr>
                <a:endParaRPr lang="en-US" sz="2000" dirty="0">
                  <a:latin typeface="Verdana" panose="020B0604030504040204" pitchFamily="34" charset="0"/>
                  <a:ea typeface="Verdana" panose="020B0604030504040204" pitchFamily="34" charset="0"/>
                  <a:cs typeface="Verdana" panose="020B0604030504040204" pitchFamily="34" charset="0"/>
                </a:endParaRPr>
              </a:p>
              <a:p>
                <a:endParaRPr lang="en-US" sz="2000" dirty="0">
                  <a:latin typeface="Verdana" panose="020B0604030504040204" pitchFamily="34" charset="0"/>
                  <a:ea typeface="Verdana" panose="020B0604030504040204" pitchFamily="34" charset="0"/>
                  <a:cs typeface="Verdana" panose="020B0604030504040204" pitchFamily="34" charset="0"/>
                </a:endParaRPr>
              </a:p>
              <a:p>
                <a:endParaRPr lang="en-US" sz="2000" dirty="0">
                  <a:latin typeface="Verdana" panose="020B0604030504040204" pitchFamily="34" charset="0"/>
                  <a:ea typeface="Verdana" panose="020B0604030504040204" pitchFamily="34" charset="0"/>
                  <a:cs typeface="Verdana" panose="020B0604030504040204" pitchFamily="34" charset="0"/>
                </a:endParaRPr>
              </a:p>
              <a:p>
                <a:pPr marL="460375"/>
                <a:r>
                  <a:rPr lang="en-US" sz="2000" dirty="0">
                    <a:latin typeface="Verdana" panose="020B0604030504040204" pitchFamily="34" charset="0"/>
                    <a:ea typeface="Verdana" panose="020B0604030504040204" pitchFamily="34" charset="0"/>
                    <a:cs typeface="Verdana" panose="020B0604030504040204" pitchFamily="34" charset="0"/>
                  </a:rPr>
                  <a:t>What is the height of the briefcase?</a:t>
                </a:r>
              </a:p>
            </p:txBody>
          </p:sp>
        </mc:Choice>
        <mc:Fallback xmlns="">
          <p:sp>
            <p:nvSpPr>
              <p:cNvPr id="440" name="Google Shape;440;p31"/>
              <p:cNvSpPr txBox="1">
                <a:spLocks noRot="1" noChangeAspect="1" noMove="1" noResize="1" noEditPoints="1" noAdjustHandles="1" noChangeArrowheads="1" noChangeShapeType="1" noTextEdit="1"/>
              </p:cNvSpPr>
              <p:nvPr/>
            </p:nvSpPr>
            <p:spPr>
              <a:xfrm>
                <a:off x="1344192" y="1386025"/>
                <a:ext cx="9759648" cy="4836412"/>
              </a:xfrm>
              <a:prstGeom prst="rect">
                <a:avLst/>
              </a:prstGeom>
              <a:blipFill>
                <a:blip r:embed="rId4"/>
                <a:stretch>
                  <a:fillRect l="-688" b="-1259"/>
                </a:stretch>
              </a:blipFill>
              <a:ln>
                <a:noFill/>
              </a:ln>
            </p:spPr>
            <p:txBody>
              <a:bodyPr/>
              <a:lstStyle/>
              <a:p>
                <a:r>
                  <a:rPr lang="en-US">
                    <a:noFill/>
                  </a:rPr>
                  <a:t> </a:t>
                </a:r>
              </a:p>
            </p:txBody>
          </p:sp>
        </mc:Fallback>
      </mc:AlternateContent>
      <p:pic>
        <p:nvPicPr>
          <p:cNvPr id="3" name="Picture 2" descr="Shape, rectangle&#10;&#10;Description automatically generated">
            <a:extLst>
              <a:ext uri="{FF2B5EF4-FFF2-40B4-BE49-F238E27FC236}">
                <a16:creationId xmlns:a16="http://schemas.microsoft.com/office/drawing/2014/main" xmlns="" id="{1DED31DF-D339-0D46-AA97-F205FAB6390B}"/>
              </a:ext>
            </a:extLst>
          </p:cNvPr>
          <p:cNvPicPr>
            <a:picLocks noChangeAspect="1"/>
          </p:cNvPicPr>
          <p:nvPr/>
        </p:nvPicPr>
        <p:blipFill>
          <a:blip r:embed="rId5" cstate="screen">
            <a:extLst>
              <a:ext uri="{28A0092B-C50C-407E-A947-70E740481C1C}">
                <a14:useLocalDpi xmlns:a14="http://schemas.microsoft.com/office/drawing/2010/main"/>
              </a:ext>
            </a:extLst>
          </a:blip>
          <a:stretch>
            <a:fillRect/>
          </a:stretch>
        </p:blipFill>
        <p:spPr>
          <a:xfrm>
            <a:off x="3491200" y="2783639"/>
            <a:ext cx="5209601" cy="2688336"/>
          </a:xfrm>
          <a:prstGeom prst="rect">
            <a:avLst/>
          </a:prstGeom>
        </p:spPr>
      </p:pic>
      <p:sp>
        <p:nvSpPr>
          <p:cNvPr id="9" name="Google Shape;125;g104476d1465_1_17"/>
          <p:cNvSpPr txBox="1"/>
          <p:nvPr/>
        </p:nvSpPr>
        <p:spPr>
          <a:xfrm>
            <a:off x="8708122" y="6457799"/>
            <a:ext cx="2634000" cy="400200"/>
          </a:xfrm>
          <a:prstGeom prst="rect">
            <a:avLst/>
          </a:prstGeom>
          <a:noFill/>
          <a:ln>
            <a:noFill/>
          </a:ln>
        </p:spPr>
        <p:txBody>
          <a:bodyPr spcFirstLastPara="1" wrap="square" lIns="91425" tIns="91425" rIns="91425" bIns="91425" anchor="t" anchorCtr="0">
            <a:spAutoFit/>
          </a:bodyPr>
          <a:lstStyle/>
          <a:p>
            <a:pPr algn="r">
              <a:buSzPts val="1400"/>
            </a:pPr>
            <a:r>
              <a:rPr lang="en-US" i="1" dirty="0">
                <a:latin typeface="Calibri"/>
                <a:ea typeface="Calibri"/>
                <a:cs typeface="Calibri"/>
                <a:sym typeface="Calibri"/>
              </a:rPr>
              <a:t>volume 2, pg. 19</a:t>
            </a:r>
            <a:endParaRPr i="1" dirty="0">
              <a:latin typeface="Calibri"/>
              <a:ea typeface="Calibri"/>
              <a:cs typeface="Calibri"/>
              <a:sym typeface="Calibri"/>
            </a:endParaRPr>
          </a:p>
        </p:txBody>
      </p:sp>
      <p:pic>
        <p:nvPicPr>
          <p:cNvPr id="11" name="Google Shape;126;g104476d1465_1_17"/>
          <p:cNvPicPr preferRelativeResize="0"/>
          <p:nvPr/>
        </p:nvPicPr>
        <p:blipFill rotWithShape="1">
          <a:blip r:embed="rId6" cstate="screen">
            <a:alphaModFix/>
            <a:extLst>
              <a:ext uri="{28A0092B-C50C-407E-A947-70E740481C1C}">
                <a14:useLocalDpi xmlns:a14="http://schemas.microsoft.com/office/drawing/2010/main"/>
              </a:ext>
            </a:extLst>
          </a:blip>
          <a:srcRect/>
          <a:stretch/>
        </p:blipFill>
        <p:spPr>
          <a:xfrm>
            <a:off x="11446348" y="6200724"/>
            <a:ext cx="563850" cy="657276"/>
          </a:xfrm>
          <a:prstGeom prst="rect">
            <a:avLst/>
          </a:prstGeom>
          <a:noFill/>
          <a:ln>
            <a:noFill/>
          </a:ln>
          <a:effectLst>
            <a:outerShdw blurRad="57150" dist="19050" dir="5400000" algn="bl" rotWithShape="0">
              <a:srgbClr val="000000">
                <a:alpha val="49803"/>
              </a:srgbClr>
            </a:outerShdw>
          </a:effectLst>
        </p:spPr>
      </p:pic>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Shape 445"/>
        <p:cNvGrpSpPr/>
        <p:nvPr/>
      </p:nvGrpSpPr>
      <p:grpSpPr>
        <a:xfrm>
          <a:off x="0" y="0"/>
          <a:ext cx="0" cy="0"/>
          <a:chOff x="0" y="0"/>
          <a:chExt cx="0" cy="0"/>
        </a:xfrm>
      </p:grpSpPr>
      <p:sp>
        <p:nvSpPr>
          <p:cNvPr id="446" name="Google Shape;446;p32"/>
          <p:cNvSpPr/>
          <p:nvPr/>
        </p:nvSpPr>
        <p:spPr>
          <a:xfrm>
            <a:off x="0" y="-8101"/>
            <a:ext cx="223200" cy="6866100"/>
          </a:xfrm>
          <a:prstGeom prst="rect">
            <a:avLst/>
          </a:prstGeom>
          <a:solidFill>
            <a:srgbClr val="79B0DD"/>
          </a:solidFill>
          <a:ln w="9525" cap="flat" cmpd="sng">
            <a:solidFill>
              <a:srgbClr val="79B0DD"/>
            </a:solidFill>
            <a:prstDash val="solid"/>
            <a:round/>
            <a:headEnd type="none" w="sm" len="sm"/>
            <a:tailEnd type="none" w="sm" len="sm"/>
          </a:ln>
          <a:effectLst>
            <a:outerShdw blurRad="57150" dist="19050" dir="5400000" algn="bl" rotWithShape="0">
              <a:srgbClr val="000000">
                <a:alpha val="49803"/>
              </a:srgbClr>
            </a:outerShdw>
          </a:effectLst>
        </p:spPr>
        <p:txBody>
          <a:bodyPr spcFirstLastPara="1" wrap="square" lIns="91425" tIns="91425" rIns="91425" bIns="91425" anchor="ctr" anchorCtr="0">
            <a:noAutofit/>
          </a:bodyPr>
          <a:lstStyle/>
          <a:p>
            <a:pPr>
              <a:buSzPts val="1400"/>
            </a:pPr>
            <a:endParaRPr/>
          </a:p>
        </p:txBody>
      </p:sp>
      <mc:AlternateContent xmlns:mc="http://schemas.openxmlformats.org/markup-compatibility/2006" xmlns:a14="http://schemas.microsoft.com/office/drawing/2010/main">
        <mc:Choice Requires="a14">
          <p:sp>
            <p:nvSpPr>
              <p:cNvPr id="449" name="Google Shape;449;p32"/>
              <p:cNvSpPr txBox="1"/>
              <p:nvPr/>
            </p:nvSpPr>
            <p:spPr>
              <a:xfrm>
                <a:off x="943429" y="520394"/>
                <a:ext cx="10455808" cy="4616608"/>
              </a:xfrm>
              <a:prstGeom prst="rect">
                <a:avLst/>
              </a:prstGeom>
              <a:noFill/>
              <a:ln>
                <a:noFill/>
              </a:ln>
            </p:spPr>
            <p:txBody>
              <a:bodyPr spcFirstLastPara="1" wrap="square" lIns="91425" tIns="45700" rIns="91425" bIns="45700" anchor="t" anchorCtr="0">
                <a:spAutoFit/>
              </a:bodyPr>
              <a:lstStyle/>
              <a:p>
                <a:pPr marL="457200" indent="-457200">
                  <a:buFont typeface="+mj-lt"/>
                  <a:buAutoNum type="arabicPeriod" startAt="2"/>
                </a:pPr>
                <a:r>
                  <a:rPr lang="en-US" sz="2000" dirty="0">
                    <a:latin typeface="Verdana" panose="020B0604030504040204" pitchFamily="34" charset="0"/>
                    <a:ea typeface="Verdana" panose="020B0604030504040204" pitchFamily="34" charset="0"/>
                    <a:cs typeface="Verdana" panose="020B0604030504040204" pitchFamily="34" charset="0"/>
                  </a:rPr>
                  <a:t>Victor works in a factory that makes juice boxes. He knows that the juice boxes have a height of </a:t>
                </a:r>
                <a14:m>
                  <m:oMath xmlns:m="http://schemas.openxmlformats.org/officeDocument/2006/math">
                    <m:r>
                      <a:rPr lang="en-US" sz="2000" i="1">
                        <a:latin typeface="Cambria Math" panose="02040503050406030204" pitchFamily="18" charset="0"/>
                      </a:rPr>
                      <m:t>8 </m:t>
                    </m:r>
                  </m:oMath>
                </a14:m>
                <a:r>
                  <a:rPr lang="en-US" sz="2000" dirty="0">
                    <a:latin typeface="Verdana" panose="020B0604030504040204" pitchFamily="34" charset="0"/>
                    <a:ea typeface="Verdana" panose="020B0604030504040204" pitchFamily="34" charset="0"/>
                    <a:cs typeface="Verdana" panose="020B0604030504040204" pitchFamily="34" charset="0"/>
                  </a:rPr>
                  <a:t>centimeters (cm), a length of </a:t>
                </a:r>
                <a14:m>
                  <m:oMath xmlns:m="http://schemas.openxmlformats.org/officeDocument/2006/math">
                    <m:r>
                      <a:rPr lang="en-US" sz="2000" i="1">
                        <a:latin typeface="Cambria Math" panose="02040503050406030204" pitchFamily="18" charset="0"/>
                      </a:rPr>
                      <m:t>6 </m:t>
                    </m:r>
                  </m:oMath>
                </a14:m>
                <a:r>
                  <a:rPr lang="en-US" sz="2000" dirty="0">
                    <a:latin typeface="Verdana" panose="020B0604030504040204" pitchFamily="34" charset="0"/>
                    <a:ea typeface="Verdana" panose="020B0604030504040204" pitchFamily="34" charset="0"/>
                    <a:cs typeface="Verdana" panose="020B0604030504040204" pitchFamily="34" charset="0"/>
                  </a:rPr>
                  <a:t>cm, and a volume of </a:t>
                </a:r>
                <a14:m>
                  <m:oMath xmlns:m="http://schemas.openxmlformats.org/officeDocument/2006/math">
                    <m:r>
                      <a:rPr lang="en-US" sz="2000" i="1">
                        <a:latin typeface="Cambria Math" panose="02040503050406030204" pitchFamily="18" charset="0"/>
                      </a:rPr>
                      <m:t>192</m:t>
                    </m:r>
                  </m:oMath>
                </a14:m>
                <a:r>
                  <a:rPr lang="en-US" sz="2000" dirty="0">
                    <a:latin typeface="Verdana" panose="020B0604030504040204" pitchFamily="34" charset="0"/>
                    <a:ea typeface="Verdana" panose="020B0604030504040204" pitchFamily="34" charset="0"/>
                    <a:cs typeface="Verdana" panose="020B0604030504040204" pitchFamily="34" charset="0"/>
                  </a:rPr>
                  <a:t> cubic centimeters (cm</a:t>
                </a:r>
                <a:r>
                  <a:rPr lang="en-US" sz="2000" baseline="30000" dirty="0">
                    <a:latin typeface="Verdana" panose="020B0604030504040204" pitchFamily="34" charset="0"/>
                    <a:ea typeface="Verdana" panose="020B0604030504040204" pitchFamily="34" charset="0"/>
                    <a:cs typeface="Verdana" panose="020B0604030504040204" pitchFamily="34" charset="0"/>
                  </a:rPr>
                  <a:t>3</a:t>
                </a:r>
                <a:r>
                  <a:rPr lang="en-US" sz="2000" dirty="0">
                    <a:latin typeface="Verdana" panose="020B0604030504040204" pitchFamily="34" charset="0"/>
                    <a:ea typeface="Verdana" panose="020B0604030504040204" pitchFamily="34" charset="0"/>
                    <a:cs typeface="Verdana" panose="020B0604030504040204" pitchFamily="34" charset="0"/>
                  </a:rPr>
                  <a:t>). </a:t>
                </a:r>
              </a:p>
              <a:p>
                <a:pPr lvl="0"/>
                <a:endParaRPr lang="en-US" sz="2000" dirty="0">
                  <a:latin typeface="Verdana" panose="020B0604030504040204" pitchFamily="34" charset="0"/>
                  <a:ea typeface="Verdana" panose="020B0604030504040204" pitchFamily="34" charset="0"/>
                  <a:cs typeface="Verdana" panose="020B0604030504040204" pitchFamily="34" charset="0"/>
                </a:endParaRPr>
              </a:p>
              <a:p>
                <a:pPr lvl="0"/>
                <a:endParaRPr lang="en-US" sz="2000" dirty="0">
                  <a:latin typeface="Verdana" panose="020B0604030504040204" pitchFamily="34" charset="0"/>
                  <a:ea typeface="Verdana" panose="020B0604030504040204" pitchFamily="34" charset="0"/>
                  <a:cs typeface="Verdana" panose="020B0604030504040204" pitchFamily="34" charset="0"/>
                </a:endParaRPr>
              </a:p>
              <a:p>
                <a:pPr lvl="0"/>
                <a:endParaRPr lang="en-US" sz="2000" dirty="0">
                  <a:latin typeface="Verdana" panose="020B0604030504040204" pitchFamily="34" charset="0"/>
                  <a:ea typeface="Verdana" panose="020B0604030504040204" pitchFamily="34" charset="0"/>
                  <a:cs typeface="Verdana" panose="020B0604030504040204" pitchFamily="34" charset="0"/>
                </a:endParaRPr>
              </a:p>
              <a:p>
                <a:pPr lvl="0"/>
                <a:endParaRPr lang="en-US" sz="2000" dirty="0">
                  <a:latin typeface="Verdana" panose="020B0604030504040204" pitchFamily="34" charset="0"/>
                  <a:ea typeface="Verdana" panose="020B0604030504040204" pitchFamily="34" charset="0"/>
                  <a:cs typeface="Verdana" panose="020B0604030504040204" pitchFamily="34" charset="0"/>
                </a:endParaRPr>
              </a:p>
              <a:p>
                <a:pPr lvl="0"/>
                <a:endParaRPr lang="en-US" sz="2000" dirty="0">
                  <a:latin typeface="Verdana" panose="020B0604030504040204" pitchFamily="34" charset="0"/>
                  <a:ea typeface="Verdana" panose="020B0604030504040204" pitchFamily="34" charset="0"/>
                  <a:cs typeface="Verdana" panose="020B0604030504040204" pitchFamily="34" charset="0"/>
                </a:endParaRPr>
              </a:p>
              <a:p>
                <a:pPr lvl="0"/>
                <a:endParaRPr lang="en-US" sz="2000" dirty="0">
                  <a:latin typeface="Verdana" panose="020B0604030504040204" pitchFamily="34" charset="0"/>
                  <a:ea typeface="Verdana" panose="020B0604030504040204" pitchFamily="34" charset="0"/>
                  <a:cs typeface="Verdana" panose="020B0604030504040204" pitchFamily="34" charset="0"/>
                </a:endParaRPr>
              </a:p>
              <a:p>
                <a:pPr lvl="0"/>
                <a:endParaRPr lang="en-US" sz="2000" dirty="0">
                  <a:latin typeface="Verdana" panose="020B0604030504040204" pitchFamily="34" charset="0"/>
                  <a:ea typeface="Verdana" panose="020B0604030504040204" pitchFamily="34" charset="0"/>
                  <a:cs typeface="Verdana" panose="020B0604030504040204" pitchFamily="34" charset="0"/>
                </a:endParaRPr>
              </a:p>
              <a:p>
                <a:pPr lvl="0"/>
                <a:endParaRPr lang="en-US" sz="2000" dirty="0">
                  <a:latin typeface="Verdana" panose="020B0604030504040204" pitchFamily="34" charset="0"/>
                  <a:ea typeface="Verdana" panose="020B0604030504040204" pitchFamily="34" charset="0"/>
                  <a:cs typeface="Verdana" panose="020B0604030504040204" pitchFamily="34" charset="0"/>
                </a:endParaRPr>
              </a:p>
              <a:p>
                <a:pPr lvl="0"/>
                <a:endParaRPr lang="en-US" sz="2000" dirty="0">
                  <a:latin typeface="Verdana" panose="020B0604030504040204" pitchFamily="34" charset="0"/>
                  <a:ea typeface="Verdana" panose="020B0604030504040204" pitchFamily="34" charset="0"/>
                  <a:cs typeface="Verdana" panose="020B0604030504040204" pitchFamily="34" charset="0"/>
                </a:endParaRPr>
              </a:p>
              <a:p>
                <a:pPr lvl="0"/>
                <a:endParaRPr lang="en-US" sz="2000" dirty="0">
                  <a:latin typeface="Verdana" panose="020B0604030504040204" pitchFamily="34" charset="0"/>
                  <a:ea typeface="Verdana" panose="020B0604030504040204" pitchFamily="34" charset="0"/>
                  <a:cs typeface="Verdana" panose="020B0604030504040204" pitchFamily="34" charset="0"/>
                </a:endParaRPr>
              </a:p>
              <a:p>
                <a:pPr marL="460375"/>
                <a:r>
                  <a:rPr lang="en-US" sz="2000" dirty="0">
                    <a:latin typeface="Verdana" panose="020B0604030504040204" pitchFamily="34" charset="0"/>
                    <a:ea typeface="Verdana" panose="020B0604030504040204" pitchFamily="34" charset="0"/>
                    <a:cs typeface="Verdana" panose="020B0604030504040204" pitchFamily="34" charset="0"/>
                  </a:rPr>
                  <a:t>What is the width of the juice box?</a:t>
                </a:r>
              </a:p>
              <a:p>
                <a:pPr lvl="0"/>
                <a:endParaRPr lang="en-US" dirty="0"/>
              </a:p>
            </p:txBody>
          </p:sp>
        </mc:Choice>
        <mc:Fallback xmlns="">
          <p:sp>
            <p:nvSpPr>
              <p:cNvPr id="449" name="Google Shape;449;p32"/>
              <p:cNvSpPr txBox="1">
                <a:spLocks noRot="1" noChangeAspect="1" noMove="1" noResize="1" noEditPoints="1" noAdjustHandles="1" noChangeArrowheads="1" noChangeShapeType="1" noTextEdit="1"/>
              </p:cNvSpPr>
              <p:nvPr/>
            </p:nvSpPr>
            <p:spPr>
              <a:xfrm>
                <a:off x="943429" y="520394"/>
                <a:ext cx="10455808" cy="4616608"/>
              </a:xfrm>
              <a:prstGeom prst="rect">
                <a:avLst/>
              </a:prstGeom>
              <a:blipFill>
                <a:blip r:embed="rId3"/>
                <a:stretch>
                  <a:fillRect l="-641" t="-792"/>
                </a:stretch>
              </a:blipFill>
              <a:ln>
                <a:noFill/>
              </a:ln>
            </p:spPr>
            <p:txBody>
              <a:bodyPr/>
              <a:lstStyle/>
              <a:p>
                <a:r>
                  <a:rPr lang="en-US">
                    <a:noFill/>
                  </a:rPr>
                  <a:t> </a:t>
                </a:r>
              </a:p>
            </p:txBody>
          </p:sp>
        </mc:Fallback>
      </mc:AlternateContent>
      <p:pic>
        <p:nvPicPr>
          <p:cNvPr id="3" name="Picture 2" descr="A picture containing icon&#10;&#10;Description automatically generated">
            <a:extLst>
              <a:ext uri="{FF2B5EF4-FFF2-40B4-BE49-F238E27FC236}">
                <a16:creationId xmlns:a16="http://schemas.microsoft.com/office/drawing/2014/main" xmlns="" id="{951F4265-6067-B34C-A8B7-65FFF7F536AE}"/>
              </a:ext>
            </a:extLst>
          </p:cNvPr>
          <p:cNvPicPr>
            <a:picLocks noChangeAspect="1"/>
          </p:cNvPicPr>
          <p:nvPr/>
        </p:nvPicPr>
        <p:blipFill>
          <a:blip r:embed="rId4" cstate="screen">
            <a:extLst>
              <a:ext uri="{28A0092B-C50C-407E-A947-70E740481C1C}">
                <a14:useLocalDpi xmlns:a14="http://schemas.microsoft.com/office/drawing/2010/main"/>
              </a:ext>
            </a:extLst>
          </a:blip>
          <a:stretch>
            <a:fillRect/>
          </a:stretch>
        </p:blipFill>
        <p:spPr>
          <a:xfrm>
            <a:off x="4708388" y="1497342"/>
            <a:ext cx="2606362" cy="2970486"/>
          </a:xfrm>
          <a:prstGeom prst="rect">
            <a:avLst/>
          </a:prstGeom>
        </p:spPr>
      </p:pic>
      <p:sp>
        <p:nvSpPr>
          <p:cNvPr id="7" name="Google Shape;125;g104476d1465_1_17"/>
          <p:cNvSpPr txBox="1"/>
          <p:nvPr/>
        </p:nvSpPr>
        <p:spPr>
          <a:xfrm>
            <a:off x="8708122" y="6457799"/>
            <a:ext cx="2634000" cy="400200"/>
          </a:xfrm>
          <a:prstGeom prst="rect">
            <a:avLst/>
          </a:prstGeom>
          <a:noFill/>
          <a:ln>
            <a:noFill/>
          </a:ln>
        </p:spPr>
        <p:txBody>
          <a:bodyPr spcFirstLastPara="1" wrap="square" lIns="91425" tIns="91425" rIns="91425" bIns="91425" anchor="t" anchorCtr="0">
            <a:spAutoFit/>
          </a:bodyPr>
          <a:lstStyle/>
          <a:p>
            <a:pPr algn="r">
              <a:buSzPts val="1400"/>
            </a:pPr>
            <a:r>
              <a:rPr lang="en-US" i="1" dirty="0">
                <a:latin typeface="Calibri"/>
                <a:ea typeface="Calibri"/>
                <a:cs typeface="Calibri"/>
                <a:sym typeface="Calibri"/>
              </a:rPr>
              <a:t>volume 2, pg. 19</a:t>
            </a:r>
            <a:endParaRPr i="1" dirty="0">
              <a:latin typeface="Calibri"/>
              <a:ea typeface="Calibri"/>
              <a:cs typeface="Calibri"/>
              <a:sym typeface="Calibri"/>
            </a:endParaRPr>
          </a:p>
        </p:txBody>
      </p:sp>
      <p:pic>
        <p:nvPicPr>
          <p:cNvPr id="9" name="Google Shape;126;g104476d1465_1_17"/>
          <p:cNvPicPr preferRelativeResize="0"/>
          <p:nvPr/>
        </p:nvPicPr>
        <p:blipFill rotWithShape="1">
          <a:blip r:embed="rId5" cstate="screen">
            <a:alphaModFix/>
            <a:extLst>
              <a:ext uri="{28A0092B-C50C-407E-A947-70E740481C1C}">
                <a14:useLocalDpi xmlns:a14="http://schemas.microsoft.com/office/drawing/2010/main"/>
              </a:ext>
            </a:extLst>
          </a:blip>
          <a:srcRect/>
          <a:stretch/>
        </p:blipFill>
        <p:spPr>
          <a:xfrm>
            <a:off x="11446348" y="6200724"/>
            <a:ext cx="563850" cy="657276"/>
          </a:xfrm>
          <a:prstGeom prst="rect">
            <a:avLst/>
          </a:prstGeom>
          <a:noFill/>
          <a:ln>
            <a:noFill/>
          </a:ln>
          <a:effectLst>
            <a:outerShdw blurRad="57150" dist="19050" dir="5400000" algn="bl" rotWithShape="0">
              <a:srgbClr val="000000">
                <a:alpha val="49803"/>
              </a:srgbClr>
            </a:outerShdw>
          </a:effectLst>
        </p:spPr>
      </p:pic>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Shape 454"/>
        <p:cNvGrpSpPr/>
        <p:nvPr/>
      </p:nvGrpSpPr>
      <p:grpSpPr>
        <a:xfrm>
          <a:off x="0" y="0"/>
          <a:ext cx="0" cy="0"/>
          <a:chOff x="0" y="0"/>
          <a:chExt cx="0" cy="0"/>
        </a:xfrm>
      </p:grpSpPr>
      <p:sp>
        <p:nvSpPr>
          <p:cNvPr id="455" name="Google Shape;455;p33"/>
          <p:cNvSpPr/>
          <p:nvPr/>
        </p:nvSpPr>
        <p:spPr>
          <a:xfrm>
            <a:off x="0" y="-8101"/>
            <a:ext cx="2731200" cy="6866100"/>
          </a:xfrm>
          <a:prstGeom prst="rect">
            <a:avLst/>
          </a:prstGeom>
          <a:solidFill>
            <a:srgbClr val="79B0DD"/>
          </a:solidFill>
          <a:ln w="9525" cap="flat" cmpd="sng">
            <a:solidFill>
              <a:srgbClr val="79B0DD"/>
            </a:solidFill>
            <a:prstDash val="solid"/>
            <a:round/>
            <a:headEnd type="none" w="sm" len="sm"/>
            <a:tailEnd type="none" w="sm" len="sm"/>
          </a:ln>
          <a:effectLst>
            <a:outerShdw blurRad="50800" dist="38100" dir="2700000" algn="tl" rotWithShape="0">
              <a:srgbClr val="000000">
                <a:alpha val="40000"/>
              </a:srgbClr>
            </a:outerShdw>
          </a:effectLst>
        </p:spPr>
        <p:txBody>
          <a:bodyPr spcFirstLastPara="1" wrap="square" lIns="91425" tIns="91425" rIns="91425" bIns="91425" anchor="ctr" anchorCtr="0">
            <a:noAutofit/>
          </a:bodyPr>
          <a:lstStyle/>
          <a:p>
            <a:pPr>
              <a:buSzPts val="1400"/>
            </a:pPr>
            <a:endParaRPr/>
          </a:p>
        </p:txBody>
      </p:sp>
      <p:sp>
        <p:nvSpPr>
          <p:cNvPr id="458" name="Google Shape;458;p33"/>
          <p:cNvSpPr txBox="1">
            <a:spLocks noGrp="1"/>
          </p:cNvSpPr>
          <p:nvPr>
            <p:ph type="title" idx="4294967295"/>
          </p:nvPr>
        </p:nvSpPr>
        <p:spPr>
          <a:xfrm>
            <a:off x="5250339" y="2779100"/>
            <a:ext cx="4480750" cy="1325700"/>
          </a:xfrm>
          <a:prstGeom prst="rect">
            <a:avLst/>
          </a:prstGeom>
          <a:noFill/>
          <a:ln>
            <a:noFill/>
          </a:ln>
        </p:spPr>
        <p:txBody>
          <a:bodyPr spcFirstLastPara="1" wrap="square" lIns="91425" tIns="45700" rIns="91425" bIns="45700" anchor="ctr" anchorCtr="0">
            <a:normAutofit/>
          </a:bodyPr>
          <a:lstStyle/>
          <a:p>
            <a:pPr algn="ctr">
              <a:buClr>
                <a:schemeClr val="lt1"/>
              </a:buClr>
              <a:buSzPts val="4800"/>
            </a:pPr>
            <a:r>
              <a:rPr lang="en-US" sz="5500" b="1">
                <a:solidFill>
                  <a:srgbClr val="3F2A67"/>
                </a:solidFill>
                <a:latin typeface="Verdana"/>
                <a:ea typeface="Verdana"/>
                <a:cs typeface="Verdana"/>
                <a:sym typeface="Verdana"/>
              </a:rPr>
              <a:t>Wrap-Up</a:t>
            </a:r>
            <a:endParaRPr sz="5100" b="1">
              <a:solidFill>
                <a:srgbClr val="3F2A67"/>
              </a:solidFill>
              <a:latin typeface="Verdana"/>
              <a:ea typeface="Verdana"/>
              <a:cs typeface="Verdana"/>
              <a:sym typeface="Verdana"/>
            </a:endParaRPr>
          </a:p>
        </p:txBody>
      </p:sp>
      <p:pic>
        <p:nvPicPr>
          <p:cNvPr id="459" name="Google Shape;459;p33"/>
          <p:cNvPicPr preferRelativeResize="0"/>
          <p:nvPr/>
        </p:nvPicPr>
        <p:blipFill rotWithShape="1">
          <a:blip r:embed="rId3">
            <a:alphaModFix/>
          </a:blip>
          <a:srcRect/>
          <a:stretch/>
        </p:blipFill>
        <p:spPr>
          <a:xfrm>
            <a:off x="4429333" y="2933695"/>
            <a:ext cx="1008299" cy="1016513"/>
          </a:xfrm>
          <a:prstGeom prst="rect">
            <a:avLst/>
          </a:prstGeom>
          <a:noFill/>
          <a:ln>
            <a:noFill/>
          </a:ln>
          <a:effectLst>
            <a:outerShdw blurRad="50800" dist="38100" dir="2700000" algn="tl" rotWithShape="0">
              <a:srgbClr val="000000">
                <a:alpha val="40000"/>
              </a:srgbClr>
            </a:outerShdw>
          </a:effectLst>
        </p:spPr>
      </p:pic>
      <p:sp>
        <p:nvSpPr>
          <p:cNvPr id="8" name="Google Shape;125;g104476d1465_1_17"/>
          <p:cNvSpPr txBox="1"/>
          <p:nvPr/>
        </p:nvSpPr>
        <p:spPr>
          <a:xfrm>
            <a:off x="8708122" y="6457799"/>
            <a:ext cx="2634000" cy="400200"/>
          </a:xfrm>
          <a:prstGeom prst="rect">
            <a:avLst/>
          </a:prstGeom>
          <a:noFill/>
          <a:ln>
            <a:noFill/>
          </a:ln>
        </p:spPr>
        <p:txBody>
          <a:bodyPr spcFirstLastPara="1" wrap="square" lIns="91425" tIns="91425" rIns="91425" bIns="91425" anchor="t" anchorCtr="0">
            <a:spAutoFit/>
          </a:bodyPr>
          <a:lstStyle/>
          <a:p>
            <a:pPr algn="r">
              <a:buSzPts val="1400"/>
            </a:pPr>
            <a:r>
              <a:rPr lang="en-US" i="1" dirty="0">
                <a:latin typeface="Calibri"/>
                <a:ea typeface="Calibri"/>
                <a:cs typeface="Calibri"/>
                <a:sym typeface="Calibri"/>
              </a:rPr>
              <a:t>volume 2, pg</a:t>
            </a:r>
            <a:r>
              <a:rPr lang="en-US" i="1">
                <a:latin typeface="Calibri"/>
                <a:ea typeface="Calibri"/>
                <a:cs typeface="Calibri"/>
                <a:sym typeface="Calibri"/>
              </a:rPr>
              <a:t>. </a:t>
            </a:r>
            <a:r>
              <a:rPr lang="en-US" i="1" dirty="0">
                <a:latin typeface="Calibri"/>
                <a:ea typeface="Calibri"/>
                <a:cs typeface="Calibri"/>
                <a:sym typeface="Calibri"/>
              </a:rPr>
              <a:t>20</a:t>
            </a:r>
            <a:endParaRPr i="1" dirty="0">
              <a:latin typeface="Calibri"/>
              <a:ea typeface="Calibri"/>
              <a:cs typeface="Calibri"/>
              <a:sym typeface="Calibri"/>
            </a:endParaRPr>
          </a:p>
        </p:txBody>
      </p:sp>
      <p:pic>
        <p:nvPicPr>
          <p:cNvPr id="9" name="Google Shape;126;g104476d1465_1_17"/>
          <p:cNvPicPr preferRelativeResize="0"/>
          <p:nvPr/>
        </p:nvPicPr>
        <p:blipFill rotWithShape="1">
          <a:blip r:embed="rId4" cstate="screen">
            <a:alphaModFix/>
            <a:extLst>
              <a:ext uri="{28A0092B-C50C-407E-A947-70E740481C1C}">
                <a14:useLocalDpi xmlns:a14="http://schemas.microsoft.com/office/drawing/2010/main"/>
              </a:ext>
            </a:extLst>
          </a:blip>
          <a:srcRect/>
          <a:stretch/>
        </p:blipFill>
        <p:spPr>
          <a:xfrm>
            <a:off x="11446348" y="6200724"/>
            <a:ext cx="563850" cy="657276"/>
          </a:xfrm>
          <a:prstGeom prst="rect">
            <a:avLst/>
          </a:prstGeom>
          <a:noFill/>
          <a:ln>
            <a:noFill/>
          </a:ln>
          <a:effectLst>
            <a:outerShdw blurRad="57150" dist="19050" dir="5400000" algn="bl" rotWithShape="0">
              <a:srgbClr val="000000">
                <a:alpha val="49803"/>
              </a:srgbClr>
            </a:outerShdw>
          </a:effectLst>
        </p:spPr>
      </p:pic>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Shape 464"/>
        <p:cNvGrpSpPr/>
        <p:nvPr/>
      </p:nvGrpSpPr>
      <p:grpSpPr>
        <a:xfrm>
          <a:off x="0" y="0"/>
          <a:ext cx="0" cy="0"/>
          <a:chOff x="0" y="0"/>
          <a:chExt cx="0" cy="0"/>
        </a:xfrm>
      </p:grpSpPr>
      <p:sp>
        <p:nvSpPr>
          <p:cNvPr id="465" name="Google Shape;465;p34"/>
          <p:cNvSpPr/>
          <p:nvPr/>
        </p:nvSpPr>
        <p:spPr>
          <a:xfrm>
            <a:off x="0" y="-8101"/>
            <a:ext cx="223200" cy="6866100"/>
          </a:xfrm>
          <a:prstGeom prst="rect">
            <a:avLst/>
          </a:prstGeom>
          <a:solidFill>
            <a:srgbClr val="79B0DD"/>
          </a:solidFill>
          <a:ln w="9525" cap="flat" cmpd="sng">
            <a:solidFill>
              <a:srgbClr val="79B0DD"/>
            </a:solidFill>
            <a:prstDash val="solid"/>
            <a:round/>
            <a:headEnd type="none" w="sm" len="sm"/>
            <a:tailEnd type="none" w="sm" len="sm"/>
          </a:ln>
          <a:effectLst>
            <a:outerShdw blurRad="57150" dist="19050" dir="5400000" algn="bl" rotWithShape="0">
              <a:srgbClr val="000000">
                <a:alpha val="49803"/>
              </a:srgbClr>
            </a:outerShdw>
          </a:effectLst>
        </p:spPr>
        <p:txBody>
          <a:bodyPr spcFirstLastPara="1" wrap="square" lIns="91425" tIns="91425" rIns="91425" bIns="91425" anchor="ctr" anchorCtr="0">
            <a:noAutofit/>
          </a:bodyPr>
          <a:lstStyle/>
          <a:p>
            <a:pPr>
              <a:buSzPts val="1400"/>
            </a:pPr>
            <a:endParaRPr/>
          </a:p>
        </p:txBody>
      </p:sp>
      <p:sp>
        <p:nvSpPr>
          <p:cNvPr id="468" name="Google Shape;468;p34"/>
          <p:cNvSpPr txBox="1"/>
          <p:nvPr/>
        </p:nvSpPr>
        <p:spPr>
          <a:xfrm>
            <a:off x="1512368" y="4374"/>
            <a:ext cx="8019300" cy="1325700"/>
          </a:xfrm>
          <a:prstGeom prst="rect">
            <a:avLst/>
          </a:prstGeom>
          <a:noFill/>
          <a:ln>
            <a:noFill/>
          </a:ln>
        </p:spPr>
        <p:txBody>
          <a:bodyPr spcFirstLastPara="1" wrap="square" lIns="91425" tIns="45700" rIns="91425" bIns="45700" anchor="ctr" anchorCtr="0">
            <a:noAutofit/>
          </a:bodyPr>
          <a:lstStyle/>
          <a:p>
            <a:pPr>
              <a:lnSpc>
                <a:spcPct val="90000"/>
              </a:lnSpc>
              <a:buClr>
                <a:schemeClr val="dk1"/>
              </a:buClr>
              <a:buSzPts val="5400"/>
            </a:pPr>
            <a:r>
              <a:rPr lang="en-US" sz="3600" b="1" dirty="0">
                <a:solidFill>
                  <a:srgbClr val="3F2A67"/>
                </a:solidFill>
                <a:latin typeface="Verdana"/>
                <a:ea typeface="Verdana"/>
                <a:cs typeface="Verdana"/>
                <a:sym typeface="Verdana"/>
              </a:rPr>
              <a:t>8.3.6 Wrap-Up: Reflection</a:t>
            </a:r>
            <a:endParaRPr dirty="0"/>
          </a:p>
        </p:txBody>
      </p:sp>
      <p:pic>
        <p:nvPicPr>
          <p:cNvPr id="469" name="Google Shape;469;p34"/>
          <p:cNvPicPr preferRelativeResize="0"/>
          <p:nvPr/>
        </p:nvPicPr>
        <p:blipFill rotWithShape="1">
          <a:blip r:embed="rId3">
            <a:alphaModFix/>
          </a:blip>
          <a:srcRect/>
          <a:stretch/>
        </p:blipFill>
        <p:spPr>
          <a:xfrm>
            <a:off x="682918" y="234354"/>
            <a:ext cx="747300" cy="747300"/>
          </a:xfrm>
          <a:prstGeom prst="rect">
            <a:avLst/>
          </a:prstGeom>
          <a:noFill/>
          <a:ln>
            <a:noFill/>
          </a:ln>
          <a:effectLst>
            <a:outerShdw blurRad="50800" dist="38100" dir="2700000" algn="tl" rotWithShape="0">
              <a:srgbClr val="000000">
                <a:alpha val="40000"/>
              </a:srgbClr>
            </a:outerShdw>
          </a:effectLst>
        </p:spPr>
      </p:pic>
      <p:sp>
        <p:nvSpPr>
          <p:cNvPr id="470" name="Google Shape;470;p34"/>
          <p:cNvSpPr txBox="1"/>
          <p:nvPr/>
        </p:nvSpPr>
        <p:spPr>
          <a:xfrm>
            <a:off x="1161143" y="1386025"/>
            <a:ext cx="10125746" cy="4308831"/>
          </a:xfrm>
          <a:prstGeom prst="rect">
            <a:avLst/>
          </a:prstGeom>
          <a:noFill/>
          <a:ln>
            <a:noFill/>
          </a:ln>
        </p:spPr>
        <p:txBody>
          <a:bodyPr spcFirstLastPara="1" wrap="square" lIns="91425" tIns="45700" rIns="91425" bIns="45700" anchor="t" anchorCtr="0">
            <a:spAutoFit/>
          </a:bodyPr>
          <a:lstStyle/>
          <a:p>
            <a:pPr marL="457200" indent="-457200">
              <a:buFont typeface="+mj-lt"/>
              <a:buAutoNum type="arabicPeriod"/>
            </a:pPr>
            <a:r>
              <a:rPr lang="en-US" sz="2000" dirty="0">
                <a:latin typeface="Verdana" panose="020B0604030504040204" pitchFamily="34" charset="0"/>
                <a:ea typeface="Verdana" panose="020B0604030504040204" pitchFamily="34" charset="0"/>
                <a:cs typeface="Verdana" panose="020B0604030504040204" pitchFamily="34" charset="0"/>
              </a:rPr>
              <a:t>Rate your strength on the following areas using the scale. </a:t>
            </a:r>
          </a:p>
          <a:p>
            <a:r>
              <a:rPr lang="en-US" sz="2000" dirty="0">
                <a:latin typeface="Verdana" panose="020B0604030504040204" pitchFamily="34" charset="0"/>
                <a:ea typeface="Verdana" panose="020B0604030504040204" pitchFamily="34" charset="0"/>
                <a:cs typeface="Verdana" panose="020B0604030504040204" pitchFamily="34" charset="0"/>
              </a:rPr>
              <a:t> </a:t>
            </a:r>
          </a:p>
          <a:p>
            <a:pPr marL="1036638"/>
            <a:r>
              <a:rPr lang="en-US" sz="2000" dirty="0">
                <a:latin typeface="Verdana" panose="020B0604030504040204" pitchFamily="34" charset="0"/>
                <a:ea typeface="Verdana" panose="020B0604030504040204" pitchFamily="34" charset="0"/>
                <a:cs typeface="Verdana" panose="020B0604030504040204" pitchFamily="34" charset="0"/>
              </a:rPr>
              <a:t>1 – still learning </a:t>
            </a:r>
          </a:p>
          <a:p>
            <a:pPr marL="1036638"/>
            <a:r>
              <a:rPr lang="en-US" sz="2000" dirty="0">
                <a:latin typeface="Verdana" panose="020B0604030504040204" pitchFamily="34" charset="0"/>
                <a:ea typeface="Verdana" panose="020B0604030504040204" pitchFamily="34" charset="0"/>
                <a:cs typeface="Verdana" panose="020B0604030504040204" pitchFamily="34" charset="0"/>
              </a:rPr>
              <a:t>2 – making progress </a:t>
            </a:r>
          </a:p>
          <a:p>
            <a:pPr marL="1036638"/>
            <a:r>
              <a:rPr lang="en-US" sz="2000" dirty="0">
                <a:latin typeface="Verdana" panose="020B0604030504040204" pitchFamily="34" charset="0"/>
                <a:ea typeface="Verdana" panose="020B0604030504040204" pitchFamily="34" charset="0"/>
                <a:cs typeface="Verdana" panose="020B0604030504040204" pitchFamily="34" charset="0"/>
              </a:rPr>
              <a:t>3 – got it</a:t>
            </a:r>
          </a:p>
          <a:p>
            <a:pPr marL="1036638"/>
            <a:endParaRPr lang="en-US" sz="2000" dirty="0">
              <a:latin typeface="Verdana" panose="020B0604030504040204" pitchFamily="34" charset="0"/>
              <a:ea typeface="Verdana" panose="020B0604030504040204" pitchFamily="34" charset="0"/>
              <a:cs typeface="Verdana" panose="020B0604030504040204" pitchFamily="34" charset="0"/>
            </a:endParaRPr>
          </a:p>
          <a:p>
            <a:endParaRPr lang="en-US" sz="2000" dirty="0">
              <a:latin typeface="Verdana" panose="020B0604030504040204" pitchFamily="34" charset="0"/>
              <a:ea typeface="Verdana" panose="020B0604030504040204" pitchFamily="34" charset="0"/>
              <a:cs typeface="Verdana" panose="020B0604030504040204" pitchFamily="34" charset="0"/>
            </a:endParaRPr>
          </a:p>
          <a:p>
            <a:endParaRPr lang="en-US" sz="2000" dirty="0">
              <a:latin typeface="Verdana" panose="020B0604030504040204" pitchFamily="34" charset="0"/>
              <a:ea typeface="Verdana" panose="020B0604030504040204" pitchFamily="34" charset="0"/>
              <a:cs typeface="Verdana" panose="020B0604030504040204" pitchFamily="34" charset="0"/>
            </a:endParaRPr>
          </a:p>
          <a:p>
            <a:endParaRPr lang="en-US" sz="2000" dirty="0">
              <a:latin typeface="Verdana" panose="020B0604030504040204" pitchFamily="34" charset="0"/>
              <a:ea typeface="Verdana" panose="020B0604030504040204" pitchFamily="34" charset="0"/>
              <a:cs typeface="Verdana" panose="020B0604030504040204" pitchFamily="34" charset="0"/>
            </a:endParaRPr>
          </a:p>
          <a:p>
            <a:endParaRPr lang="en-US" sz="2000" dirty="0">
              <a:latin typeface="Verdana" panose="020B0604030504040204" pitchFamily="34" charset="0"/>
              <a:ea typeface="Verdana" panose="020B0604030504040204" pitchFamily="34" charset="0"/>
              <a:cs typeface="Verdana" panose="020B0604030504040204" pitchFamily="34" charset="0"/>
            </a:endParaRPr>
          </a:p>
          <a:p>
            <a:endParaRPr lang="en-US" sz="2000" dirty="0">
              <a:latin typeface="Verdana" panose="020B0604030504040204" pitchFamily="34" charset="0"/>
              <a:ea typeface="Verdana" panose="020B0604030504040204" pitchFamily="34" charset="0"/>
              <a:cs typeface="Verdana" panose="020B0604030504040204" pitchFamily="34" charset="0"/>
            </a:endParaRPr>
          </a:p>
          <a:p>
            <a:endParaRPr lang="en-US" sz="2000" dirty="0">
              <a:latin typeface="Verdana" panose="020B0604030504040204" pitchFamily="34" charset="0"/>
              <a:ea typeface="Verdana" panose="020B0604030504040204" pitchFamily="34" charset="0"/>
              <a:cs typeface="Verdana" panose="020B0604030504040204" pitchFamily="34" charset="0"/>
            </a:endParaRPr>
          </a:p>
          <a:p>
            <a:pPr marL="457200" indent="-457200">
              <a:buFont typeface="+mj-lt"/>
              <a:buAutoNum type="arabicPeriod" startAt="2"/>
            </a:pPr>
            <a:r>
              <a:rPr lang="en-US" sz="2000" dirty="0">
                <a:latin typeface="Verdana" panose="020B0604030504040204" pitchFamily="34" charset="0"/>
                <a:ea typeface="Verdana" panose="020B0604030504040204" pitchFamily="34" charset="0"/>
                <a:cs typeface="Verdana" panose="020B0604030504040204" pitchFamily="34" charset="0"/>
              </a:rPr>
              <a:t>Write an explanation of why you rated yourself the way you did.</a:t>
            </a:r>
          </a:p>
          <a:p>
            <a:endParaRPr lang="en-US" dirty="0"/>
          </a:p>
        </p:txBody>
      </p:sp>
      <p:graphicFrame>
        <p:nvGraphicFramePr>
          <p:cNvPr id="2" name="Table 1">
            <a:extLst>
              <a:ext uri="{FF2B5EF4-FFF2-40B4-BE49-F238E27FC236}">
                <a16:creationId xmlns:a16="http://schemas.microsoft.com/office/drawing/2014/main" xmlns="" id="{A8A06550-8E5B-F549-AD44-EC6FADDBF1D4}"/>
              </a:ext>
            </a:extLst>
          </p:cNvPr>
          <p:cNvGraphicFramePr>
            <a:graphicFrameLocks noGrp="1"/>
          </p:cNvGraphicFramePr>
          <p:nvPr>
            <p:extLst>
              <p:ext uri="{D42A27DB-BD31-4B8C-83A1-F6EECF244321}">
                <p14:modId xmlns:p14="http://schemas.microsoft.com/office/powerpoint/2010/main" val="281893972"/>
              </p:ext>
            </p:extLst>
          </p:nvPr>
        </p:nvGraphicFramePr>
        <p:xfrm>
          <a:off x="2660333" y="3129331"/>
          <a:ext cx="6871335" cy="1513205"/>
        </p:xfrm>
        <a:graphic>
          <a:graphicData uri="http://schemas.openxmlformats.org/drawingml/2006/table">
            <a:tbl>
              <a:tblPr firstRow="1" firstCol="1" bandRow="1">
                <a:tableStyleId>{5C22544A-7EE6-4342-B048-85BDC9FD1C3A}</a:tableStyleId>
              </a:tblPr>
              <a:tblGrid>
                <a:gridCol w="5715000">
                  <a:extLst>
                    <a:ext uri="{9D8B030D-6E8A-4147-A177-3AD203B41FA5}">
                      <a16:colId xmlns:a16="http://schemas.microsoft.com/office/drawing/2014/main" xmlns="" val="263824130"/>
                    </a:ext>
                  </a:extLst>
                </a:gridCol>
                <a:gridCol w="1156335">
                  <a:extLst>
                    <a:ext uri="{9D8B030D-6E8A-4147-A177-3AD203B41FA5}">
                      <a16:colId xmlns:a16="http://schemas.microsoft.com/office/drawing/2014/main" xmlns="" val="2884587512"/>
                    </a:ext>
                  </a:extLst>
                </a:gridCol>
              </a:tblGrid>
              <a:tr h="300990">
                <a:tc>
                  <a:txBody>
                    <a:bodyPr/>
                    <a:lstStyle/>
                    <a:p>
                      <a:pPr marL="0" marR="0" algn="ctr">
                        <a:spcBef>
                          <a:spcPts val="0"/>
                        </a:spcBef>
                        <a:spcAft>
                          <a:spcPts val="0"/>
                        </a:spcAft>
                      </a:pPr>
                      <a:r>
                        <a:rPr lang="en-US" sz="2000" dirty="0">
                          <a:solidFill>
                            <a:schemeClr val="tx1"/>
                          </a:solidFill>
                          <a:effectLst/>
                          <a:latin typeface="Verdana" panose="020B0604030504040204" pitchFamily="34" charset="0"/>
                          <a:ea typeface="Verdana" panose="020B0604030504040204" pitchFamily="34" charset="0"/>
                          <a:cs typeface="Verdana" panose="020B0604030504040204" pitchFamily="34" charset="0"/>
                        </a:rPr>
                        <a:t>Skill</a:t>
                      </a: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3"/>
                    </a:solidFill>
                  </a:tcPr>
                </a:tc>
                <a:tc>
                  <a:txBody>
                    <a:bodyPr/>
                    <a:lstStyle/>
                    <a:p>
                      <a:pPr marL="0" marR="0" algn="ctr">
                        <a:spcBef>
                          <a:spcPts val="0"/>
                        </a:spcBef>
                        <a:spcAft>
                          <a:spcPts val="0"/>
                        </a:spcAft>
                      </a:pPr>
                      <a:r>
                        <a:rPr lang="en-US" sz="2000" dirty="0">
                          <a:solidFill>
                            <a:schemeClr val="tx1"/>
                          </a:solidFill>
                          <a:effectLst/>
                          <a:latin typeface="Verdana" panose="020B0604030504040204" pitchFamily="34" charset="0"/>
                          <a:ea typeface="Verdana" panose="020B0604030504040204" pitchFamily="34" charset="0"/>
                          <a:cs typeface="Verdana" panose="020B0604030504040204" pitchFamily="34" charset="0"/>
                        </a:rPr>
                        <a:t>Rating</a:t>
                      </a: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3"/>
                    </a:solidFill>
                  </a:tcPr>
                </a:tc>
                <a:extLst>
                  <a:ext uri="{0D108BD9-81ED-4DB2-BD59-A6C34878D82A}">
                    <a16:rowId xmlns:a16="http://schemas.microsoft.com/office/drawing/2014/main" xmlns="" val="2256152973"/>
                  </a:ext>
                </a:extLst>
              </a:tr>
              <a:tr h="598805">
                <a:tc>
                  <a:txBody>
                    <a:bodyPr/>
                    <a:lstStyle/>
                    <a:p>
                      <a:pPr marL="0" marR="0">
                        <a:spcBef>
                          <a:spcPts val="0"/>
                        </a:spcBef>
                        <a:spcAft>
                          <a:spcPts val="0"/>
                        </a:spcAft>
                      </a:pPr>
                      <a:r>
                        <a:rPr lang="en-US" sz="2000" b="0">
                          <a:solidFill>
                            <a:schemeClr val="tx1"/>
                          </a:solidFill>
                          <a:effectLst/>
                          <a:latin typeface="Verdana" panose="020B0604030504040204" pitchFamily="34" charset="0"/>
                          <a:ea typeface="Verdana" panose="020B0604030504040204" pitchFamily="34" charset="0"/>
                          <a:cs typeface="Verdana" panose="020B0604030504040204" pitchFamily="34" charset="0"/>
                        </a:rPr>
                        <a:t>Find the volume of a rectangular prism.</a:t>
                      </a: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marR="0">
                        <a:spcBef>
                          <a:spcPts val="0"/>
                        </a:spcBef>
                        <a:spcAft>
                          <a:spcPts val="0"/>
                        </a:spcAft>
                      </a:pPr>
                      <a:r>
                        <a:rPr lang="en-US" sz="2000" b="0" dirty="0">
                          <a:solidFill>
                            <a:schemeClr val="tx1"/>
                          </a:solidFill>
                          <a:effectLst/>
                          <a:latin typeface="Verdana" panose="020B0604030504040204" pitchFamily="34" charset="0"/>
                          <a:ea typeface="Verdana" panose="020B0604030504040204" pitchFamily="34" charset="0"/>
                          <a:cs typeface="Verdana" panose="020B0604030504040204" pitchFamily="34" charset="0"/>
                        </a:rPr>
                        <a:t> </a:t>
                      </a: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xmlns="" val="1578439589"/>
                  </a:ext>
                </a:extLst>
              </a:tr>
              <a:tr h="598805">
                <a:tc>
                  <a:txBody>
                    <a:bodyPr/>
                    <a:lstStyle/>
                    <a:p>
                      <a:pPr marL="0" marR="0">
                        <a:spcBef>
                          <a:spcPts val="0"/>
                        </a:spcBef>
                        <a:spcAft>
                          <a:spcPts val="0"/>
                        </a:spcAft>
                      </a:pPr>
                      <a:r>
                        <a:rPr lang="en-US" sz="2000" b="0" dirty="0">
                          <a:solidFill>
                            <a:schemeClr val="tx1"/>
                          </a:solidFill>
                          <a:effectLst/>
                          <a:latin typeface="Verdana" panose="020B0604030504040204" pitchFamily="34" charset="0"/>
                          <a:ea typeface="Verdana" panose="020B0604030504040204" pitchFamily="34" charset="0"/>
                          <a:cs typeface="Verdana" panose="020B0604030504040204" pitchFamily="34" charset="0"/>
                        </a:rPr>
                        <a:t>Find a missing dimension of a rectangular prism.</a:t>
                      </a: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marR="0">
                        <a:spcBef>
                          <a:spcPts val="0"/>
                        </a:spcBef>
                        <a:spcAft>
                          <a:spcPts val="0"/>
                        </a:spcAft>
                      </a:pPr>
                      <a:r>
                        <a:rPr lang="en-US" sz="2000" b="0" dirty="0">
                          <a:solidFill>
                            <a:schemeClr val="tx1"/>
                          </a:solidFill>
                          <a:effectLst/>
                          <a:latin typeface="Verdana" panose="020B0604030504040204" pitchFamily="34" charset="0"/>
                          <a:ea typeface="Verdana" panose="020B0604030504040204" pitchFamily="34" charset="0"/>
                          <a:cs typeface="Verdana" panose="020B0604030504040204" pitchFamily="34" charset="0"/>
                        </a:rPr>
                        <a:t> </a:t>
                      </a: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xmlns="" val="908649909"/>
                  </a:ext>
                </a:extLst>
              </a:tr>
            </a:tbl>
          </a:graphicData>
        </a:graphic>
      </p:graphicFrame>
      <p:sp>
        <p:nvSpPr>
          <p:cNvPr id="12" name="Google Shape;125;g104476d1465_1_17"/>
          <p:cNvSpPr txBox="1"/>
          <p:nvPr/>
        </p:nvSpPr>
        <p:spPr>
          <a:xfrm>
            <a:off x="8708122" y="6457799"/>
            <a:ext cx="2634000" cy="400200"/>
          </a:xfrm>
          <a:prstGeom prst="rect">
            <a:avLst/>
          </a:prstGeom>
          <a:noFill/>
          <a:ln>
            <a:noFill/>
          </a:ln>
        </p:spPr>
        <p:txBody>
          <a:bodyPr spcFirstLastPara="1" wrap="square" lIns="91425" tIns="91425" rIns="91425" bIns="91425" anchor="t" anchorCtr="0">
            <a:spAutoFit/>
          </a:bodyPr>
          <a:lstStyle/>
          <a:p>
            <a:pPr algn="r">
              <a:buSzPts val="1400"/>
            </a:pPr>
            <a:r>
              <a:rPr lang="en-US" i="1" dirty="0">
                <a:latin typeface="Calibri"/>
                <a:ea typeface="Calibri"/>
                <a:cs typeface="Calibri"/>
                <a:sym typeface="Calibri"/>
              </a:rPr>
              <a:t>volume 2, pg</a:t>
            </a:r>
            <a:r>
              <a:rPr lang="en-US" i="1">
                <a:latin typeface="Calibri"/>
                <a:ea typeface="Calibri"/>
                <a:cs typeface="Calibri"/>
                <a:sym typeface="Calibri"/>
              </a:rPr>
              <a:t>. </a:t>
            </a:r>
            <a:r>
              <a:rPr lang="en-US" i="1" dirty="0">
                <a:latin typeface="Calibri"/>
                <a:ea typeface="Calibri"/>
                <a:cs typeface="Calibri"/>
                <a:sym typeface="Calibri"/>
              </a:rPr>
              <a:t>20</a:t>
            </a:r>
            <a:endParaRPr i="1" dirty="0">
              <a:latin typeface="Calibri"/>
              <a:ea typeface="Calibri"/>
              <a:cs typeface="Calibri"/>
              <a:sym typeface="Calibri"/>
            </a:endParaRPr>
          </a:p>
        </p:txBody>
      </p:sp>
      <p:pic>
        <p:nvPicPr>
          <p:cNvPr id="13" name="Google Shape;126;g104476d1465_1_17"/>
          <p:cNvPicPr preferRelativeResize="0"/>
          <p:nvPr/>
        </p:nvPicPr>
        <p:blipFill rotWithShape="1">
          <a:blip r:embed="rId4" cstate="screen">
            <a:alphaModFix/>
            <a:extLst>
              <a:ext uri="{28A0092B-C50C-407E-A947-70E740481C1C}">
                <a14:useLocalDpi xmlns:a14="http://schemas.microsoft.com/office/drawing/2010/main"/>
              </a:ext>
            </a:extLst>
          </a:blip>
          <a:srcRect/>
          <a:stretch/>
        </p:blipFill>
        <p:spPr>
          <a:xfrm>
            <a:off x="11446348" y="6200724"/>
            <a:ext cx="563850" cy="657276"/>
          </a:xfrm>
          <a:prstGeom prst="rect">
            <a:avLst/>
          </a:prstGeom>
          <a:noFill/>
          <a:ln>
            <a:noFill/>
          </a:ln>
          <a:effectLst>
            <a:outerShdw blurRad="57150" dist="19050" dir="5400000" algn="bl" rotWithShape="0">
              <a:srgbClr val="000000">
                <a:alpha val="49803"/>
              </a:srgbClr>
            </a:outerShdw>
          </a:effectLst>
        </p:spPr>
      </p:pic>
    </p:spTree>
  </p:cSld>
  <p:clrMapOvr>
    <a:masterClrMapping/>
  </p:clrMapOvr>
</p:sld>
</file>

<file path=ppt/theme/theme1.xml><?xml version="1.0" encoding="utf-8"?>
<a:theme xmlns:a="http://schemas.openxmlformats.org/drawingml/2006/main" name="1_Office Theme">
  <a:themeElements>
    <a:clrScheme name="Office">
      <a:dk1>
        <a:srgbClr val="000000"/>
      </a:dk1>
      <a:lt1>
        <a:srgbClr val="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rgbClr val="000000"/>
      </a:dk1>
      <a:lt1>
        <a:srgbClr val="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mso-contentType ?>
<FormTemplates xmlns="http://schemas.microsoft.com/sharepoint/v3/contenttype/forms">
  <Display>DocumentLibraryForm</Display>
  <Edit>DocumentLibraryForm</Edit>
  <New>DocumentLibraryForm</New>
</FormTemplates>
</file>

<file path=customXml/item2.xml><?xml version="1.0" encoding="utf-8"?>
<ct:contentTypeSchema xmlns:ct="http://schemas.microsoft.com/office/2006/metadata/contentType" xmlns:ma="http://schemas.microsoft.com/office/2006/metadata/properties/metaAttributes" ct:_="" ma:_="" ma:contentTypeName="Document" ma:contentTypeID="0x01010045BA71AFB6E4EB4AB3FD645FC79B11BE" ma:contentTypeVersion="14" ma:contentTypeDescription="Create a new document." ma:contentTypeScope="" ma:versionID="c6de188039f2115276cd22936a35b493">
  <xsd:schema xmlns:xsd="http://www.w3.org/2001/XMLSchema" xmlns:xs="http://www.w3.org/2001/XMLSchema" xmlns:p="http://schemas.microsoft.com/office/2006/metadata/properties" xmlns:ns2="c8f36ed4-5234-49bf-a7f7-5f171c3a2f56" xmlns:ns3="aecc3118-db6a-47b0-8115-3eb3ee12f279" targetNamespace="http://schemas.microsoft.com/office/2006/metadata/properties" ma:root="true" ma:fieldsID="3d1530f6c55cd2fbfcc1e1abc0d9cffe" ns2:_="" ns3:_="">
    <xsd:import namespace="c8f36ed4-5234-49bf-a7f7-5f171c3a2f56"/>
    <xsd:import namespace="aecc3118-db6a-47b0-8115-3eb3ee12f279"/>
    <xsd:element name="properties">
      <xsd:complexType>
        <xsd:sequence>
          <xsd:element name="documentManagement">
            <xsd:complexType>
              <xsd:all>
                <xsd:element ref="ns2:MediaServiceMetadata" minOccurs="0"/>
                <xsd:element ref="ns2:MediaServiceFastMetadata" minOccurs="0"/>
                <xsd:element ref="ns3:SharedWithUsers" minOccurs="0"/>
                <xsd:element ref="ns3:SharedWithDetails" minOccurs="0"/>
                <xsd:element ref="ns2:lcf76f155ced4ddcb4097134ff3c332f" minOccurs="0"/>
                <xsd:element ref="ns3:TaxCatchAll" minOccurs="0"/>
                <xsd:element ref="ns2:MediaServiceOCR" minOccurs="0"/>
                <xsd:element ref="ns2:MediaServiceGenerationTime" minOccurs="0"/>
                <xsd:element ref="ns2:MediaServiceEventHashCode" minOccurs="0"/>
                <xsd:element ref="ns2:MediaServiceDateTaken" minOccurs="0"/>
                <xsd:element ref="ns2:MediaLengthInSeconds" minOccurs="0"/>
                <xsd:element ref="ns2:MediaServiceSearchProperties" minOccurs="0"/>
                <xsd:element ref="ns2:MediaServiceObjectDetectorVersion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c8f36ed4-5234-49bf-a7f7-5f171c3a2f56"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lcf76f155ced4ddcb4097134ff3c332f" ma:index="13" nillable="true" ma:taxonomy="true" ma:internalName="lcf76f155ced4ddcb4097134ff3c332f" ma:taxonomyFieldName="MediaServiceImageTags" ma:displayName="Image Tags" ma:readOnly="false" ma:fieldId="{5cf76f15-5ced-4ddc-b409-7134ff3c332f}" ma:taxonomyMulti="true" ma:sspId="e4125260-8dc9-4871-9a4d-e9e8d429e38e" ma:termSetId="09814cd3-568e-fe90-9814-8d621ff8fb84" ma:anchorId="fba54fb3-c3e1-fe81-a776-ca4b69148c4d" ma:open="true" ma:isKeyword="false">
      <xsd:complexType>
        <xsd:sequence>
          <xsd:element ref="pc:Terms" minOccurs="0" maxOccurs="1"/>
        </xsd:sequence>
      </xsd:complexType>
    </xsd:element>
    <xsd:element name="MediaServiceOCR" ma:index="15" nillable="true" ma:displayName="Extracted Text" ma:internalName="MediaServiceOCR" ma:readOnly="true">
      <xsd:simpleType>
        <xsd:restriction base="dms:Note">
          <xsd:maxLength value="255"/>
        </xsd:restriction>
      </xsd:simpleType>
    </xsd:element>
    <xsd:element name="MediaServiceGenerationTime" ma:index="16" nillable="true" ma:displayName="MediaServiceGenerationTime" ma:hidden="true" ma:internalName="MediaServiceGenerationTime" ma:readOnly="true">
      <xsd:simpleType>
        <xsd:restriction base="dms:Text"/>
      </xsd:simpleType>
    </xsd:element>
    <xsd:element name="MediaServiceEventHashCode" ma:index="17" nillable="true" ma:displayName="MediaServiceEventHashCode" ma:hidden="true" ma:internalName="MediaServiceEventHashCode" ma:readOnly="true">
      <xsd:simpleType>
        <xsd:restriction base="dms:Text"/>
      </xsd:simpleType>
    </xsd:element>
    <xsd:element name="MediaServiceDateTaken" ma:index="18" nillable="true" ma:displayName="MediaServiceDateTaken" ma:hidden="true" ma:indexed="true" ma:internalName="MediaServiceDateTaken" ma:readOnly="true">
      <xsd:simpleType>
        <xsd:restriction base="dms:Text"/>
      </xsd:simpleType>
    </xsd:element>
    <xsd:element name="MediaLengthInSeconds" ma:index="19" nillable="true" ma:displayName="MediaLengthInSeconds" ma:hidden="true" ma:internalName="MediaLengthInSeconds" ma:readOnly="true">
      <xsd:simpleType>
        <xsd:restriction base="dms:Unknown"/>
      </xsd:simpleType>
    </xsd:element>
    <xsd:element name="MediaServiceSearchProperties" ma:index="20" nillable="true" ma:displayName="MediaServiceSearchProperties" ma:hidden="true" ma:internalName="MediaServiceSearchProperties" ma:readOnly="true">
      <xsd:simpleType>
        <xsd:restriction base="dms:Note"/>
      </xsd:simpleType>
    </xsd:element>
    <xsd:element name="MediaServiceObjectDetectorVersions" ma:index="21" nillable="true" ma:displayName="MediaServiceObjectDetectorVersions" ma:description="" ma:hidden="true" ma:indexed="true" ma:internalName="MediaServiceObjectDetectorVersions" ma:readOnly="true">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aecc3118-db6a-47b0-8115-3eb3ee12f279" elementFormDefault="qualified">
    <xsd:import namespace="http://schemas.microsoft.com/office/2006/documentManagement/types"/>
    <xsd:import namespace="http://schemas.microsoft.com/office/infopath/2007/PartnerControls"/>
    <xsd:element name="SharedWithUsers" ma:index="10"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1" nillable="true" ma:displayName="Shared With Details" ma:internalName="SharedWithDetails" ma:readOnly="true">
      <xsd:simpleType>
        <xsd:restriction base="dms:Note">
          <xsd:maxLength value="255"/>
        </xsd:restriction>
      </xsd:simpleType>
    </xsd:element>
    <xsd:element name="TaxCatchAll" ma:index="14" nillable="true" ma:displayName="Taxonomy Catch All Column" ma:hidden="true" ma:list="{d1b4dde3-b3bf-4934-b5d8-236f7d7596ba}" ma:internalName="TaxCatchAll" ma:showField="CatchAllData" ma:web="aecc3118-db6a-47b0-8115-3eb3ee12f279">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3.xml><?xml version="1.0" encoding="utf-8"?>
<p:properties xmlns:p="http://schemas.microsoft.com/office/2006/metadata/properties" xmlns:xsi="http://www.w3.org/2001/XMLSchema-instance" xmlns:pc="http://schemas.microsoft.com/office/infopath/2007/PartnerControls">
  <documentManagement>
    <lcf76f155ced4ddcb4097134ff3c332f xmlns="c8f36ed4-5234-49bf-a7f7-5f171c3a2f56">
      <Terms xmlns="http://schemas.microsoft.com/office/infopath/2007/PartnerControls"/>
    </lcf76f155ced4ddcb4097134ff3c332f>
    <TaxCatchAll xmlns="aecc3118-db6a-47b0-8115-3eb3ee12f279" xsi:nil="true"/>
  </documentManagement>
</p:properties>
</file>

<file path=customXml/itemProps1.xml><?xml version="1.0" encoding="utf-8"?>
<ds:datastoreItem xmlns:ds="http://schemas.openxmlformats.org/officeDocument/2006/customXml" ds:itemID="{534F67A9-2370-4558-9365-C1656368261D}">
  <ds:schemaRefs>
    <ds:schemaRef ds:uri="http://schemas.microsoft.com/sharepoint/v3/contenttype/forms"/>
  </ds:schemaRefs>
</ds:datastoreItem>
</file>

<file path=customXml/itemProps2.xml><?xml version="1.0" encoding="utf-8"?>
<ds:datastoreItem xmlns:ds="http://schemas.openxmlformats.org/officeDocument/2006/customXml" ds:itemID="{868B51A2-97DF-483B-A579-426DB579CBD2}">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c8f36ed4-5234-49bf-a7f7-5f171c3a2f56"/>
    <ds:schemaRef ds:uri="aecc3118-db6a-47b0-8115-3eb3ee12f279"/>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3.xml><?xml version="1.0" encoding="utf-8"?>
<ds:datastoreItem xmlns:ds="http://schemas.openxmlformats.org/officeDocument/2006/customXml" ds:itemID="{278AB67D-12DE-4A2A-A1A5-E2325FE59851}">
  <ds:schemaRefs>
    <ds:schemaRef ds:uri="http://schemas.microsoft.com/office/2006/metadata/properties"/>
    <ds:schemaRef ds:uri="http://schemas.microsoft.com/office/infopath/2007/PartnerControls"/>
    <ds:schemaRef ds:uri="c8f36ed4-5234-49bf-a7f7-5f171c3a2f56"/>
    <ds:schemaRef ds:uri="aecc3118-db6a-47b0-8115-3eb3ee12f279"/>
  </ds:schemaRefs>
</ds:datastoreItem>
</file>

<file path=docProps/app.xml><?xml version="1.0" encoding="utf-8"?>
<Properties xmlns="http://schemas.openxmlformats.org/officeDocument/2006/extended-properties" xmlns:vt="http://schemas.openxmlformats.org/officeDocument/2006/docPropsVTypes">
  <TotalTime>248</TotalTime>
  <Words>821</Words>
  <Application>Microsoft Office PowerPoint</Application>
  <PresentationFormat>Custom</PresentationFormat>
  <Paragraphs>227</Paragraphs>
  <Slides>23</Slides>
  <Notes>23</Notes>
  <HiddenSlides>0</HiddenSlides>
  <MMClips>0</MMClips>
  <ScaleCrop>false</ScaleCrop>
  <HeadingPairs>
    <vt:vector size="4" baseType="variant">
      <vt:variant>
        <vt:lpstr>Theme</vt:lpstr>
      </vt:variant>
      <vt:variant>
        <vt:i4>1</vt:i4>
      </vt:variant>
      <vt:variant>
        <vt:lpstr>Slide Titles</vt:lpstr>
      </vt:variant>
      <vt:variant>
        <vt:i4>23</vt:i4>
      </vt:variant>
    </vt:vector>
  </HeadingPairs>
  <TitlesOfParts>
    <vt:vector size="24" baseType="lpstr">
      <vt:lpstr>1_Office Theme</vt:lpstr>
      <vt:lpstr>6th Grade Accelerated Math  Unit 8, Lesson 3  Finding the Missing Dimension of a Rectangular Prism   Volume 2, pg. 16</vt:lpstr>
      <vt:lpstr>Benchmark</vt:lpstr>
      <vt:lpstr>PowerPoint Presentation</vt:lpstr>
      <vt:lpstr>PowerPoint Presentation</vt:lpstr>
      <vt:lpstr>Warm-Up</vt:lpstr>
      <vt:lpstr>PowerPoint Presentation</vt:lpstr>
      <vt:lpstr>Collaboration</vt:lpstr>
      <vt:lpstr>PowerPoint Presentation</vt:lpstr>
      <vt:lpstr>PowerPoint Presentation</vt:lpstr>
      <vt:lpstr>Guided Instruction</vt:lpstr>
      <vt:lpstr>PowerPoint Presentation</vt:lpstr>
      <vt:lpstr>PowerPoint Presentation</vt:lpstr>
      <vt:lpstr>PowerPoint Presentation</vt:lpstr>
      <vt:lpstr>PowerPoint Presentation</vt:lpstr>
      <vt:lpstr>PowerPoint Presentation</vt:lpstr>
      <vt:lpstr>Guided Practice</vt:lpstr>
      <vt:lpstr>PowerPoint Presentation</vt:lpstr>
      <vt:lpstr>PowerPoint Presentation</vt:lpstr>
      <vt:lpstr>Your Turn</vt:lpstr>
      <vt:lpstr>PowerPoint Presentation</vt:lpstr>
      <vt:lpstr>PowerPoint Presentation</vt:lpstr>
      <vt:lpstr>Wrap-Up</vt:lpstr>
      <vt:lpstr>PowerPoint Presentation</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6th Grade Accelerated Math  Unit 8, Lesson 3  Finding the Missing Dimension of a Rectangular Prism   Volume 2, pg.</dc:title>
  <dc:creator>Karen McKenzie</dc:creator>
  <cp:lastModifiedBy>Sensei</cp:lastModifiedBy>
  <cp:revision>13</cp:revision>
  <dcterms:created xsi:type="dcterms:W3CDTF">2015-03-17T18:51:18Z</dcterms:created>
  <dcterms:modified xsi:type="dcterms:W3CDTF">2023-07-06T22:49:05Z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0x01010045BA71AFB6E4EB4AB3FD645FC79B11BE</vt:lpwstr>
  </property>
  <property fmtid="{D5CDD505-2E9C-101B-9397-08002B2CF9AE}" pid="3" name="MediaServiceImageTags">
    <vt:lpwstr/>
  </property>
</Properties>
</file>