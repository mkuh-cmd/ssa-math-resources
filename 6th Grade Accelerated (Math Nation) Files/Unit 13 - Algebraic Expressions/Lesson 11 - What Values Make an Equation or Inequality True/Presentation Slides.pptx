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46" r:id="rId10"/>
    <p:sldId id="355" r:id="rId11"/>
    <p:sldId id="356" r:id="rId12"/>
    <p:sldId id="357" r:id="rId13"/>
    <p:sldId id="323" r:id="rId14"/>
    <p:sldId id="324" r:id="rId15"/>
    <p:sldId id="352" r:id="rId16"/>
    <p:sldId id="353" r:id="rId17"/>
    <p:sldId id="354" r:id="rId18"/>
    <p:sldId id="358" r:id="rId19"/>
    <p:sldId id="359" r:id="rId20"/>
    <p:sldId id="360" r:id="rId21"/>
    <p:sldId id="361" r:id="rId22"/>
    <p:sldId id="302" r:id="rId23"/>
    <p:sldId id="303" r:id="rId24"/>
    <p:sldId id="306" r:id="rId25"/>
    <p:sldId id="307" r:id="rId26"/>
    <p:sldId id="35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276C46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09"/>
    <p:restoredTop sz="94695"/>
  </p:normalViewPr>
  <p:slideViewPr>
    <p:cSldViewPr snapToGrid="0">
      <p:cViewPr varScale="1">
        <p:scale>
          <a:sx n="79" d="100"/>
          <a:sy n="79" d="100"/>
        </p:scale>
        <p:origin x="25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43309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498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91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3356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9189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5845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702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0012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075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8651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5563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45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4877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294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438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745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What Values Make an Equation or Inequality True?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81978" y="12153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78" y="3573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05778" y="1600200"/>
            <a:ext cx="93804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MA.6.AR.2.1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 equation or inequality and a specified set of integer values, determine which values make the equation or inequality true or false.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8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5438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5438" y="1596390"/>
            <a:ext cx="97888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7207" y="4901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45" y="33821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27826" y="1600200"/>
            <a:ext cx="873634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a given integer value makes an equation or inequality true.</a:t>
            </a:r>
            <a:endParaRPr lang="en-US" sz="32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9326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13.11.1 Warm-Up: Day at Work – Film Composer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26" y="1974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59326" y="1386026"/>
            <a:ext cx="95293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Cagle is a film composer. He writes music for commercials and soundtracks for TV shows and movies.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did you notice about what he does to write a soundtrack? 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said that most people say they don’t normally hear the soundtrack. Name a TV show or a movie whose soundtrack you remember.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Shohan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mentioned that one of his challenges is a short deadline. He said that his strategy to get his work done is “to sit and focus and get in the right mindset”. How can you use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Shohan’s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strategy?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9326" y="-7452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13.11.2 Guided Instruction: Determining Values That Make an Equation True or False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26" y="1327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109272" y="3489329"/>
                <a:ext cx="103527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are the two expressions?</a:t>
                </a:r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272" y="3489329"/>
                <a:ext cx="1035278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942" t="-11842" r="-648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2621418" y="1422692"/>
            <a:ext cx="7132182" cy="1559765"/>
            <a:chOff x="2031300" y="3373599"/>
            <a:chExt cx="7132182" cy="1560471"/>
          </a:xfrm>
        </p:grpSpPr>
        <p:grpSp>
          <p:nvGrpSpPr>
            <p:cNvPr id="10" name="Group 9"/>
            <p:cNvGrpSpPr/>
            <p:nvPr/>
          </p:nvGrpSpPr>
          <p:grpSpPr>
            <a:xfrm>
              <a:off x="2031300" y="3373599"/>
              <a:ext cx="7132182" cy="1560471"/>
              <a:chOff x="2031300" y="3373599"/>
              <a:chExt cx="7132182" cy="1560471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300" y="3373599"/>
                <a:ext cx="7132182" cy="1560471"/>
                <a:chOff x="0" y="-1"/>
                <a:chExt cx="7132182" cy="1560471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600" i="1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>
                <a:xfrm>
                  <a:off x="0" y="-1"/>
                  <a:ext cx="7132182" cy="156047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An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equation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is a mathematical relation statement where two equivalent expressions and values are separated by an equal sign. </a:t>
                  </a:r>
                  <a:endPara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  <p:pic>
              <p:nvPicPr>
                <p:cNvPr id="17" name="Shape 7" descr="Icon&#10;&#10;Description automatically generated"/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89345" y="30768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19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84223" y="520394"/>
                <a:ext cx="9974220" cy="115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guess a value for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3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then substitute it into both expressions. A high and a low guess have been provided for you in the table.</a:t>
                </a:r>
                <a:endParaRPr lang="en-US" sz="23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23" y="520394"/>
                <a:ext cx="9974220" cy="1154162"/>
              </a:xfrm>
              <a:prstGeom prst="rect">
                <a:avLst/>
              </a:prstGeom>
              <a:blipFill rotWithShape="0">
                <a:blip r:embed="rId3"/>
                <a:stretch>
                  <a:fillRect l="-856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227546"/>
                  </p:ext>
                </p:extLst>
              </p:nvPr>
            </p:nvGraphicFramePr>
            <p:xfrm>
              <a:off x="2624944" y="1878599"/>
              <a:ext cx="7092778" cy="448719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991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74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928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333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136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 expressions equal?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63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b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Pre>
                                <m:sPrePr>
                                  <m:ctrlPr>
                                    <a:rPr lang="en-US" sz="20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b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sPre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0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2000" b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20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sPre>
                            </m:oMath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d>
                                  <m:dPr>
                                    <m:ctrlP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b="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b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b="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sPre>
                                  </m:e>
                                </m:d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23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0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US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b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61</m:t>
                              </m:r>
                            </m:oMath>
                          </a14:m>
                          <a:endParaRPr lang="en-US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d>
                                  <m:dPr>
                                    <m:ctrlP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d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23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89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0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63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227546"/>
                  </p:ext>
                </p:extLst>
              </p:nvPr>
            </p:nvGraphicFramePr>
            <p:xfrm>
              <a:off x="2624944" y="1878599"/>
              <a:ext cx="7092778" cy="451608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991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06741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19281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8333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9784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610" t="-8696" r="-611585" b="-3621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48529" t="-8696" r="-195000" b="-3621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140278" t="-8696" r="-84167" b="-3621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 expressions equal?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163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610" t="-208333" r="-611585" b="-59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48529" t="-208333" r="-195000" b="-59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140278" t="-208333" r="-84167" b="-594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0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610" t="-315854" r="-611585" b="-5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48529" t="-315854" r="-195000" b="-5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36" marR="57136" marT="0" marB="0" anchor="ctr">
                        <a:blipFill rotWithShape="0">
                          <a:blip r:embed="rId4"/>
                          <a:stretch>
                            <a:fillRect l="-140278" t="-315854" r="-84167" b="-5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000" b="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163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5009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136" marR="57136" marT="0" marB="0" anchor="ctr"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22626" y="176737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499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419126" y="520393"/>
                <a:ext cx="950441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an equation to be </a:t>
                </a:r>
                <a:r>
                  <a:rPr lang="en-US" sz="25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true</a:t>
                </a: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both sides of the equation must have the same value. For example, the equation </a:t>
                </a:r>
                <a:endParaRPr lang="en-US" sz="25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78−56=2∙11</m:t>
                    </m:r>
                  </m:oMath>
                </a14:m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true because both expressions,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78−56</m:t>
                    </m:r>
                  </m:oMath>
                </a14:m>
                <a:r>
                  <a:rPr lang="en-US" sz="2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2∙11</m:t>
                    </m:r>
                  </m:oMath>
                </a14:m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are equal to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5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126" y="520393"/>
                <a:ext cx="9504414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1090" t="-2612" b="-7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606004" y="2650189"/>
            <a:ext cx="6848732" cy="1670150"/>
            <a:chOff x="2031300" y="3373599"/>
            <a:chExt cx="6629400" cy="1153683"/>
          </a:xfrm>
        </p:grpSpPr>
        <p:sp>
          <p:nvSpPr>
            <p:cNvPr id="7" name="Rectangle 6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2031300" y="3373599"/>
              <a:ext cx="6629400" cy="1153683"/>
              <a:chOff x="0" y="-1"/>
              <a:chExt cx="6629400" cy="1153683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0" y="-1"/>
                <a:ext cx="6629400" cy="1153683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solution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an equation is the value(s) that, when substituted in for the variable(s), makes the equation true.</a:t>
                </a:r>
                <a:r>
                  <a:rPr lang="en-US" sz="2000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39057" y="4673665"/>
                <a:ext cx="918263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guesses, what is the solution to the equation </a:t>
                </a:r>
                <a14:m>
                  <m:oMath xmlns:m="http://schemas.openxmlformats.org/officeDocument/2006/math"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+5=8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57" y="4673665"/>
                <a:ext cx="9182630" cy="861774"/>
              </a:xfrm>
              <a:prstGeom prst="rect">
                <a:avLst/>
              </a:prstGeom>
              <a:blipFill rotWithShape="0">
                <a:blip r:embed="rId4"/>
                <a:stretch>
                  <a:fillRect l="-1129" t="-6383" b="-16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8977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583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54243" y="520393"/>
                <a:ext cx="100341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determine if the equation </a:t>
                </a:r>
                <a14:m>
                  <m:oMath xmlns:m="http://schemas.openxmlformats.org/officeDocument/2006/math"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+7=19</m:t>
                    </m:r>
                  </m:oMath>
                </a14:m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true for each value.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243" y="520393"/>
                <a:ext cx="10034180" cy="861774"/>
              </a:xfrm>
              <a:prstGeom prst="rect">
                <a:avLst/>
              </a:prstGeom>
              <a:blipFill rotWithShape="0">
                <a:blip r:embed="rId3"/>
                <a:stretch>
                  <a:fillRect l="-1033" t="-6338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3752311"/>
                  </p:ext>
                </p:extLst>
              </p:nvPr>
            </p:nvGraphicFramePr>
            <p:xfrm>
              <a:off x="2743066" y="1586318"/>
              <a:ext cx="5157022" cy="491402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8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32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823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68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𝟏𝟗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equation true? 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194" marR="45194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215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US" sz="11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215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US" sz="11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2150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US" sz="11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3752311"/>
                  </p:ext>
                </p:extLst>
              </p:nvPr>
            </p:nvGraphicFramePr>
            <p:xfrm>
              <a:off x="1219066" y="1586318"/>
              <a:ext cx="5157022" cy="494292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81450"/>
                    <a:gridCol w="2493266"/>
                    <a:gridCol w="1982306"/>
                  </a:tblGrid>
                  <a:tr h="9784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marT="0" marB="0" anchor="ctr">
                        <a:blipFill rotWithShape="0">
                          <a:blip r:embed="rId5"/>
                          <a:stretch>
                            <a:fillRect l="-893" t="-8696" r="-658929" b="-405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marT="0" marB="0" anchor="ctr">
                        <a:blipFill rotWithShape="0">
                          <a:blip r:embed="rId5"/>
                          <a:stretch>
                            <a:fillRect l="-27628" t="-8696" r="-80440" b="-405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equation true? 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194" marR="45194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3215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marT="0" marB="0" anchor="ctr">
                        <a:blipFill rotWithShape="0">
                          <a:blip r:embed="rId5"/>
                          <a:stretch>
                            <a:fillRect l="-893" t="-80645" r="-658929" b="-200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US" sz="11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</a:tr>
                  <a:tr h="13215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marT="0" marB="0" anchor="ctr">
                        <a:blipFill rotWithShape="0">
                          <a:blip r:embed="rId5"/>
                          <a:stretch>
                            <a:fillRect l="-893" t="-180645" r="-658929" b="-100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US" sz="11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</a:tr>
                  <a:tr h="13215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194" marR="45194" marT="0" marB="0" anchor="ctr">
                        <a:blipFill rotWithShape="0">
                          <a:blip r:embed="rId5"/>
                          <a:stretch>
                            <a:fillRect l="-893" t="-280645" r="-658929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 </a:t>
                          </a:r>
                          <a:endParaRPr lang="en-US" sz="11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194" marR="45194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31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9311" y="520394"/>
                <a:ext cx="10244044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to the equation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+7=19</m:t>
                    </m:r>
                  </m:oMath>
                </a14:m>
                <a:r>
                  <a:rPr lang="en-US" sz="2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____ </a:t>
                </a:r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when this value is substituted for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equation is ________.</a:t>
                </a:r>
                <a:endParaRPr lang="en-US" sz="25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11" y="520394"/>
                <a:ext cx="10244044" cy="1246495"/>
              </a:xfrm>
              <a:prstGeom prst="rect">
                <a:avLst/>
              </a:prstGeom>
              <a:blipFill rotWithShape="0">
                <a:blip r:embed="rId3"/>
                <a:stretch>
                  <a:fillRect l="-1011" t="-4390" b="-1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8157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807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13.11.3 Guided Practice: Determining Which Values Make an Equation True or False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264" y="1660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58072" y="1386025"/>
                <a:ext cx="953188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From the specified set of integers, determine which, if any, make the equation true. Show your work.    </a:t>
                </a:r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18+7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−9,  −2,  4,  9,  11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3, 0, 10</m:t>
                        </m:r>
                      </m:e>
                    </m:d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072" y="1386025"/>
                <a:ext cx="9531888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959" t="-16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693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9326" y="-6534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13.11.4 Guided Instruction: Determining Values That Make an Inequality True or False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26" y="1419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/>
          <p:cNvGrpSpPr/>
          <p:nvPr/>
        </p:nvGrpSpPr>
        <p:grpSpPr>
          <a:xfrm>
            <a:off x="2519851" y="1239721"/>
            <a:ext cx="7196343" cy="1837702"/>
            <a:chOff x="2031300" y="3373599"/>
            <a:chExt cx="6629400" cy="1153683"/>
          </a:xfrm>
        </p:grpSpPr>
        <p:sp>
          <p:nvSpPr>
            <p:cNvPr id="10" name="Rectangle 9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031300" y="3373599"/>
              <a:ext cx="6629400" cy="1153683"/>
              <a:chOff x="0" y="-1"/>
              <a:chExt cx="6629400" cy="1153683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ounded Rectangle 14"/>
                  <p:cNvSpPr/>
                  <p:nvPr/>
                </p:nvSpPr>
                <p:spPr>
                  <a:xfrm>
                    <a:off x="0" y="-1"/>
                    <a:ext cx="6629400" cy="1153683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An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inequality</a:t>
                    </a:r>
                    <a:r>
                      <a:rPr lang="en-US" sz="20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is a mathematical relationship between two expressions that are not equal (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&lt;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&gt;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or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≠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) or are not always equal (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or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).</a:t>
                    </a:r>
                    <a:endParaRPr lang="en-US" sz="2000" i="1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5" name="Rounded 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1"/>
                    <a:ext cx="6629400" cy="1153683"/>
                  </a:xfrm>
                  <a:prstGeom prst="roundRect">
                    <a:avLst>
                      <a:gd name="adj" fmla="val 16667"/>
                    </a:avLst>
                  </a:prstGeom>
                  <a:blipFill rotWithShape="0">
                    <a:blip r:embed="rId5"/>
                    <a:stretch>
                      <a:fillRect r="-59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Group 15"/>
          <p:cNvGrpSpPr/>
          <p:nvPr/>
        </p:nvGrpSpPr>
        <p:grpSpPr>
          <a:xfrm>
            <a:off x="2519851" y="3947323"/>
            <a:ext cx="7196343" cy="1750964"/>
            <a:chOff x="2031300" y="3373599"/>
            <a:chExt cx="6629400" cy="1153683"/>
          </a:xfrm>
        </p:grpSpPr>
        <p:sp>
          <p:nvSpPr>
            <p:cNvPr id="17" name="Rectangle 16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2031300" y="3373599"/>
              <a:ext cx="6629400" cy="1153683"/>
              <a:chOff x="0" y="-1"/>
              <a:chExt cx="6629400" cy="115368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i="1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ounded Rectangle 19"/>
                  <p:cNvSpPr/>
                  <p:nvPr/>
                </p:nvSpPr>
                <p:spPr>
                  <a:xfrm>
                    <a:off x="0" y="-1"/>
                    <a:ext cx="6629400" cy="1153683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strict</a:t>
                    </a:r>
                    <a:r>
                      <a:rPr lang="en-US" sz="2000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inequality</a:t>
                    </a:r>
                    <a:r>
                      <a:rPr lang="en-US" sz="20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is a mathematical relationship between two expressions that are not equal. A strict inequality uses the symbols,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&lt;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&gt;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or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≠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.</a:t>
                    </a:r>
                    <a:r>
                      <a:rPr lang="en-US" sz="1600" i="1" dirty="0">
                        <a:solidFill>
                          <a:srgbClr val="6C993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a:t> </a:t>
                    </a:r>
                    <a:endParaRPr lang="en-US" sz="16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Rounded 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1"/>
                    <a:ext cx="6629400" cy="1153683"/>
                  </a:xfrm>
                  <a:prstGeom prst="roundRect">
                    <a:avLst>
                      <a:gd name="adj" fmla="val 16667"/>
                    </a:avLst>
                  </a:prstGeom>
                  <a:blipFill rotWithShape="0"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2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1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59370" y="520393"/>
                <a:ext cx="10423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evaluate the mathematical statement. Then determine if each inequality is true for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0" y="520393"/>
                <a:ext cx="1042392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643" t="-5172" r="-93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168764"/>
                  </p:ext>
                </p:extLst>
              </p:nvPr>
            </p:nvGraphicFramePr>
            <p:xfrm>
              <a:off x="2438403" y="1667309"/>
              <a:ext cx="7142203" cy="435133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335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97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497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922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Strict Inequality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Inequality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inequality is true?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13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78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13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168764"/>
                  </p:ext>
                </p:extLst>
              </p:nvPr>
            </p:nvGraphicFramePr>
            <p:xfrm>
              <a:off x="914402" y="1667309"/>
              <a:ext cx="7142203" cy="435133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33544"/>
                    <a:gridCol w="1949716"/>
                    <a:gridCol w="1949716"/>
                    <a:gridCol w="1609227"/>
                  </a:tblGrid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746" t="-2793" r="-338060" b="-300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84375" t="-2793" r="-183125" b="-300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184375" t="-2793" r="-83125" b="-300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inequality is true?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240" marR="5624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746" t="-102793" r="-338060" b="-2005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13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746" t="-203933" r="-338060" b="-101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</a:tr>
                  <a:tr h="10878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240" marR="56240" marT="0" marB="0" anchor="ctr">
                        <a:blipFill rotWithShape="0">
                          <a:blip r:embed="rId5"/>
                          <a:stretch>
                            <a:fillRect l="-746" t="-302235" r="-33806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>
                              <a:effectLst/>
                            </a:rPr>
                            <a:t> </a:t>
                          </a:r>
                          <a:endParaRPr lang="en-US" sz="13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500" dirty="0">
                              <a:effectLst/>
                            </a:rPr>
                            <a:t> </a:t>
                          </a:r>
                          <a:endParaRPr lang="en-US" sz="13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6240" marR="5624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5155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401218"/>
                <a:ext cx="83271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Answer the following.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127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means any number that is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" y="401217"/>
                <a:ext cx="8327136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805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1"/>
          <p:cNvSpPr/>
          <p:nvPr/>
        </p:nvSpPr>
        <p:spPr>
          <a:xfrm>
            <a:off x="3063162" y="1506614"/>
            <a:ext cx="1934713" cy="81597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smaller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larger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02574" y="1702625"/>
            <a:ext cx="5490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than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5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will make the inequality true.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7860" y="2528513"/>
            <a:ext cx="738089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List four numbers that are not integers that make the inequality true.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07766" y="3699842"/>
                <a:ext cx="8045211" cy="10587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Answer the following.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58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127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The inequality,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11≥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means any number that is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" y="3699841"/>
                <a:ext cx="8045211" cy="1058751"/>
              </a:xfrm>
              <a:prstGeom prst="rect">
                <a:avLst/>
              </a:prstGeom>
              <a:blipFill rotWithShape="0">
                <a:blip r:embed="rId5"/>
                <a:stretch>
                  <a:fillRect l="-833" t="-4598" b="-9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51"/>
          <p:cNvSpPr/>
          <p:nvPr/>
        </p:nvSpPr>
        <p:spPr>
          <a:xfrm>
            <a:off x="2961562" y="4876594"/>
            <a:ext cx="1934713" cy="81597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smaller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larger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02574" y="5032698"/>
            <a:ext cx="5628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than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-11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will make the inequality true.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0888" y="5909750"/>
            <a:ext cx="738089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List four numbers that are not integers that make the inequality true.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6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0798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39252" y="520393"/>
                <a:ext cx="1006416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determine if the inequality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16≥7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true for each value specified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52" y="520393"/>
                <a:ext cx="10064162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666" t="-5172" r="-787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332153"/>
                  </p:ext>
                </p:extLst>
              </p:nvPr>
            </p:nvGraphicFramePr>
            <p:xfrm>
              <a:off x="2734962" y="1825225"/>
              <a:ext cx="7213788" cy="438839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900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187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050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63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𝟏𝟔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inequality true?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08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16≥7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16≥−14−5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 ≥−19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9284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499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213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332153"/>
                  </p:ext>
                </p:extLst>
              </p:nvPr>
            </p:nvGraphicFramePr>
            <p:xfrm>
              <a:off x="1210962" y="1825224"/>
              <a:ext cx="7213788" cy="438839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90005"/>
                    <a:gridCol w="3718717"/>
                    <a:gridCol w="2405066"/>
                  </a:tblGrid>
                  <a:tr h="6233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559" t="-13725" r="-563128" b="-6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29460" t="-13725" r="-64975" b="-6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inequality true?</a:t>
                          </a:r>
                          <a:endParaRPr lang="en-US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00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559" t="-70303" r="-563128" b="-27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29460" t="-70303" r="-64975" b="-27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</a:tr>
                  <a:tr h="9928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559" t="-172393" r="-563128" b="-179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</a:tr>
                  <a:tr h="849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559" t="-317143" r="-563128" b="-10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</a:tr>
                  <a:tr h="9213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667" marR="45667" marT="0" marB="0" anchor="ctr">
                        <a:blipFill rotWithShape="0">
                          <a:blip r:embed="rId5"/>
                          <a:stretch>
                            <a:fillRect l="-559" t="-386755" r="-563128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45667" marR="4566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667" marR="45667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5509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74361" y="520393"/>
                <a:ext cx="10393944" cy="5652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Answer the following.</a:t>
                </a: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1363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Determine the integer(s) from the specified set that make the inequality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true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1363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+3+5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{−12, −5, 5, 16}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1363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When Diego substituted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+3+5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he stopped after writing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−16+3+5(16)≥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sPre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(16)−7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he said he knew it was true. When his teacher asked him how he knew, he said it was because the left side would be a positive number and the right side would be a negative number. </a:t>
                </a: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921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discuss how Diego knew the left side of the inequality would be a positive number and the right side of the inequality would be a negative number. 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61" y="520393"/>
                <a:ext cx="10393944" cy="5652317"/>
              </a:xfrm>
              <a:prstGeom prst="rect">
                <a:avLst/>
              </a:prstGeom>
              <a:blipFill rotWithShape="0">
                <a:blip r:embed="rId3"/>
                <a:stretch>
                  <a:fillRect l="-645" t="-647" r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7456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39252" y="520393"/>
                <a:ext cx="1006416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which values from the specified set make the inequality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false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699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12&lt;2(13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 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{−14, 0, 1, 9}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99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values from the specified set that make the inequality 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699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12&lt;2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false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__________________.  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52" y="520393"/>
                <a:ext cx="10064162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666" t="-966" r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01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59326" y="17525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13.11.5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26" y="17525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59325" y="1036173"/>
                <a:ext cx="1017304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determine if the inequality 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86 ≥17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−23</m:t>
                    </m:r>
                  </m:oMath>
                </a14:m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true or false for each integer value specified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325" y="1036173"/>
                <a:ext cx="10173041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659" t="-11207" b="-7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915925"/>
                  </p:ext>
                </p:extLst>
              </p:nvPr>
            </p:nvGraphicFramePr>
            <p:xfrm>
              <a:off x="2958498" y="2010707"/>
              <a:ext cx="5930131" cy="442192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459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068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772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5555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𝐚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𝟖𝟔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≥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𝟏𝟕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</a:t>
                          </a:r>
                        </a:p>
                      </a:txBody>
                      <a:tcPr marL="34158" marR="3415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915925"/>
                  </p:ext>
                </p:extLst>
              </p:nvPr>
            </p:nvGraphicFramePr>
            <p:xfrm>
              <a:off x="1434497" y="2010706"/>
              <a:ext cx="5930131" cy="442192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459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068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772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23077" r="-343396" b="-12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l="-51456" t="-23077" r="-76699" b="-12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</a:t>
                          </a:r>
                        </a:p>
                      </a:txBody>
                      <a:tcPr marL="34158" marR="3415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50000" r="-343396" b="-4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147692" r="-3433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247692" r="-34339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353125" r="-343396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191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58" marR="34158" marT="0" marB="0" anchor="ctr">
                        <a:blipFill>
                          <a:blip r:embed="rId6"/>
                          <a:stretch>
                            <a:fillRect t="-446154" r="-343396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34158" marR="34158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9326" y="-6758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13.11.6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26" y="1892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229193" y="1386025"/>
            <a:ext cx="99896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>
              <a:buFont typeface="+mj-lt"/>
              <a:buAutoNum type="arabicPeriod"/>
            </a:pP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question I still have after today’s lesson is …</a:t>
            </a:r>
          </a:p>
          <a:p>
            <a:pPr marL="45720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2" indent="-457200">
              <a:buFont typeface="+mj-lt"/>
              <a:buAutoNum type="arabicPeriod" startAt="2"/>
            </a:pP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am still unsure about …</a:t>
            </a:r>
          </a:p>
          <a:p>
            <a:pPr marL="457200" lvl="2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94085" y="520394"/>
            <a:ext cx="9554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>
              <a:buFont typeface="+mj-lt"/>
              <a:buAutoNum type="arabicPeriod" startAt="3"/>
            </a:pP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fill in this gap I intend to …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2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38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7323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1405</Words>
  <Application>Microsoft Office PowerPoint</Application>
  <PresentationFormat>Widescreen</PresentationFormat>
  <Paragraphs>272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1_Office Theme</vt:lpstr>
      <vt:lpstr>6th Grade Accelerated Math  Unit 13, Lesson 11  What Values Make an Equation or Inequality True?  Volume 2, pg. 320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31</cp:revision>
  <dcterms:created xsi:type="dcterms:W3CDTF">2015-03-17T18:51:18Z</dcterms:created>
  <dcterms:modified xsi:type="dcterms:W3CDTF">2022-07-02T04:32:06Z</dcterms:modified>
</cp:coreProperties>
</file>