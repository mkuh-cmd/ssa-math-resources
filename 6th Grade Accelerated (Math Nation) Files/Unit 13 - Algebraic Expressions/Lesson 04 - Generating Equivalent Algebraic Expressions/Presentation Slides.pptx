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20" r:id="rId12"/>
    <p:sldId id="321" r:id="rId13"/>
    <p:sldId id="302" r:id="rId14"/>
    <p:sldId id="303" r:id="rId15"/>
    <p:sldId id="309" r:id="rId16"/>
    <p:sldId id="336" r:id="rId17"/>
    <p:sldId id="306" r:id="rId18"/>
    <p:sldId id="307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B399C8"/>
    <a:srgbClr val="1F3165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7"/>
    <p:restoredTop sz="94695"/>
  </p:normalViewPr>
  <p:slideViewPr>
    <p:cSldViewPr snapToGrid="0">
      <p:cViewPr varScale="1">
        <p:scale>
          <a:sx n="79" d="100"/>
          <a:sy n="79" d="100"/>
        </p:scale>
        <p:origin x="39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066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6683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84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111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7932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4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Generating Equivalent Algebraic Expressions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280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33975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475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01944" y="1600200"/>
            <a:ext cx="87881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MA.6.AR.1.4 </a:t>
            </a:r>
          </a:p>
          <a:p>
            <a:pPr marL="46196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the properties of operations to generate equivalent algebraic expressions with integer coefficients.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6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42601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19161" y="1596390"/>
            <a:ext cx="994143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1325" y="-5144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63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1944" y="1600200"/>
            <a:ext cx="878811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apply properties of operations to generate equivalent expressions.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3443" y="-82003"/>
            <a:ext cx="95107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13.4.1 Warm-Up: Missing Number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144" y="1980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228725" y="4569384"/>
            <a:ext cx="98852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first number you tried for the missing number?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Did your first number work for the rest of the pattern?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strategy did you try if your first number did not work?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8302" y="883390"/>
            <a:ext cx="4798082" cy="3557457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572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3444" y="-913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13.4.2 Guided Instruction: Generating Equivalent Algebraic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144" y="1261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104591" y="1386025"/>
            <a:ext cx="9282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Consider the following expressions.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14786"/>
                  </p:ext>
                </p:extLst>
              </p:nvPr>
            </p:nvGraphicFramePr>
            <p:xfrm>
              <a:off x="2857343" y="1937815"/>
              <a:ext cx="6028690" cy="365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091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097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097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8∙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+8∙9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+9)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14786"/>
                  </p:ext>
                </p:extLst>
              </p:nvPr>
            </p:nvGraphicFramePr>
            <p:xfrm>
              <a:off x="1333343" y="1937815"/>
              <a:ext cx="6028690" cy="365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09140"/>
                    <a:gridCol w="2009775"/>
                    <a:gridCol w="2009775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5"/>
                          <a:stretch>
                            <a:fillRect r="-200000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5"/>
                          <a:stretch>
                            <a:fillRect l="-100000" r="-100000" b="-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0">
                          <a:blip r:embed="rId5"/>
                          <a:stretch>
                            <a:fillRect l="-200000" b="-1967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1667100" y="2455256"/>
            <a:ext cx="8281650" cy="1409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49263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of these expressions are equivalent?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61963" indent="-449263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61963" indent="-449263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property of operation justifies that the expressions are equivalent?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3000" y="4377404"/>
            <a:ext cx="8909976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two equivalent expressions. Name the property or properties you used to create each equivalent expression.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91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078964" y="288745"/>
            <a:ext cx="10034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For each expression, use the associative and commutative properties to generate an equivalent expression.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667624"/>
                  </p:ext>
                </p:extLst>
              </p:nvPr>
            </p:nvGraphicFramePr>
            <p:xfrm>
              <a:off x="2796540" y="1364219"/>
              <a:ext cx="6598920" cy="24531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48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93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371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Original 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 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79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+5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021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8∙(−1∙13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𝑑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667624"/>
                  </p:ext>
                </p:extLst>
              </p:nvPr>
            </p:nvGraphicFramePr>
            <p:xfrm>
              <a:off x="1272540" y="1364219"/>
              <a:ext cx="6598920" cy="24531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4845"/>
                    <a:gridCol w="2324735"/>
                    <a:gridCol w="2339340"/>
                  </a:tblGrid>
                  <a:tr h="6233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Original 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 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9495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14" t="-74359" r="-241509" b="-94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8802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14" t="-187586" r="-241509" b="-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100138" y="4079828"/>
                <a:ext cx="9785132" cy="20682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+3(10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distributive property.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+3(10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 of multiplication.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+3(10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 of addition.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38" y="4079828"/>
                <a:ext cx="9785132" cy="2068259"/>
              </a:xfrm>
              <a:prstGeom prst="rect">
                <a:avLst/>
              </a:prstGeom>
              <a:blipFill rotWithShape="0">
                <a:blip r:embed="rId5"/>
                <a:stretch>
                  <a:fillRect l="-685" t="-2059" b="-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137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057275" y="288746"/>
                <a:ext cx="1007745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Makayla and Soledad both rewrote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−5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h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+9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∙−14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 of multiplication. Verify that their expressions are equivalent by substituting a value in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Show your work in the table.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75" y="288746"/>
                <a:ext cx="10077450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665" t="-3593" r="-605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80137"/>
                  </p:ext>
                </p:extLst>
              </p:nvPr>
            </p:nvGraphicFramePr>
            <p:xfrm>
              <a:off x="2438400" y="1825626"/>
              <a:ext cx="7366958" cy="27981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834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4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3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Makayla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Soledad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95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−14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−5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h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h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∙−5+9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∙−14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95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h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 _________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h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 _________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05776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780137"/>
                  </p:ext>
                </p:extLst>
              </p:nvPr>
            </p:nvGraphicFramePr>
            <p:xfrm>
              <a:off x="914400" y="1825626"/>
              <a:ext cx="7366958" cy="27981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83479"/>
                    <a:gridCol w="3683479"/>
                  </a:tblGrid>
                  <a:tr h="373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Makayla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Soledad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09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31" t="-110294" r="-100165" b="-489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497" t="-110294" r="-331" b="-489706"/>
                          </a:stretch>
                        </a:blipFill>
                      </a:tcPr>
                    </a:tc>
                  </a:tr>
                  <a:tr h="4095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31" t="-213433" r="-100165" b="-3970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0497" t="-213433" r="-331" b="-397015"/>
                          </a:stretch>
                        </a:blipFill>
                      </a:tcPr>
                    </a:tc>
                  </a:tr>
                  <a:tr h="1605776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014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2190" y="-810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13.4.3 Try It: Writing Equivalent Algebraic Expressions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382" y="2798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432191" y="1386025"/>
                <a:ext cx="805252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Select the expressions that are equivalent to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+7)+(5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two equivalent algebraic expressions for each expression below.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191" y="1386025"/>
                <a:ext cx="8052522" cy="3785652"/>
              </a:xfrm>
              <a:prstGeom prst="rect">
                <a:avLst/>
              </a:prstGeom>
              <a:blipFill rotWithShape="0">
                <a:blip r:embed="rId4"/>
                <a:stretch>
                  <a:fillRect l="-833" t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4356" y="2269592"/>
            <a:ext cx="3149150" cy="18646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519851" y="5017788"/>
                <a:ext cx="2516843" cy="13301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a.  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4+9)·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i="1" dirty="0">
                  <a:latin typeface="Cambria Math" panose="02040503050406030204" pitchFamily="18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∙4</m:t>
                    </m:r>
                  </m:oMath>
                </a14:m>
                <a:endParaRPr lang="en-US" sz="2000" i="1" dirty="0">
                  <a:latin typeface="Cambria Math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+3−14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3(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9</m:t>
                        </m:r>
                      </m:e>
                    </m:sPre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−4)+7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850" y="5017788"/>
                <a:ext cx="2516843" cy="1330108"/>
              </a:xfrm>
              <a:prstGeom prst="rect">
                <a:avLst/>
              </a:prstGeom>
              <a:blipFill>
                <a:blip r:embed="rId7"/>
                <a:stretch>
                  <a:fillRect l="-2513" t="-38095"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33444" y="109222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144" y="109222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653176" y="1386026"/>
                <a:ext cx="914168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students in Ms.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Justino’s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class are writing expressions for the perimeter of a rectangle of side length,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 and width,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𝑤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expressions for four students are in the table.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76" y="1386026"/>
                <a:ext cx="9141680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733" t="-3593" r="-33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43C3047-8B10-204C-92D0-EE1CE0521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850" y="2674730"/>
            <a:ext cx="8019300" cy="272406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1114425" y="398474"/>
            <a:ext cx="9963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Ms.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Justino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told the group that one of the expressions is not equivalent. Write a short explanation to the student to show why their expression is not equivalent to the other expressions.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8112" y="1684650"/>
            <a:ext cx="6135777" cy="4502513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914400" y="398474"/>
            <a:ext cx="1036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Match equivalent expressions by drawing an arrow. If an expression does not have a match, write an equivalent expression to match it in one of the blank boxes provided.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490665"/>
                  </p:ext>
                </p:extLst>
              </p:nvPr>
            </p:nvGraphicFramePr>
            <p:xfrm>
              <a:off x="2881582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A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−8(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−8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∙3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(8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∙−3)∙2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(3+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)+2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2+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490665"/>
                  </p:ext>
                </p:extLst>
              </p:nvPr>
            </p:nvGraphicFramePr>
            <p:xfrm>
              <a:off x="1357582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/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A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7" t="-90667" r="-434" b="-404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7" t="-190667" r="-434" b="-304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7" t="-286842" r="-434" b="-200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7" t="-392000" r="-434" b="-102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7" t="-492000" r="-434" b="-2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4014707"/>
                  </p:ext>
                </p:extLst>
              </p:nvPr>
            </p:nvGraphicFramePr>
            <p:xfrm>
              <a:off x="6285781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B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2+(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3∙−8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−24−8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4014707"/>
                  </p:ext>
                </p:extLst>
              </p:nvPr>
            </p:nvGraphicFramePr>
            <p:xfrm>
              <a:off x="4761781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/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B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17" t="-90667" r="-435" b="-404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17" t="-286842" r="-435" b="-200000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17" t="-392000" r="-435" b="-102667"/>
                          </a:stretch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931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60482" y="-5641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13.4.5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107" y="232781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133427" y="1386026"/>
                <a:ext cx="101811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Tangela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was asked to circle all of the expressions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Her work is shown below.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427" y="1386026"/>
                <a:ext cx="10181178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659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9416" y="2852360"/>
            <a:ext cx="7569200" cy="1193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28725" y="4189057"/>
            <a:ext cx="10076334" cy="206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49263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if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Tangela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correctly identified all of the equivalent expressions. If she is missing an expression, circle the expression(s) she is missing.</a:t>
            </a:r>
          </a:p>
          <a:p>
            <a:pPr marL="461963" indent="-449263">
              <a:lnSpc>
                <a:spcPct val="107000"/>
              </a:lnSpc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61963" indent="-449263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If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Tangela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made an error, then explain her error and list the equivalent expressions.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206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028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797</Words>
  <Application>Microsoft Office PowerPoint</Application>
  <PresentationFormat>Widescreen</PresentationFormat>
  <Paragraphs>130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Accelerated Math  Unit 13, Lesson 4  Generating Equivalent Algebraic Expressions  Volume 2, pg. 280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21</cp:revision>
  <dcterms:created xsi:type="dcterms:W3CDTF">2015-03-17T18:51:18Z</dcterms:created>
  <dcterms:modified xsi:type="dcterms:W3CDTF">2022-07-02T04:21:56Z</dcterms:modified>
</cp:coreProperties>
</file>