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36" r:id="rId10"/>
    <p:sldId id="342" r:id="rId11"/>
    <p:sldId id="343" r:id="rId12"/>
    <p:sldId id="314" r:id="rId13"/>
    <p:sldId id="315" r:id="rId14"/>
    <p:sldId id="332" r:id="rId15"/>
    <p:sldId id="323" r:id="rId16"/>
    <p:sldId id="324" r:id="rId17"/>
    <p:sldId id="337" r:id="rId18"/>
    <p:sldId id="302" r:id="rId19"/>
    <p:sldId id="303" r:id="rId20"/>
    <p:sldId id="306" r:id="rId21"/>
    <p:sldId id="30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/>
    <p:restoredTop sz="94695"/>
  </p:normalViewPr>
  <p:slideViewPr>
    <p:cSldViewPr snapToGrid="0">
      <p:cViewPr varScale="1">
        <p:scale>
          <a:sx n="79" d="100"/>
          <a:sy n="79" d="100"/>
        </p:scale>
        <p:origin x="86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7535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2272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5192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030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4540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the Area of Composite Figures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338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51590" y="197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090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51590" y="1600200"/>
            <a:ext cx="90888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MA.7.GR.1.2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or real–world problems involving the areas of polygons or composite figures by decomposing them into triangles or quadrilaterals.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181" y="2426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79831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79831" y="1596390"/>
            <a:ext cx="982009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91600" y="7147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38" y="36067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12219" y="1600200"/>
            <a:ext cx="876756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decompose composite figures into triangles and quadrilaterals to find the area.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4957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7.8.1 Warm-Up: Math Fail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605" y="22484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44957" y="1386025"/>
            <a:ext cx="89426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advertisement below is for the sale of colored strands for braids to raise money for a Stop Drug Abuse campaign.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what the math fail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is in the advertisement. 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-22577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1319641B-6FC6-BF4C-87EE-E470889EE1D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2102" y="2081404"/>
            <a:ext cx="2967217" cy="4119196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977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43719" y="-859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7.8.2 Guided Instruction: Finding the Area of Polygons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419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1290181" y="2383494"/>
            <a:ext cx="97623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floorplan is shown. All segment lengths are in inches (in.).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decompose the floorplan into triangles and quadrilaterals. 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the floorplan. Show your work.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Graphical user interface, text, chat or text message&#10;&#10;Description automatically generated">
            <a:extLst>
              <a:ext uri="{FF2B5EF4-FFF2-40B4-BE49-F238E27FC236}">
                <a16:creationId xmlns:a16="http://schemas.microsoft.com/office/drawing/2014/main" id="{BCA8DA32-15F8-B14E-9094-BEDB53F3FF2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4340" y="1239721"/>
            <a:ext cx="6243320" cy="1011848"/>
          </a:xfrm>
          <a:prstGeom prst="rect">
            <a:avLst/>
          </a:prstGeom>
          <a:effectLst>
            <a:outerShdw blurRad="50800" dist="50800" dir="5400000" sx="101034" sy="101034" algn="ctr" rotWithShape="0">
              <a:srgbClr val="000000">
                <a:alpha val="18380"/>
              </a:srgbClr>
            </a:outerShdw>
            <a:softEdge rad="71333"/>
          </a:effectLst>
        </p:spPr>
      </p:pic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479D75B8-3A0A-D442-A62E-60C029F3CC0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2150" y="2754630"/>
            <a:ext cx="3187700" cy="202091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9481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64921" y="520394"/>
            <a:ext cx="91699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A polygon inscribed inside a rectangle is shown on the grid. Each grid line is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unit.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0957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a. Complete the table.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C1792CEE-1E18-6045-BED6-6D45011AD8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2972" y="982058"/>
            <a:ext cx="3904348" cy="5416326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2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02707" y="520393"/>
            <a:ext cx="9737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b. The same polygon is shown on the grid. Each grid line is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unit.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-29251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, radar chart&#10;&#10;Description automatically generated">
            <a:extLst>
              <a:ext uri="{FF2B5EF4-FFF2-40B4-BE49-F238E27FC236}">
                <a16:creationId xmlns:a16="http://schemas.microsoft.com/office/drawing/2014/main" id="{B4524CC9-ABB0-334C-80DD-D0269527A9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4615" y="933638"/>
            <a:ext cx="4776470" cy="5266963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6803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77863" y="520394"/>
            <a:ext cx="95869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indent="-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c. Discuss with your partner the different possible methods of finding the area of the blue polygon. List one strength of each method.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5504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2611" y="60325"/>
            <a:ext cx="100938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7.8.3 Collaboration: Area of a Polygon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803" y="31069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139869" y="1386025"/>
            <a:ext cx="9247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 A polygon is shown on grid paper. Each grid line is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</a:t>
            </a: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unit.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E3B66908-2FB0-ED44-B8CD-914556411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016" y="1814375"/>
            <a:ext cx="4025900" cy="3657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E62FB4-C89A-C84B-A4DD-6F825E572478}"/>
              </a:ext>
            </a:extLst>
          </p:cNvPr>
          <p:cNvSpPr txBox="1"/>
          <p:nvPr/>
        </p:nvSpPr>
        <p:spPr>
          <a:xfrm>
            <a:off x="1640911" y="1965961"/>
            <a:ext cx="43270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Decompose the polygon into triangles and quadrilaterals. </a:t>
            </a:r>
          </a:p>
          <a:p>
            <a:pPr marL="457200" indent="-457200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 your decomposition with your partner. List at least one similarity and one difference.</a:t>
            </a: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27550" y="520393"/>
            <a:ext cx="96325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indent="-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Taahira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decomposed the polygon into 7 pieces using 3 different shapes, as shown. Each grid line is 1</a:t>
            </a: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unit.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find the area of each shape and the total area of the polygon.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id="{2610AB47-6021-CD45-9D12-F53210E8FC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867"/>
          <a:stretch/>
        </p:blipFill>
        <p:spPr>
          <a:xfrm>
            <a:off x="7109460" y="2151610"/>
            <a:ext cx="3368040" cy="2914583"/>
          </a:xfrm>
          <a:prstGeom prst="rect">
            <a:avLst/>
          </a:prstGeom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8A21455B-A109-7D49-91EE-1296A6402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130" y="2797810"/>
            <a:ext cx="5181600" cy="245110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44397" y="0"/>
            <a:ext cx="96721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7.8.4 Guided Practice: Decomposing Composite Figures to Find Area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589" y="21115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1344397" y="1461351"/>
            <a:ext cx="965387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polygon is shown on a grid. Each grid line is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</a:t>
            </a: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unit. 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the polygon.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190EEC55-8DAE-0149-9BE6-0F3FF4A3AD3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8160" y="1976403"/>
            <a:ext cx="4314190" cy="2248543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39660" y="520393"/>
            <a:ext cx="102633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A polygon is shown with the given measurements in meters (m).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the composite figure?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6B82E0C0-A978-D540-A0D5-AA147E4E2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938" y="1129702"/>
            <a:ext cx="1998125" cy="2567035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43719" y="101346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7.8.5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419" y="101346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1340285" y="1142185"/>
            <a:ext cx="9938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Find the area of the polygon. Lengths are shown in millimeters (mm).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9874AD1F-6F15-8A4F-9A00-2190A7C01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3150" y="1947230"/>
            <a:ext cx="5092700" cy="306070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59419" y="-7515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7.8.6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720" y="18247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428020" y="1386025"/>
            <a:ext cx="95919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an X on the number in the emoji scale that indicates your understanding in relation to today’s learning target. 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037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decompose composite figures into triangles and              quadrilaterals to find the area.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Provide evidence to explain your self-assessment.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C6F756E2-9734-7A4B-9785-5D31E782A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150" y="2986916"/>
            <a:ext cx="5219700" cy="1469896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926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8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673</Words>
  <Application>Microsoft Office PowerPoint</Application>
  <PresentationFormat>Widescreen</PresentationFormat>
  <Paragraphs>130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Unit 7, Lesson 8  Finding the Area of Composite Figures  Volume 1, pg. 338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21</cp:revision>
  <dcterms:created xsi:type="dcterms:W3CDTF">2015-03-17T18:51:18Z</dcterms:created>
  <dcterms:modified xsi:type="dcterms:W3CDTF">2022-06-29T19:35:17Z</dcterms:modified>
</cp:coreProperties>
</file>