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36" r:id="rId10"/>
    <p:sldId id="342" r:id="rId11"/>
    <p:sldId id="323" r:id="rId12"/>
    <p:sldId id="324" r:id="rId13"/>
    <p:sldId id="337" r:id="rId14"/>
    <p:sldId id="343" r:id="rId15"/>
    <p:sldId id="314" r:id="rId16"/>
    <p:sldId id="315" r:id="rId17"/>
    <p:sldId id="332" r:id="rId18"/>
    <p:sldId id="344" r:id="rId19"/>
    <p:sldId id="345" r:id="rId20"/>
    <p:sldId id="346" r:id="rId21"/>
    <p:sldId id="302" r:id="rId22"/>
    <p:sldId id="303" r:id="rId23"/>
    <p:sldId id="340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80"/>
    <p:restoredTop sz="94695"/>
  </p:normalViewPr>
  <p:slideViewPr>
    <p:cSldViewPr snapToGrid="0">
      <p:cViewPr varScale="1">
        <p:scale>
          <a:sx n="79" d="100"/>
          <a:sy n="79" d="100"/>
        </p:scale>
        <p:origin x="2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4105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4656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6755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6369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0658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0565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0223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3282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284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68756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318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Area of Composite Figures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326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71918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418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981200" y="1600200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MA.6.GR.2.2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area of quadrilaterals and composite figures by decomposing them into triangles or rectangles.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369" y="3573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48019" y="11467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48019" y="1596390"/>
            <a:ext cx="856278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6637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10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331510" y="1600200"/>
            <a:ext cx="95289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area of composite figures.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find the value of a missing dimension for a quadrilateral or a composite figure.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6191" y="825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7.6.1 Warm-Up: Closest to Six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891" y="3245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46191" y="1386026"/>
            <a:ext cx="9555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Use the digits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 0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9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at most one time each, to fill in ordered pairs for all three points, such that the area of Triangle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𝐴BC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closest to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6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square units.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3711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41E87-5C6D-BB43-AC79-3ADFA66D9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140" y="2583864"/>
            <a:ext cx="5887720" cy="3023186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951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E33707-60CB-BC4E-ABC5-C39FFE660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658" y="4611142"/>
            <a:ext cx="4967093" cy="2246859"/>
          </a:xfrm>
          <a:prstGeom prst="rect">
            <a:avLst/>
          </a:prstGeom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20637" y="-5612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7.6.2 Guided Instruction: Area of Composite Figures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337" y="15113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416375" y="2417538"/>
            <a:ext cx="63777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Jackson and Danna were instructed to find the area of the composite figure below. The length of each square is 1 centimeter (cm).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15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540BB9-821C-9C4B-A395-8722AADBFA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003"/>
          <a:stretch/>
        </p:blipFill>
        <p:spPr>
          <a:xfrm>
            <a:off x="3297991" y="1239722"/>
            <a:ext cx="5596018" cy="94777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1445"/>
              </a:srgbClr>
            </a:outerShdw>
            <a:softEdge rad="31998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57E8BE-609F-B34A-A07E-8ECF96D4C25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3793" y="2364186"/>
            <a:ext cx="1760436" cy="15201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22E59E-50F8-B641-9C37-E6E3A65ACB98}"/>
              </a:ext>
            </a:extLst>
          </p:cNvPr>
          <p:cNvSpPr txBox="1"/>
          <p:nvPr/>
        </p:nvSpPr>
        <p:spPr>
          <a:xfrm>
            <a:off x="1320637" y="3988526"/>
            <a:ext cx="8807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Both Jackson and Danna decomposed the figure, but their teacher noticed they each decomposed it differently. </a:t>
            </a:r>
          </a:p>
          <a:p>
            <a:endParaRPr lang="en-US" dirty="0"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4147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9233" y="520393"/>
            <a:ext cx="10004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about each student’s work. Include units. 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find the area of the composite figure, find the sum of the areas of the rectangles for each student. Include units.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-6425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1314DF-026A-3444-8E17-B5826AB28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162" y="1134835"/>
            <a:ext cx="5569676" cy="20615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950771-3142-4247-922D-510EA0C0D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573" y="4458007"/>
            <a:ext cx="4000500" cy="18796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197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39252" y="520393"/>
            <a:ext cx="10064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Explain why both students got the same area of the composite shape.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3C68B4-DDD9-3244-ADFE-4B42225E9A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8" t="2485"/>
          <a:stretch/>
        </p:blipFill>
        <p:spPr>
          <a:xfrm>
            <a:off x="2873325" y="5065232"/>
            <a:ext cx="6445351" cy="892472"/>
          </a:xfrm>
          <a:prstGeom prst="rect">
            <a:avLst/>
          </a:prstGeom>
          <a:effectLst>
            <a:outerShdw blurRad="50800" dist="50800" dir="5400000" sx="101510" sy="101510" algn="ctr" rotWithShape="0">
              <a:srgbClr val="000000">
                <a:alpha val="28000"/>
              </a:srgbClr>
            </a:outerShdw>
            <a:softEdge rad="31204"/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2348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839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90656" y="1227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7.6.3 Guided Practice: Area of Composite Figures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0848" y="17830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290656" y="1386025"/>
            <a:ext cx="986672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composite shape is shown. The length of each square is 1 inch (in). 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87363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lines to decompose the figure into rectangles and/or triangles.</a:t>
            </a:r>
          </a:p>
          <a:p>
            <a:pPr marL="914400" indent="-487363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87363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87363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each rectangle and/or triangle. Include units.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2D7D38-00F8-A546-A986-FF07C2401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64" y="1795891"/>
            <a:ext cx="2678771" cy="1980581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6486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54243" y="3122192"/>
            <a:ext cx="92937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 Find the sum of the areas of the rectangles and/or triangles to find the area of the composite figure. Include units. </a:t>
            </a:r>
          </a:p>
          <a:p>
            <a:pPr marL="354013" indent="-35401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5401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5401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5401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5401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5401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54013" indent="-3540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d. Find a classmate who decomposed the shape differently than you did. Describe their process.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C2DCB4-770D-41BA-804B-677BDDECC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669" y="576025"/>
            <a:ext cx="2678771" cy="1980581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861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84223" y="520394"/>
            <a:ext cx="99742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Thomas has decided to put grass sod in his backyard. A drawing of his backyard is shown.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much sod does Thomas need to buy?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5A9D6E-089B-994A-AF87-53109A72E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650" y="1367425"/>
            <a:ext cx="3822700" cy="205740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4757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3081" y="1234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7.6.4 Collaboration: Finding a Missing Value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273" y="30029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443081" y="1386025"/>
            <a:ext cx="9634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Complete the table by filling in the blanks for the following math facts.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064CDD-D38C-E44A-A904-E8C87061F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038" y="2208075"/>
            <a:ext cx="5233924" cy="3379695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44184" y="520394"/>
            <a:ext cx="9854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With your partner, use the previous math facts to find the missing dimensions of the quadrilaterals. All measurements are in centimeters (cm).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892B33-B8E6-614A-99CD-BFA1F5E62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888" y="1690370"/>
            <a:ext cx="7120224" cy="3850894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2548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1968" y="-2744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7.6.5 Guided Practice: Finding the Value of the Missing Dimension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160" y="13857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251968" y="1386025"/>
                <a:ext cx="598703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Xavier is painting the back wall of a dollhouse. He knows the back wall of the dollhouse has an area of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6.875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feet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ft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968" y="1386025"/>
                <a:ext cx="5987032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1119" t="-2239" r="-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5BF16-3140-4349-96DD-5A898FC2702A}"/>
              </a:ext>
            </a:extLst>
          </p:cNvPr>
          <p:cNvSpPr txBox="1"/>
          <p:nvPr/>
        </p:nvSpPr>
        <p:spPr>
          <a:xfrm>
            <a:off x="1678898" y="3319273"/>
            <a:ext cx="80289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triangular top? Include units.</a:t>
            </a:r>
          </a:p>
          <a:p>
            <a:pPr marL="457200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rectangular base? Include units.</a:t>
            </a:r>
          </a:p>
          <a:p>
            <a:pPr marL="457200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height, 𝑔, of the rectangular base? Include units.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E874D-92BA-A24C-89CB-F3118EFF7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2864" y="1252665"/>
            <a:ext cx="1815016" cy="1897936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427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59370" y="520393"/>
                <a:ext cx="10423926" cy="734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The area of the composite figure is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84</a:t>
                </a:r>
                <a:r>
                  <a:rPr lang="el-G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inches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in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Find the missing dimension. Include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70" y="520393"/>
                <a:ext cx="10423926" cy="734240"/>
              </a:xfrm>
              <a:prstGeom prst="rect">
                <a:avLst/>
              </a:prstGeom>
              <a:blipFill rotWithShape="0">
                <a:blip r:embed="rId3"/>
                <a:stretch>
                  <a:fillRect l="-585" t="-4132" b="-9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7D2ECA-18A6-DB4C-8567-CEC0F9551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04" y="1608725"/>
            <a:ext cx="2273300" cy="181610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3021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2029" y="64122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7.6.6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29" y="64122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304144" y="1081276"/>
                <a:ext cx="9169192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composite figure, find the area, in square feet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ft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Show your work.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44" y="1081276"/>
                <a:ext cx="9169192" cy="3477875"/>
              </a:xfrm>
              <a:prstGeom prst="rect">
                <a:avLst/>
              </a:prstGeom>
              <a:blipFill rotWithShape="0">
                <a:blip r:embed="rId4"/>
                <a:stretch>
                  <a:fillRect l="-731" t="-876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-4613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6061F5-E21F-AC41-9698-E3A1EB795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9035" y="2041346"/>
            <a:ext cx="1102995" cy="1960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C27814-07A2-D148-8A7D-4A60BE933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4235" y="4535639"/>
            <a:ext cx="2714420" cy="1813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4CD08B-D051-3D46-A2AD-19EF3C2C10F8}"/>
              </a:ext>
            </a:extLst>
          </p:cNvPr>
          <p:cNvSpPr txBox="1"/>
          <p:nvPr/>
        </p:nvSpPr>
        <p:spPr>
          <a:xfrm>
            <a:off x="6630878" y="2538603"/>
            <a:ext cx="42007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_______________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_______________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34321" y="520393"/>
                <a:ext cx="10274024" cy="734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3. The area of the composite figure is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87.5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yards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yd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Find the value of the missing dimension. Include units.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21" y="520393"/>
                <a:ext cx="10274024" cy="734240"/>
              </a:xfrm>
              <a:prstGeom prst="rect">
                <a:avLst/>
              </a:prstGeom>
              <a:blipFill rotWithShape="0">
                <a:blip r:embed="rId3"/>
                <a:stretch>
                  <a:fillRect l="-653" t="-4132" b="-9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81D4BC-03C9-2F40-9967-C3CCC2E57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010" y="1343914"/>
            <a:ext cx="3975100" cy="290830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7468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85410" y="-6470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7.6.7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960" y="1681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85410" y="1386026"/>
            <a:ext cx="890217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based about today’s lesson.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am still unsure about …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____________________________________________ 	____________________________________________ 	____________________________________________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question I still have about today’s lesson is …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____________________________________________ 	____________________________________________ 	____________________________________________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881</Words>
  <Application>Microsoft Office PowerPoint</Application>
  <PresentationFormat>Widescreen</PresentationFormat>
  <Paragraphs>165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 Unit 7, Lesson 6  Area of Composite Figures  Volume 1, pg. 326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21</cp:revision>
  <dcterms:created xsi:type="dcterms:W3CDTF">2015-03-17T18:51:18Z</dcterms:created>
  <dcterms:modified xsi:type="dcterms:W3CDTF">2022-06-29T19:33:24Z</dcterms:modified>
</cp:coreProperties>
</file>