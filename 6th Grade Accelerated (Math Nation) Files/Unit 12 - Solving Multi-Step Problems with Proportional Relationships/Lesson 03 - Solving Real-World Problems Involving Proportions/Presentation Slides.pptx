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5" r:id="rId4"/>
    <p:sldId id="286" r:id="rId5"/>
    <p:sldId id="261" r:id="rId6"/>
    <p:sldId id="287" r:id="rId7"/>
    <p:sldId id="372" r:id="rId8"/>
    <p:sldId id="373" r:id="rId9"/>
    <p:sldId id="374" r:id="rId10"/>
    <p:sldId id="375" r:id="rId11"/>
    <p:sldId id="379" r:id="rId12"/>
    <p:sldId id="380" r:id="rId13"/>
    <p:sldId id="376" r:id="rId14"/>
    <p:sldId id="377" r:id="rId15"/>
    <p:sldId id="378" r:id="rId16"/>
    <p:sldId id="381" r:id="rId17"/>
    <p:sldId id="302" r:id="rId18"/>
    <p:sldId id="303" r:id="rId19"/>
    <p:sldId id="306" r:id="rId20"/>
    <p:sldId id="307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98"/>
    <p:restoredTop sz="94695"/>
  </p:normalViewPr>
  <p:slideViewPr>
    <p:cSldViewPr snapToGrid="0">
      <p:cViewPr varScale="1">
        <p:scale>
          <a:sx n="79" d="100"/>
          <a:sy n="79" d="100"/>
        </p:scale>
        <p:origin x="50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4131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0544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0904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62885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0641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00935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78558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08684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84436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34926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3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Real-World Problems Involving Proportions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224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692057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55177" y="203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677" y="2378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417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9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455177" y="1600200"/>
            <a:ext cx="928164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MA.7.AR.3.2 </a:t>
            </a:r>
          </a:p>
          <a:p>
            <a:pPr marL="468313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Apply previous understanding of ratios to solve real-world problems involving proportions.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759" y="35844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504409" y="115812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27059" y="1596390"/>
            <a:ext cx="992564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417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9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16178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016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481316" y="1498651"/>
            <a:ext cx="922936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solve problems using proportions. 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417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9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417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9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28359" y="6870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12.3.1 Warm-Up: Proportions with Fractions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59" y="20586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328359" y="1386026"/>
            <a:ext cx="97913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Place a digit in each blue box to make the equality statement true. Use only digits 1 to 9, at most one time each.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2530" y="2800543"/>
            <a:ext cx="2522220" cy="3258276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7417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9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98631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417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9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692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67759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12.3.2 Exploration: Which Information Should I Use?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1626" y="339457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1463880" y="1386026"/>
                <a:ext cx="9520272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Elena is making large batches of fruit punch and marinated chicken for her upcoming family reunion.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She makes fruit punch by mixing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parts cranberry juice 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parts apple juice.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statement to explain what this means by writing numbers in each blank.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831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Regardless of the unit she uses to measure, Elena will use a ratio of cranberry to apple juice that is _____ to _____. For example, if she is measuring in cups, she would add _____ cups of apple juice for every _____ cups of cranberry juice she adds.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80" y="1386026"/>
                <a:ext cx="9520272" cy="4093428"/>
              </a:xfrm>
              <a:prstGeom prst="rect">
                <a:avLst/>
              </a:prstGeom>
              <a:blipFill rotWithShape="0">
                <a:blip r:embed="rId4"/>
                <a:stretch>
                  <a:fillRect l="-704" t="-744" b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7417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9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7390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97527" y="520394"/>
                <a:ext cx="10347612" cy="4312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Elena plans to make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40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cups of fruit punch. Work with your partner to complete the proportion that could be used to find how much apple juice she needs for the fruit punch,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  <m:t>        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  <m:t>   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 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  <m:t>𝑎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does the numerator of each ratio represent in the proportion?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does the denominator of each ratio represent in the proportion?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527" y="520394"/>
                <a:ext cx="10347612" cy="4312784"/>
              </a:xfrm>
              <a:prstGeom prst="rect">
                <a:avLst/>
              </a:prstGeom>
              <a:blipFill rotWithShape="0">
                <a:blip r:embed="rId3"/>
                <a:stretch>
                  <a:fillRect l="-648" t="-847"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417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9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1253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205345" y="520394"/>
                <a:ext cx="9931976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did you use the values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determine the numerator and denominator of the first ratio?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much apple juice will Elena need to make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40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cups of fruit punch?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345" y="520394"/>
                <a:ext cx="9931976" cy="3170099"/>
              </a:xfrm>
              <a:prstGeom prst="rect">
                <a:avLst/>
              </a:prstGeom>
              <a:blipFill rotWithShape="0">
                <a:blip r:embed="rId3"/>
                <a:stretch>
                  <a:fillRect l="-675" t="-1154" b="-2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417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9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4547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52945" y="520393"/>
                <a:ext cx="10236776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chicken marinade recipe she uses says, “Mix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parts oil 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parts soy sauce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part orange juice.” Elena needs to make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13.5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cups of marinade for the amount of chicken she’s marinating.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Create a proportion that could be used to find the amount of oil Elena needs for the recipe.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Elena is scaling the recipe up to make a larger batch. By what scale factor is Elena enlarging the recipe? Explain or show how you know.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could this scale factor be used to determine how many cups of each ingredient she needs to make the marinade?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945" y="520393"/>
                <a:ext cx="10236776" cy="4401205"/>
              </a:xfrm>
              <a:prstGeom prst="rect">
                <a:avLst/>
              </a:prstGeom>
              <a:blipFill rotWithShape="0">
                <a:blip r:embed="rId3"/>
                <a:stretch>
                  <a:fillRect l="-655" t="-693" r="-1429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417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9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5069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77636" y="520394"/>
                <a:ext cx="9987394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10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summary by writing numbers on each blank based on the situation.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831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she’s measuring in cups, Elena can make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cups of marinade using the original recipe. She is scaling the recipe up by a scale factor of _____ to make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13.5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cups of marinade. To do this, she will mix _____ cups of oil with _____ cups of soy sauce and _____ cups of orange juice.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636" y="520394"/>
                <a:ext cx="9987394" cy="2554545"/>
              </a:xfrm>
              <a:prstGeom prst="rect">
                <a:avLst/>
              </a:prstGeom>
              <a:blipFill rotWithShape="0">
                <a:blip r:embed="rId3"/>
                <a:stretch>
                  <a:fillRect l="-671" t="-1432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417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9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076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3200"/>
            <a:ext cx="2731200" cy="6871074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417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9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4603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68000" y="-82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12.3.3 Bring It Together: Proportions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997527" y="1386026"/>
            <a:ext cx="1045297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Recall that ratios can be used to describe part-to-part relationships or part-to-whole relationships. </a:t>
            </a:r>
          </a:p>
          <a:p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When setting up proportions to solve problems, it’s important to first determine which quantities need to be compared to find the missing value.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C83A8687-31CC-0249-9695-539B96DF0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278" y="10467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0372269"/>
                  </p:ext>
                </p:extLst>
              </p:nvPr>
            </p:nvGraphicFramePr>
            <p:xfrm>
              <a:off x="2269044" y="2418985"/>
              <a:ext cx="7909944" cy="20116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00478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0515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822960">
                    <a:tc gridSpan="2"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Situation: </a:t>
                          </a: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Elena’s fruit punch recipe uses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parts cranberry juice for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parts apple juice.</a:t>
                          </a:r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Part-to-Part Example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Part-to-Whole Example</a:t>
                          </a:r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The ratio of cranberry juice to apple juice is 5:3.</a:t>
                          </a:r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The ratio of cranberry juice to total fruit punch is 5:8.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0372269"/>
                  </p:ext>
                </p:extLst>
              </p:nvPr>
            </p:nvGraphicFramePr>
            <p:xfrm>
              <a:off x="745044" y="2418985"/>
              <a:ext cx="7909944" cy="20116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004785"/>
                    <a:gridCol w="3905159"/>
                  </a:tblGrid>
                  <a:tr h="82296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77" t="-741" r="-154" b="-15629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Part-to-Part Example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Part-to-Whole Example</a:t>
                          </a:r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The ratio of cranberry juice to apple juice is 5:3.</a:t>
                          </a:r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The ratio of cranberry juice to total fruit punch is 5:8.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7417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9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8592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2831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2007765" y="520393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6294180"/>
                  </p:ext>
                </p:extLst>
              </p:nvPr>
            </p:nvGraphicFramePr>
            <p:xfrm>
              <a:off x="2283170" y="1121783"/>
              <a:ext cx="7769806" cy="448233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1968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5011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255301">
                    <a:tc gridSpan="2"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Situation:</a:t>
                          </a: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 teacher is planning a field trip to the aquarium. The aquarium requires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chaperones for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15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students. The teacher plans accordingly and orders a total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85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tickets.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55515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Set up a proportion that can be used to determine the number of students the teacher is planning to have on the field trip.</a:t>
                          </a:r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540879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Set up a proportion that can be used to determine the number of chaperones the teacher is planning to have on the field trip. </a:t>
                          </a:r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6294180"/>
                  </p:ext>
                </p:extLst>
              </p:nvPr>
            </p:nvGraphicFramePr>
            <p:xfrm>
              <a:off x="759170" y="1121783"/>
              <a:ext cx="7769806" cy="456590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19687"/>
                    <a:gridCol w="3950119"/>
                  </a:tblGrid>
                  <a:tr h="1304544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78" t="-6542" r="-157" b="-2598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163068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Set up a proportion that can be used to determine the number of students the teacher is planning to have on the field trip.</a:t>
                          </a:r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63068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Set up a proportion that can be used to determine the number of chaperones the teacher is planning to have on the field trip. </a:t>
                          </a:r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417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9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3576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80655" y="520394"/>
            <a:ext cx="1018135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Solve only one of the proportions above.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Explain how the solution to the proportion can be used to determine both the number of student tickets and the number of chaperone tickets the teacher ordered.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417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9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9098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7417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9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68297" y="30350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12.3.4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997" y="30350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468297" y="1386026"/>
                <a:ext cx="9511438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Solve each problem using proportional reasoning. Show your work.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recipe for salad dressing calls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parts oil for every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part vinegar. How much oil is needed to make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19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teaspoons (tsp) of salad dressing?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grocer can buy strawberries from a local farmer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$1.38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per pound (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lb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). His last strawberry order cost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$241.50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How many pounds did the grocer order?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Andre and Han are moving boxes. Andre can move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boxes every half hour. Han can move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boxes every half hour. How long will it take Andre and Han to move all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72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boxes?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297" y="1386026"/>
                <a:ext cx="9511438" cy="4093428"/>
              </a:xfrm>
              <a:prstGeom prst="rect">
                <a:avLst/>
              </a:prstGeom>
              <a:blipFill rotWithShape="0">
                <a:blip r:embed="rId4"/>
                <a:stretch>
                  <a:fillRect l="-705" t="-744" r="-1346" b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7417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9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417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9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10508" y="-78223"/>
            <a:ext cx="1063333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12.3.5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59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1328359" y="1386025"/>
                <a:ext cx="9791314" cy="3580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recipe for sparkling grape juice calls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quarts of sparkling water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quart of grape juice.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much sparkling water should be mixed 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9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quarts of grape juice?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much grape juice should be mixed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15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quarts of sparkling water?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359" y="1386025"/>
                <a:ext cx="9791314" cy="3580724"/>
              </a:xfrm>
              <a:prstGeom prst="rect">
                <a:avLst/>
              </a:prstGeom>
              <a:blipFill rotWithShape="0">
                <a:blip r:embed="rId4"/>
                <a:stretch>
                  <a:fillRect l="-685" r="-872" b="-1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417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9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</TotalTime>
  <Words>1057</Words>
  <Application>Microsoft Office PowerPoint</Application>
  <PresentationFormat>Widescreen</PresentationFormat>
  <Paragraphs>145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Arial Black</vt:lpstr>
      <vt:lpstr>Calibri</vt:lpstr>
      <vt:lpstr>Cambria Math</vt:lpstr>
      <vt:lpstr>Century Gothic</vt:lpstr>
      <vt:lpstr>Verdana</vt:lpstr>
      <vt:lpstr>Wingdings</vt:lpstr>
      <vt:lpstr>1_Office Theme</vt:lpstr>
      <vt:lpstr>6th Grade Accelerated Math  Unit 12, Lesson 3  Solving Real-World Problems Involving Proportions  Volume 2, pg. 224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24</cp:revision>
  <dcterms:created xsi:type="dcterms:W3CDTF">2015-03-17T18:51:18Z</dcterms:created>
  <dcterms:modified xsi:type="dcterms:W3CDTF">2022-07-02T04:10:01Z</dcterms:modified>
</cp:coreProperties>
</file>