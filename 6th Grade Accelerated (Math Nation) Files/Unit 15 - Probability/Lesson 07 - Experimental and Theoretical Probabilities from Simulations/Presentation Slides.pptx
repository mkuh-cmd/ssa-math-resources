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ppt/metadata" ContentType="application/binary"/>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saveSubsetFonts="1" autoCompressPictures="0">
  <p:sldMasterIdLst>
    <p:sldMasterId id="2147483648" r:id="rId1"/>
  </p:sldMasterIdLst>
  <p:notesMasterIdLst>
    <p:notesMasterId r:id="rId24"/>
  </p:notesMasterIdLst>
  <p:sldIdLst>
    <p:sldId id="256" r:id="rId2"/>
    <p:sldId id="257" r:id="rId3"/>
    <p:sldId id="285" r:id="rId4"/>
    <p:sldId id="286" r:id="rId5"/>
    <p:sldId id="261" r:id="rId6"/>
    <p:sldId id="287" r:id="rId7"/>
    <p:sldId id="288" r:id="rId8"/>
    <p:sldId id="314" r:id="rId9"/>
    <p:sldId id="315" r:id="rId10"/>
    <p:sldId id="316" r:id="rId11"/>
    <p:sldId id="317" r:id="rId12"/>
    <p:sldId id="318" r:id="rId13"/>
    <p:sldId id="319" r:id="rId14"/>
    <p:sldId id="320" r:id="rId15"/>
    <p:sldId id="302" r:id="rId16"/>
    <p:sldId id="303" r:id="rId17"/>
    <p:sldId id="309" r:id="rId18"/>
    <p:sldId id="321" r:id="rId19"/>
    <p:sldId id="322" r:id="rId20"/>
    <p:sldId id="306" r:id="rId21"/>
    <p:sldId id="307" r:id="rId22"/>
    <p:sldId id="310" r:id="rId23"/>
  </p:sldIdLst>
  <p:sldSz cx="12192000" cy="6858000"/>
  <p:notesSz cx="6858000" cy="9144000"/>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15:guide id="1" orient="horz" pos="2160" userDrawn="1">
          <p15:clr>
            <a:srgbClr val="A4A3A4"/>
          </p15:clr>
        </p15:guide>
        <p15:guide id="2" pos="3840" userDrawn="1">
          <p15:clr>
            <a:srgbClr val="A4A3A4"/>
          </p15:clr>
        </p15:guide>
      </p15:sldGuideLst>
    </p:ext>
    <p:ext uri="http://customooxmlschemas.google.com/">
      <go:slidesCustomData xmlns="" xmlns:mc="http://schemas.openxmlformats.org/markup-compatibility/2006" xmlns:mv="urn:schemas-microsoft-com:mac:vml"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xmlns:go="http://customooxmlschemas.google.com/" r:id="rId55" roundtripDataSignature="AMtx7miXGu+iP6Z2M0kNO/4dLqrShsAMTA=="/>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CE0704"/>
    <a:srgbClr val="F79647"/>
    <a:srgbClr val="FCBD1E"/>
    <a:srgbClr val="C9DF6F"/>
    <a:srgbClr val="417DBF"/>
    <a:srgbClr val="3F2A67"/>
    <a:srgbClr val="E24E5F"/>
    <a:srgbClr val="26B7D4"/>
    <a:srgbClr val="54B5D1"/>
    <a:srgbClr val="33BEA6"/>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A91F0D33-8C57-4600-99A7-42BC86742BE1}">
  <a:tblStyle styleId="{A91F0D33-8C57-4600-99A7-42BC86742BE1}" styleName="Table_0">
    <a:wholeTbl>
      <a:tcTxStyle>
        <a:font>
          <a:latin typeface="Arial"/>
          <a:ea typeface="Arial"/>
          <a:cs typeface="Arial"/>
        </a:font>
        <a:srgbClr val="000000"/>
      </a:tcTxStyle>
      <a:tcStyle>
        <a:tcBdr>
          <a:left>
            <a:ln w="9525" cap="flat" cmpd="sng">
              <a:solidFill>
                <a:srgbClr val="9E9E9E"/>
              </a:solidFill>
              <a:prstDash val="solid"/>
              <a:round/>
              <a:headEnd type="none" w="sm" len="sm"/>
              <a:tailEnd type="none" w="sm" len="sm"/>
            </a:ln>
          </a:left>
          <a:right>
            <a:ln w="9525" cap="flat" cmpd="sng">
              <a:solidFill>
                <a:srgbClr val="9E9E9E"/>
              </a:solidFill>
              <a:prstDash val="solid"/>
              <a:round/>
              <a:headEnd type="none" w="sm" len="sm"/>
              <a:tailEnd type="none" w="sm" len="sm"/>
            </a:ln>
          </a:right>
          <a:top>
            <a:ln w="9525" cap="flat" cmpd="sng">
              <a:solidFill>
                <a:srgbClr val="9E9E9E"/>
              </a:solidFill>
              <a:prstDash val="solid"/>
              <a:round/>
              <a:headEnd type="none" w="sm" len="sm"/>
              <a:tailEnd type="none" w="sm" len="sm"/>
            </a:ln>
          </a:top>
          <a:bottom>
            <a:ln w="9525" cap="flat" cmpd="sng">
              <a:solidFill>
                <a:srgbClr val="9E9E9E"/>
              </a:solidFill>
              <a:prstDash val="solid"/>
              <a:round/>
              <a:headEnd type="none" w="sm" len="sm"/>
              <a:tailEnd type="none" w="sm" len="sm"/>
            </a:ln>
          </a:bottom>
          <a:insideH>
            <a:ln w="9525" cap="flat" cmpd="sng">
              <a:solidFill>
                <a:srgbClr val="9E9E9E"/>
              </a:solidFill>
              <a:prstDash val="solid"/>
              <a:round/>
              <a:headEnd type="none" w="sm" len="sm"/>
              <a:tailEnd type="none" w="sm" len="sm"/>
            </a:ln>
          </a:insideH>
          <a:insideV>
            <a:ln w="9525" cap="flat" cmpd="sng">
              <a:solidFill>
                <a:srgbClr val="9E9E9E"/>
              </a:solidFill>
              <a:prstDash val="solid"/>
              <a:round/>
              <a:headEnd type="none" w="sm" len="sm"/>
              <a:tailEnd type="none" w="sm" len="sm"/>
            </a:ln>
          </a:insideV>
        </a:tcBdr>
      </a:tcStyle>
    </a:wholeTbl>
    <a:band1H>
      <a:tcTxStyle/>
      <a:tcStyle>
        <a:tcBdr/>
      </a:tcStyle>
    </a:band1H>
    <a:band2H>
      <a:tcTxStyle/>
      <a:tcStyle>
        <a:tcBdr/>
      </a:tcStyle>
    </a:band2H>
    <a:band1V>
      <a:tcTxStyle/>
      <a:tcStyle>
        <a:tcBdr/>
      </a:tcStyle>
    </a:band1V>
    <a:band2V>
      <a:tcTxStyle/>
      <a:tcStyle>
        <a:tcBdr/>
      </a:tcStyle>
    </a:band2V>
    <a:lastCol>
      <a:tcTxStyle/>
      <a:tcStyle>
        <a:tcBdr/>
      </a:tcStyle>
    </a:lastCol>
    <a:firstCol>
      <a:tcTxStyle/>
      <a:tcStyle>
        <a:tcBdr/>
      </a:tcStyle>
    </a:firstCol>
    <a:lastRow>
      <a:tcTxStyle/>
      <a:tcStyle>
        <a:tcBdr/>
      </a:tcStyle>
    </a:lastRow>
    <a:seCell>
      <a:tcTxStyle/>
      <a:tcStyle>
        <a:tcBdr/>
      </a:tcStyle>
    </a:seCell>
    <a:swCell>
      <a:tcTxStyle/>
      <a:tcStyle>
        <a:tcBdr/>
      </a:tcStyle>
    </a:swCell>
    <a:firstRow>
      <a:tcTxStyle/>
      <a:tcStyle>
        <a:tcBdr/>
      </a:tcStyle>
    </a:firstRow>
    <a:neCell>
      <a:tcTxStyle/>
      <a:tcStyle>
        <a:tcBdr/>
      </a:tcStyle>
    </a:neCell>
    <a:nwCell>
      <a:tcTxStyle/>
      <a:tcStyle>
        <a:tcBdr/>
      </a:tcStyle>
    </a:nwCell>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3385"/>
    <p:restoredTop sz="94694"/>
  </p:normalViewPr>
  <p:slideViewPr>
    <p:cSldViewPr snapToGrid="0">
      <p:cViewPr varScale="1">
        <p:scale>
          <a:sx n="75" d="100"/>
          <a:sy n="75" d="100"/>
        </p:scale>
        <p:origin x="792" y="72"/>
      </p:cViewPr>
      <p:guideLst>
        <p:guide orient="horz" pos="2160"/>
        <p:guide pos="3840"/>
      </p:guideLst>
    </p:cSldViewPr>
  </p:slideViewPr>
  <p:notesTextViewPr>
    <p:cViewPr>
      <p:scale>
        <a:sx n="1" d="1"/>
        <a:sy n="1" d="1"/>
      </p:scale>
      <p:origin x="0" y="0"/>
    </p:cViewPr>
  </p:notesTextViewPr>
  <p:sorterViewPr>
    <p:cViewPr>
      <p:scale>
        <a:sx n="100" d="100"/>
        <a:sy n="100" d="100"/>
      </p:scale>
      <p:origin x="0" y="1219"/>
    </p:cViewPr>
  </p:sorter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3" Type="http://schemas.openxmlformats.org/officeDocument/2006/relationships/slide" Target="slides/slide2.xml"/><Relationship Id="rId21" Type="http://schemas.openxmlformats.org/officeDocument/2006/relationships/slide" Target="slides/slide20.xml"/><Relationship Id="rId55" Type="http://customschemas.google.com/relationships/presentationmetadata" Target="metadata"/><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59"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notesMaster" Target="notesMasters/notesMaster1.xml"/><Relationship Id="rId58" Type="http://schemas.openxmlformats.org/officeDocument/2006/relationships/theme" Target="theme/theme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57" Type="http://schemas.openxmlformats.org/officeDocument/2006/relationships/viewProps" Target="viewProps.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56" Type="http://schemas.openxmlformats.org/officeDocument/2006/relationships/presProps" Target="pres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2"/>
        <p:cNvGrpSpPr/>
        <p:nvPr/>
      </p:nvGrpSpPr>
      <p:grpSpPr>
        <a:xfrm>
          <a:off x="0" y="0"/>
          <a:ext cx="0" cy="0"/>
          <a:chOff x="0" y="0"/>
          <a:chExt cx="0" cy="0"/>
        </a:xfrm>
      </p:grpSpPr>
      <p:sp>
        <p:nvSpPr>
          <p:cNvPr id="3" name="Google Shape;3;n"/>
          <p:cNvSpPr txBox="1">
            <a:spLocks noGrp="1"/>
          </p:cNvSpPr>
          <p:nvPr>
            <p:ph type="hdr" idx="2"/>
          </p:nvPr>
        </p:nvSpPr>
        <p:spPr>
          <a:xfrm>
            <a:off x="0" y="0"/>
            <a:ext cx="2971800" cy="458788"/>
          </a:xfrm>
          <a:prstGeom prst="rect">
            <a:avLst/>
          </a:prstGeom>
          <a:noFill/>
          <a:ln>
            <a:noFill/>
          </a:ln>
        </p:spPr>
        <p:txBody>
          <a:bodyPr spcFirstLastPara="1" wrap="square" lIns="91425" tIns="45700" rIns="91425" bIns="45700" anchor="t" anchorCtr="0">
            <a:noAutofit/>
          </a:bodyPr>
          <a:lstStyle>
            <a:lvl1pPr marR="0" lvl="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4" name="Google Shape;4;n"/>
          <p:cNvSpPr txBox="1">
            <a:spLocks noGrp="1"/>
          </p:cNvSpPr>
          <p:nvPr>
            <p:ph type="dt" idx="10"/>
          </p:nvPr>
        </p:nvSpPr>
        <p:spPr>
          <a:xfrm>
            <a:off x="3884613" y="0"/>
            <a:ext cx="2971800" cy="458788"/>
          </a:xfrm>
          <a:prstGeom prst="rect">
            <a:avLst/>
          </a:prstGeom>
          <a:noFill/>
          <a:ln>
            <a:noFill/>
          </a:ln>
        </p:spPr>
        <p:txBody>
          <a:bodyPr spcFirstLastPara="1" wrap="square" lIns="91425" tIns="45700" rIns="91425" bIns="45700" anchor="t" anchorCtr="0">
            <a:noAutofit/>
          </a:bodyPr>
          <a:lstStyle>
            <a:lvl1pPr marR="0" lvl="0" algn="r" rtl="0">
              <a:spcBef>
                <a:spcPts val="0"/>
              </a:spcBef>
              <a:spcAft>
                <a:spcPts val="0"/>
              </a:spcAft>
              <a:buSzPts val="1400"/>
              <a:buNone/>
              <a:defRPr sz="1200" b="0" i="0" u="none" strike="noStrike" cap="none">
                <a:solidFill>
                  <a:schemeClr val="dk1"/>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5" name="Google Shape;5;n"/>
          <p:cNvSpPr>
            <a:spLocks noGrp="1" noRot="1" noChangeAspect="1"/>
          </p:cNvSpPr>
          <p:nvPr>
            <p:ph type="sldImg" idx="3"/>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6" name="Google Shape;6;n"/>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lvl1pPr marL="457200" marR="0" lvl="0"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1pPr>
            <a:lvl2pPr marL="914400" marR="0" lvl="1"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2pPr>
            <a:lvl3pPr marL="1371600" marR="0" lvl="2"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3pPr>
            <a:lvl4pPr marL="1828800" marR="0" lvl="3"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4pPr>
            <a:lvl5pPr marL="2286000" marR="0" lvl="4"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5pPr>
            <a:lvl6pPr marL="2743200" marR="0" lvl="5"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6pPr>
            <a:lvl7pPr marL="3200400" marR="0" lvl="6"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7pPr>
            <a:lvl8pPr marL="3657600" marR="0" lvl="7"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8pPr>
            <a:lvl9pPr marL="4114800" marR="0" lvl="8"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9pPr>
          </a:lstStyle>
          <a:p>
            <a:endParaRPr/>
          </a:p>
        </p:txBody>
      </p:sp>
      <p:sp>
        <p:nvSpPr>
          <p:cNvPr id="7" name="Google Shape;7;n"/>
          <p:cNvSpPr txBox="1">
            <a:spLocks noGrp="1"/>
          </p:cNvSpPr>
          <p:nvPr>
            <p:ph type="ftr" idx="11"/>
          </p:nvPr>
        </p:nvSpPr>
        <p:spPr>
          <a:xfrm>
            <a:off x="0" y="8685213"/>
            <a:ext cx="2971800" cy="458787"/>
          </a:xfrm>
          <a:prstGeom prst="rect">
            <a:avLst/>
          </a:prstGeom>
          <a:noFill/>
          <a:ln>
            <a:noFill/>
          </a:ln>
        </p:spPr>
        <p:txBody>
          <a:bodyPr spcFirstLastPara="1" wrap="square" lIns="91425" tIns="45700" rIns="91425" bIns="45700" anchor="b" anchorCtr="0">
            <a:noAutofit/>
          </a:bodyPr>
          <a:lstStyle>
            <a:lvl1pPr marR="0" lvl="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8" name="Google Shape;8;n"/>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marR="0" lvl="0" indent="0" algn="r" rtl="0">
              <a:spcBef>
                <a:spcPts val="0"/>
              </a:spcBef>
              <a:spcAft>
                <a:spcPts val="0"/>
              </a:spcAft>
              <a:buNone/>
            </a:pPr>
            <a:fld id="{00000000-1234-1234-1234-123412341234}" type="slidenum">
              <a:rPr lang="en-US" sz="1200" b="0" i="0" u="none" strike="noStrike" cap="none">
                <a:solidFill>
                  <a:schemeClr val="dk1"/>
                </a:solidFill>
                <a:latin typeface="Calibri"/>
                <a:ea typeface="Calibri"/>
                <a:cs typeface="Calibri"/>
                <a:sym typeface="Calibri"/>
              </a:rPr>
              <a:t>‹#›</a:t>
            </a:fld>
            <a:endParaRPr sz="1200" b="0" i="0" u="none" strike="noStrike" cap="none">
              <a:solidFill>
                <a:schemeClr val="dk1"/>
              </a:solidFill>
              <a:latin typeface="Calibri"/>
              <a:ea typeface="Calibri"/>
              <a:cs typeface="Calibri"/>
              <a:sym typeface="Calibri"/>
            </a:endParaRPr>
          </a:p>
        </p:txBody>
      </p:sp>
    </p:spTree>
    <p:extLst>
      <p:ext uri="{BB962C8B-B14F-4D97-AF65-F5344CB8AC3E}">
        <p14:creationId xmlns:p14="http://schemas.microsoft.com/office/powerpoint/2010/main" val="3117231212"/>
      </p:ext>
    </p:extLst>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56"/>
        <p:cNvGrpSpPr/>
        <p:nvPr/>
      </p:nvGrpSpPr>
      <p:grpSpPr>
        <a:xfrm>
          <a:off x="0" y="0"/>
          <a:ext cx="0" cy="0"/>
          <a:chOff x="0" y="0"/>
          <a:chExt cx="0" cy="0"/>
        </a:xfrm>
      </p:grpSpPr>
      <p:sp>
        <p:nvSpPr>
          <p:cNvPr id="257" name="Google Shape;257;g104476d1465_0_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58" name="Google Shape;258;g104476d1465_0_0: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dirty="0"/>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3"/>
        <p:cNvGrpSpPr/>
        <p:nvPr/>
      </p:nvGrpSpPr>
      <p:grpSpPr>
        <a:xfrm>
          <a:off x="0" y="0"/>
          <a:ext cx="0" cy="0"/>
          <a:chOff x="0" y="0"/>
          <a:chExt cx="0" cy="0"/>
        </a:xfrm>
      </p:grpSpPr>
      <p:sp>
        <p:nvSpPr>
          <p:cNvPr id="274" name="Google Shape;274;g104476d1465_1_1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75" name="Google Shape;275;g104476d1465_1_17: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76" name="Google Shape;276;g104476d1465_1_17: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Font typeface="Arial"/>
              <a:buNone/>
            </a:pPr>
            <a:fld id="{00000000-1234-1234-1234-123412341234}" type="slidenum">
              <a:rPr lang="en-US"/>
              <a:t>2</a:t>
            </a:fld>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3"/>
        <p:cNvGrpSpPr/>
        <p:nvPr/>
      </p:nvGrpSpPr>
      <p:grpSpPr>
        <a:xfrm>
          <a:off x="0" y="0"/>
          <a:ext cx="0" cy="0"/>
          <a:chOff x="0" y="0"/>
          <a:chExt cx="0" cy="0"/>
        </a:xfrm>
      </p:grpSpPr>
      <p:sp>
        <p:nvSpPr>
          <p:cNvPr id="274" name="Google Shape;274;g104476d1465_1_1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75" name="Google Shape;275;g104476d1465_1_17: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76" name="Google Shape;276;g104476d1465_1_17: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Font typeface="Arial"/>
              <a:buNone/>
            </a:pPr>
            <a:fld id="{00000000-1234-1234-1234-123412341234}" type="slidenum">
              <a:rPr lang="en-US"/>
              <a:t>3</a:t>
            </a:fld>
            <a:endParaRPr/>
          </a:p>
        </p:txBody>
      </p:sp>
    </p:spTree>
    <p:extLst>
      <p:ext uri="{BB962C8B-B14F-4D97-AF65-F5344CB8AC3E}">
        <p14:creationId xmlns:p14="http://schemas.microsoft.com/office/powerpoint/2010/main" val="2328683396"/>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3"/>
        <p:cNvGrpSpPr/>
        <p:nvPr/>
      </p:nvGrpSpPr>
      <p:grpSpPr>
        <a:xfrm>
          <a:off x="0" y="0"/>
          <a:ext cx="0" cy="0"/>
          <a:chOff x="0" y="0"/>
          <a:chExt cx="0" cy="0"/>
        </a:xfrm>
      </p:grpSpPr>
      <p:sp>
        <p:nvSpPr>
          <p:cNvPr id="274" name="Google Shape;274;g104476d1465_1_1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75" name="Google Shape;275;g104476d1465_1_17: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76" name="Google Shape;276;g104476d1465_1_17: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Font typeface="Arial"/>
              <a:buNone/>
            </a:pPr>
            <a:fld id="{00000000-1234-1234-1234-123412341234}" type="slidenum">
              <a:rPr lang="en-US"/>
              <a:t>4</a:t>
            </a:fld>
            <a:endParaRPr/>
          </a:p>
        </p:txBody>
      </p:sp>
    </p:spTree>
    <p:extLst>
      <p:ext uri="{BB962C8B-B14F-4D97-AF65-F5344CB8AC3E}">
        <p14:creationId xmlns:p14="http://schemas.microsoft.com/office/powerpoint/2010/main" val="1746840460"/>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04"/>
        <p:cNvGrpSpPr/>
        <p:nvPr/>
      </p:nvGrpSpPr>
      <p:grpSpPr>
        <a:xfrm>
          <a:off x="0" y="0"/>
          <a:ext cx="0" cy="0"/>
          <a:chOff x="0" y="0"/>
          <a:chExt cx="0" cy="0"/>
        </a:xfrm>
      </p:grpSpPr>
      <p:sp>
        <p:nvSpPr>
          <p:cNvPr id="305" name="Google Shape;305;g104476d1465_1_39: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06" name="Google Shape;306;g104476d1465_1_39: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307" name="Google Shape;307;g104476d1465_1_39: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5</a:t>
            </a:fld>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3"/>
        <p:cNvGrpSpPr/>
        <p:nvPr/>
      </p:nvGrpSpPr>
      <p:grpSpPr>
        <a:xfrm>
          <a:off x="0" y="0"/>
          <a:ext cx="0" cy="0"/>
          <a:chOff x="0" y="0"/>
          <a:chExt cx="0" cy="0"/>
        </a:xfrm>
      </p:grpSpPr>
      <p:sp>
        <p:nvSpPr>
          <p:cNvPr id="274" name="Google Shape;274;g104476d1465_1_1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75" name="Google Shape;275;g104476d1465_1_17: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76" name="Google Shape;276;g104476d1465_1_17: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Font typeface="Arial"/>
              <a:buNone/>
            </a:pPr>
            <a:fld id="{00000000-1234-1234-1234-123412341234}" type="slidenum">
              <a:rPr lang="en-US"/>
              <a:t>6</a:t>
            </a:fld>
            <a:endParaRPr/>
          </a:p>
        </p:txBody>
      </p:sp>
    </p:spTree>
    <p:extLst>
      <p:ext uri="{BB962C8B-B14F-4D97-AF65-F5344CB8AC3E}">
        <p14:creationId xmlns:p14="http://schemas.microsoft.com/office/powerpoint/2010/main" val="1583378950"/>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3"/>
        <p:cNvGrpSpPr/>
        <p:nvPr/>
      </p:nvGrpSpPr>
      <p:grpSpPr>
        <a:xfrm>
          <a:off x="0" y="0"/>
          <a:ext cx="0" cy="0"/>
          <a:chOff x="0" y="0"/>
          <a:chExt cx="0" cy="0"/>
        </a:xfrm>
      </p:grpSpPr>
      <p:sp>
        <p:nvSpPr>
          <p:cNvPr id="274" name="Google Shape;274;g104476d1465_1_1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75" name="Google Shape;275;g104476d1465_1_17: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76" name="Google Shape;276;g104476d1465_1_17: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Font typeface="Arial"/>
              <a:buNone/>
            </a:pPr>
            <a:fld id="{00000000-1234-1234-1234-123412341234}" type="slidenum">
              <a:rPr lang="en-US"/>
              <a:t>7</a:t>
            </a:fld>
            <a:endParaRPr/>
          </a:p>
        </p:txBody>
      </p:sp>
    </p:spTree>
    <p:extLst>
      <p:ext uri="{BB962C8B-B14F-4D97-AF65-F5344CB8AC3E}">
        <p14:creationId xmlns:p14="http://schemas.microsoft.com/office/powerpoint/2010/main" val="3063993604"/>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04"/>
        <p:cNvGrpSpPr/>
        <p:nvPr/>
      </p:nvGrpSpPr>
      <p:grpSpPr>
        <a:xfrm>
          <a:off x="0" y="0"/>
          <a:ext cx="0" cy="0"/>
          <a:chOff x="0" y="0"/>
          <a:chExt cx="0" cy="0"/>
        </a:xfrm>
      </p:grpSpPr>
      <p:sp>
        <p:nvSpPr>
          <p:cNvPr id="305" name="Google Shape;305;g104476d1465_1_39: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06" name="Google Shape;306;g104476d1465_1_39: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307" name="Google Shape;307;g104476d1465_1_39: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8</a:t>
            </a:fld>
            <a:endParaRPr/>
          </a:p>
        </p:txBody>
      </p:sp>
    </p:spTree>
    <p:extLst>
      <p:ext uri="{BB962C8B-B14F-4D97-AF65-F5344CB8AC3E}">
        <p14:creationId xmlns:p14="http://schemas.microsoft.com/office/powerpoint/2010/main" val="258038002"/>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3"/>
        <p:cNvGrpSpPr/>
        <p:nvPr/>
      </p:nvGrpSpPr>
      <p:grpSpPr>
        <a:xfrm>
          <a:off x="0" y="0"/>
          <a:ext cx="0" cy="0"/>
          <a:chOff x="0" y="0"/>
          <a:chExt cx="0" cy="0"/>
        </a:xfrm>
      </p:grpSpPr>
      <p:sp>
        <p:nvSpPr>
          <p:cNvPr id="274" name="Google Shape;274;g104476d1465_1_1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75" name="Google Shape;275;g104476d1465_1_17: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76" name="Google Shape;276;g104476d1465_1_17: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Font typeface="Arial"/>
              <a:buNone/>
            </a:pPr>
            <a:fld id="{00000000-1234-1234-1234-123412341234}" type="slidenum">
              <a:rPr lang="en-US"/>
              <a:t>9</a:t>
            </a:fld>
            <a:endParaRPr/>
          </a:p>
        </p:txBody>
      </p:sp>
    </p:spTree>
    <p:extLst>
      <p:ext uri="{BB962C8B-B14F-4D97-AF65-F5344CB8AC3E}">
        <p14:creationId xmlns:p14="http://schemas.microsoft.com/office/powerpoint/2010/main" val="2639990615"/>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3"/>
        <p:cNvGrpSpPr/>
        <p:nvPr/>
      </p:nvGrpSpPr>
      <p:grpSpPr>
        <a:xfrm>
          <a:off x="0" y="0"/>
          <a:ext cx="0" cy="0"/>
          <a:chOff x="0" y="0"/>
          <a:chExt cx="0" cy="0"/>
        </a:xfrm>
      </p:grpSpPr>
      <p:sp>
        <p:nvSpPr>
          <p:cNvPr id="274" name="Google Shape;274;g104476d1465_1_1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75" name="Google Shape;275;g104476d1465_1_17: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76" name="Google Shape;276;g104476d1465_1_17: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Font typeface="Arial"/>
              <a:buNone/>
            </a:pPr>
            <a:fld id="{00000000-1234-1234-1234-123412341234}" type="slidenum">
              <a:rPr lang="en-US"/>
              <a:t>10</a:t>
            </a:fld>
            <a:endParaRPr/>
          </a:p>
        </p:txBody>
      </p:sp>
    </p:spTree>
    <p:extLst>
      <p:ext uri="{BB962C8B-B14F-4D97-AF65-F5344CB8AC3E}">
        <p14:creationId xmlns:p14="http://schemas.microsoft.com/office/powerpoint/2010/main" val="1913414734"/>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3"/>
        <p:cNvGrpSpPr/>
        <p:nvPr/>
      </p:nvGrpSpPr>
      <p:grpSpPr>
        <a:xfrm>
          <a:off x="0" y="0"/>
          <a:ext cx="0" cy="0"/>
          <a:chOff x="0" y="0"/>
          <a:chExt cx="0" cy="0"/>
        </a:xfrm>
      </p:grpSpPr>
      <p:sp>
        <p:nvSpPr>
          <p:cNvPr id="274" name="Google Shape;274;g104476d1465_1_1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75" name="Google Shape;275;g104476d1465_1_17: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76" name="Google Shape;276;g104476d1465_1_17: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Font typeface="Arial"/>
              <a:buNone/>
            </a:pPr>
            <a:fld id="{00000000-1234-1234-1234-123412341234}" type="slidenum">
              <a:rPr lang="en-US"/>
              <a:t>11</a:t>
            </a:fld>
            <a:endParaRPr/>
          </a:p>
        </p:txBody>
      </p:sp>
    </p:spTree>
    <p:extLst>
      <p:ext uri="{BB962C8B-B14F-4D97-AF65-F5344CB8AC3E}">
        <p14:creationId xmlns:p14="http://schemas.microsoft.com/office/powerpoint/2010/main" val="1913414734"/>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3"/>
        <p:cNvGrpSpPr/>
        <p:nvPr/>
      </p:nvGrpSpPr>
      <p:grpSpPr>
        <a:xfrm>
          <a:off x="0" y="0"/>
          <a:ext cx="0" cy="0"/>
          <a:chOff x="0" y="0"/>
          <a:chExt cx="0" cy="0"/>
        </a:xfrm>
      </p:grpSpPr>
      <p:sp>
        <p:nvSpPr>
          <p:cNvPr id="274" name="Google Shape;274;g104476d1465_1_1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75" name="Google Shape;275;g104476d1465_1_17: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76" name="Google Shape;276;g104476d1465_1_17: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Font typeface="Arial"/>
              <a:buNone/>
            </a:pPr>
            <a:fld id="{00000000-1234-1234-1234-123412341234}" type="slidenum">
              <a:rPr lang="en-US"/>
              <a:t>12</a:t>
            </a:fld>
            <a:endParaRPr/>
          </a:p>
        </p:txBody>
      </p:sp>
    </p:spTree>
    <p:extLst>
      <p:ext uri="{BB962C8B-B14F-4D97-AF65-F5344CB8AC3E}">
        <p14:creationId xmlns:p14="http://schemas.microsoft.com/office/powerpoint/2010/main" val="1913414734"/>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3"/>
        <p:cNvGrpSpPr/>
        <p:nvPr/>
      </p:nvGrpSpPr>
      <p:grpSpPr>
        <a:xfrm>
          <a:off x="0" y="0"/>
          <a:ext cx="0" cy="0"/>
          <a:chOff x="0" y="0"/>
          <a:chExt cx="0" cy="0"/>
        </a:xfrm>
      </p:grpSpPr>
      <p:sp>
        <p:nvSpPr>
          <p:cNvPr id="274" name="Google Shape;274;g104476d1465_1_1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75" name="Google Shape;275;g104476d1465_1_17: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76" name="Google Shape;276;g104476d1465_1_17: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Font typeface="Arial"/>
              <a:buNone/>
            </a:pPr>
            <a:fld id="{00000000-1234-1234-1234-123412341234}" type="slidenum">
              <a:rPr lang="en-US"/>
              <a:t>13</a:t>
            </a:fld>
            <a:endParaRPr/>
          </a:p>
        </p:txBody>
      </p:sp>
    </p:spTree>
    <p:extLst>
      <p:ext uri="{BB962C8B-B14F-4D97-AF65-F5344CB8AC3E}">
        <p14:creationId xmlns:p14="http://schemas.microsoft.com/office/powerpoint/2010/main" val="1913414734"/>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3"/>
        <p:cNvGrpSpPr/>
        <p:nvPr/>
      </p:nvGrpSpPr>
      <p:grpSpPr>
        <a:xfrm>
          <a:off x="0" y="0"/>
          <a:ext cx="0" cy="0"/>
          <a:chOff x="0" y="0"/>
          <a:chExt cx="0" cy="0"/>
        </a:xfrm>
      </p:grpSpPr>
      <p:sp>
        <p:nvSpPr>
          <p:cNvPr id="274" name="Google Shape;274;g104476d1465_1_1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75" name="Google Shape;275;g104476d1465_1_17: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76" name="Google Shape;276;g104476d1465_1_17: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Font typeface="Arial"/>
              <a:buNone/>
            </a:pPr>
            <a:fld id="{00000000-1234-1234-1234-123412341234}" type="slidenum">
              <a:rPr lang="en-US"/>
              <a:t>14</a:t>
            </a:fld>
            <a:endParaRPr/>
          </a:p>
        </p:txBody>
      </p:sp>
    </p:spTree>
    <p:extLst>
      <p:ext uri="{BB962C8B-B14F-4D97-AF65-F5344CB8AC3E}">
        <p14:creationId xmlns:p14="http://schemas.microsoft.com/office/powerpoint/2010/main" val="1913414734"/>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04"/>
        <p:cNvGrpSpPr/>
        <p:nvPr/>
      </p:nvGrpSpPr>
      <p:grpSpPr>
        <a:xfrm>
          <a:off x="0" y="0"/>
          <a:ext cx="0" cy="0"/>
          <a:chOff x="0" y="0"/>
          <a:chExt cx="0" cy="0"/>
        </a:xfrm>
      </p:grpSpPr>
      <p:sp>
        <p:nvSpPr>
          <p:cNvPr id="305" name="Google Shape;305;g104476d1465_1_39: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06" name="Google Shape;306;g104476d1465_1_39: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307" name="Google Shape;307;g104476d1465_1_39: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15</a:t>
            </a:fld>
            <a:endParaRPr/>
          </a:p>
        </p:txBody>
      </p:sp>
    </p:spTree>
    <p:extLst>
      <p:ext uri="{BB962C8B-B14F-4D97-AF65-F5344CB8AC3E}">
        <p14:creationId xmlns:p14="http://schemas.microsoft.com/office/powerpoint/2010/main" val="4016563242"/>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3"/>
        <p:cNvGrpSpPr/>
        <p:nvPr/>
      </p:nvGrpSpPr>
      <p:grpSpPr>
        <a:xfrm>
          <a:off x="0" y="0"/>
          <a:ext cx="0" cy="0"/>
          <a:chOff x="0" y="0"/>
          <a:chExt cx="0" cy="0"/>
        </a:xfrm>
      </p:grpSpPr>
      <p:sp>
        <p:nvSpPr>
          <p:cNvPr id="274" name="Google Shape;274;g104476d1465_1_1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75" name="Google Shape;275;g104476d1465_1_17: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76" name="Google Shape;276;g104476d1465_1_17: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Font typeface="Arial"/>
              <a:buNone/>
            </a:pPr>
            <a:fld id="{00000000-1234-1234-1234-123412341234}" type="slidenum">
              <a:rPr lang="en-US"/>
              <a:t>16</a:t>
            </a:fld>
            <a:endParaRPr/>
          </a:p>
        </p:txBody>
      </p:sp>
    </p:spTree>
    <p:extLst>
      <p:ext uri="{BB962C8B-B14F-4D97-AF65-F5344CB8AC3E}">
        <p14:creationId xmlns:p14="http://schemas.microsoft.com/office/powerpoint/2010/main" val="1336110232"/>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3"/>
        <p:cNvGrpSpPr/>
        <p:nvPr/>
      </p:nvGrpSpPr>
      <p:grpSpPr>
        <a:xfrm>
          <a:off x="0" y="0"/>
          <a:ext cx="0" cy="0"/>
          <a:chOff x="0" y="0"/>
          <a:chExt cx="0" cy="0"/>
        </a:xfrm>
      </p:grpSpPr>
      <p:sp>
        <p:nvSpPr>
          <p:cNvPr id="274" name="Google Shape;274;g104476d1465_1_1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75" name="Google Shape;275;g104476d1465_1_17: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76" name="Google Shape;276;g104476d1465_1_17: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Font typeface="Arial"/>
              <a:buNone/>
            </a:pPr>
            <a:fld id="{00000000-1234-1234-1234-123412341234}" type="slidenum">
              <a:rPr lang="en-US"/>
              <a:t>17</a:t>
            </a:fld>
            <a:endParaRPr/>
          </a:p>
        </p:txBody>
      </p:sp>
    </p:spTree>
    <p:extLst>
      <p:ext uri="{BB962C8B-B14F-4D97-AF65-F5344CB8AC3E}">
        <p14:creationId xmlns:p14="http://schemas.microsoft.com/office/powerpoint/2010/main" val="54045842"/>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3"/>
        <p:cNvGrpSpPr/>
        <p:nvPr/>
      </p:nvGrpSpPr>
      <p:grpSpPr>
        <a:xfrm>
          <a:off x="0" y="0"/>
          <a:ext cx="0" cy="0"/>
          <a:chOff x="0" y="0"/>
          <a:chExt cx="0" cy="0"/>
        </a:xfrm>
      </p:grpSpPr>
      <p:sp>
        <p:nvSpPr>
          <p:cNvPr id="274" name="Google Shape;274;g104476d1465_1_1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75" name="Google Shape;275;g104476d1465_1_17: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76" name="Google Shape;276;g104476d1465_1_17: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Font typeface="Arial"/>
              <a:buNone/>
            </a:pPr>
            <a:fld id="{00000000-1234-1234-1234-123412341234}" type="slidenum">
              <a:rPr lang="en-US"/>
              <a:t>18</a:t>
            </a:fld>
            <a:endParaRPr/>
          </a:p>
        </p:txBody>
      </p:sp>
    </p:spTree>
    <p:extLst>
      <p:ext uri="{BB962C8B-B14F-4D97-AF65-F5344CB8AC3E}">
        <p14:creationId xmlns:p14="http://schemas.microsoft.com/office/powerpoint/2010/main" val="54045842"/>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3"/>
        <p:cNvGrpSpPr/>
        <p:nvPr/>
      </p:nvGrpSpPr>
      <p:grpSpPr>
        <a:xfrm>
          <a:off x="0" y="0"/>
          <a:ext cx="0" cy="0"/>
          <a:chOff x="0" y="0"/>
          <a:chExt cx="0" cy="0"/>
        </a:xfrm>
      </p:grpSpPr>
      <p:sp>
        <p:nvSpPr>
          <p:cNvPr id="274" name="Google Shape;274;g104476d1465_1_1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75" name="Google Shape;275;g104476d1465_1_17: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76" name="Google Shape;276;g104476d1465_1_17: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Font typeface="Arial"/>
              <a:buNone/>
            </a:pPr>
            <a:fld id="{00000000-1234-1234-1234-123412341234}" type="slidenum">
              <a:rPr lang="en-US"/>
              <a:t>19</a:t>
            </a:fld>
            <a:endParaRPr/>
          </a:p>
        </p:txBody>
      </p:sp>
    </p:spTree>
    <p:extLst>
      <p:ext uri="{BB962C8B-B14F-4D97-AF65-F5344CB8AC3E}">
        <p14:creationId xmlns:p14="http://schemas.microsoft.com/office/powerpoint/2010/main" val="54045842"/>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04"/>
        <p:cNvGrpSpPr/>
        <p:nvPr/>
      </p:nvGrpSpPr>
      <p:grpSpPr>
        <a:xfrm>
          <a:off x="0" y="0"/>
          <a:ext cx="0" cy="0"/>
          <a:chOff x="0" y="0"/>
          <a:chExt cx="0" cy="0"/>
        </a:xfrm>
      </p:grpSpPr>
      <p:sp>
        <p:nvSpPr>
          <p:cNvPr id="305" name="Google Shape;305;g104476d1465_1_39: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06" name="Google Shape;306;g104476d1465_1_39: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307" name="Google Shape;307;g104476d1465_1_39: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20</a:t>
            </a:fld>
            <a:endParaRPr/>
          </a:p>
        </p:txBody>
      </p:sp>
    </p:spTree>
    <p:extLst>
      <p:ext uri="{BB962C8B-B14F-4D97-AF65-F5344CB8AC3E}">
        <p14:creationId xmlns:p14="http://schemas.microsoft.com/office/powerpoint/2010/main" val="716688106"/>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3"/>
        <p:cNvGrpSpPr/>
        <p:nvPr/>
      </p:nvGrpSpPr>
      <p:grpSpPr>
        <a:xfrm>
          <a:off x="0" y="0"/>
          <a:ext cx="0" cy="0"/>
          <a:chOff x="0" y="0"/>
          <a:chExt cx="0" cy="0"/>
        </a:xfrm>
      </p:grpSpPr>
      <p:sp>
        <p:nvSpPr>
          <p:cNvPr id="274" name="Google Shape;274;g104476d1465_1_1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75" name="Google Shape;275;g104476d1465_1_17: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76" name="Google Shape;276;g104476d1465_1_17: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Font typeface="Arial"/>
              <a:buNone/>
            </a:pPr>
            <a:fld id="{00000000-1234-1234-1234-123412341234}" type="slidenum">
              <a:rPr lang="en-US"/>
              <a:t>21</a:t>
            </a:fld>
            <a:endParaRPr/>
          </a:p>
        </p:txBody>
      </p:sp>
    </p:spTree>
    <p:extLst>
      <p:ext uri="{BB962C8B-B14F-4D97-AF65-F5344CB8AC3E}">
        <p14:creationId xmlns:p14="http://schemas.microsoft.com/office/powerpoint/2010/main" val="1937328106"/>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3"/>
        <p:cNvGrpSpPr/>
        <p:nvPr/>
      </p:nvGrpSpPr>
      <p:grpSpPr>
        <a:xfrm>
          <a:off x="0" y="0"/>
          <a:ext cx="0" cy="0"/>
          <a:chOff x="0" y="0"/>
          <a:chExt cx="0" cy="0"/>
        </a:xfrm>
      </p:grpSpPr>
      <p:sp>
        <p:nvSpPr>
          <p:cNvPr id="274" name="Google Shape;274;g104476d1465_1_1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75" name="Google Shape;275;g104476d1465_1_17: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76" name="Google Shape;276;g104476d1465_1_17: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Font typeface="Arial"/>
              <a:buNone/>
            </a:pPr>
            <a:fld id="{00000000-1234-1234-1234-123412341234}" type="slidenum">
              <a:rPr lang="en-US"/>
              <a:t>22</a:t>
            </a:fld>
            <a:endParaRPr/>
          </a:p>
        </p:txBody>
      </p:sp>
    </p:spTree>
    <p:extLst>
      <p:ext uri="{BB962C8B-B14F-4D97-AF65-F5344CB8AC3E}">
        <p14:creationId xmlns:p14="http://schemas.microsoft.com/office/powerpoint/2010/main" val="1348492657"/>
      </p:ext>
    </p:extLst>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jpeg"/><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5.jpeg"/><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6.jpeg"/><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7.jpe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1_Title Slide">
  <p:cSld name="1_Title Slide">
    <p:bg>
      <p:bgPr>
        <a:blipFill>
          <a:blip r:embed="rId2" cstate="screen">
            <a:alphaModFix/>
            <a:extLst>
              <a:ext uri="{28A0092B-C50C-407E-A947-70E740481C1C}">
                <a14:useLocalDpi xmlns:a14="http://schemas.microsoft.com/office/drawing/2010/main"/>
              </a:ext>
            </a:extLst>
          </a:blip>
          <a:stretch>
            <a:fillRect/>
          </a:stretch>
        </a:blipFill>
        <a:effectLst/>
      </p:bgPr>
    </p:bg>
    <p:spTree>
      <p:nvGrpSpPr>
        <p:cNvPr id="1" name="Shape 15"/>
        <p:cNvGrpSpPr/>
        <p:nvPr/>
      </p:nvGrpSpPr>
      <p:grpSpPr>
        <a:xfrm>
          <a:off x="0" y="0"/>
          <a:ext cx="0" cy="0"/>
          <a:chOff x="0" y="0"/>
          <a:chExt cx="0" cy="0"/>
        </a:xfrm>
      </p:grpSpPr>
      <p:sp>
        <p:nvSpPr>
          <p:cNvPr id="16" name="Google Shape;16;p56"/>
          <p:cNvSpPr txBox="1">
            <a:spLocks noGrp="1"/>
          </p:cNvSpPr>
          <p:nvPr>
            <p:ph type="ctrTitle"/>
          </p:nvPr>
        </p:nvSpPr>
        <p:spPr>
          <a:xfrm>
            <a:off x="5299677" y="1070919"/>
            <a:ext cx="6526000" cy="3618000"/>
          </a:xfrm>
          <a:prstGeom prst="rect">
            <a:avLst/>
          </a:prstGeom>
          <a:noFill/>
          <a:ln>
            <a:noFill/>
          </a:ln>
        </p:spPr>
        <p:txBody>
          <a:bodyPr spcFirstLastPara="1" wrap="square" lIns="91425" tIns="91425" rIns="91425" bIns="91425" anchor="b" anchorCtr="0">
            <a:normAutofit/>
          </a:bodyPr>
          <a:lstStyle>
            <a:lvl1pPr lvl="0" algn="l" rtl="0">
              <a:lnSpc>
                <a:spcPct val="90000"/>
              </a:lnSpc>
              <a:spcBef>
                <a:spcPts val="0"/>
              </a:spcBef>
              <a:spcAft>
                <a:spcPts val="0"/>
              </a:spcAft>
              <a:buClr>
                <a:srgbClr val="FFFFFF"/>
              </a:buClr>
              <a:buSzPts val="3000"/>
              <a:buFont typeface="Arial Black"/>
              <a:buNone/>
              <a:defRPr sz="3000">
                <a:solidFill>
                  <a:srgbClr val="FFFFFF"/>
                </a:solidFill>
                <a:latin typeface="Arial Black"/>
                <a:ea typeface="Arial Black"/>
                <a:cs typeface="Arial Black"/>
                <a:sym typeface="Arial Black"/>
              </a:defRPr>
            </a:lvl1pPr>
            <a:lvl2pPr lvl="1" rtl="0">
              <a:spcBef>
                <a:spcPts val="0"/>
              </a:spcBef>
              <a:spcAft>
                <a:spcPts val="0"/>
              </a:spcAft>
              <a:buSzPts val="1400"/>
              <a:buNone/>
              <a:defRPr sz="7200"/>
            </a:lvl2pPr>
            <a:lvl3pPr lvl="2" rtl="0">
              <a:spcBef>
                <a:spcPts val="0"/>
              </a:spcBef>
              <a:spcAft>
                <a:spcPts val="0"/>
              </a:spcAft>
              <a:buSzPts val="1400"/>
              <a:buNone/>
              <a:defRPr sz="7200"/>
            </a:lvl3pPr>
            <a:lvl4pPr lvl="3" rtl="0">
              <a:spcBef>
                <a:spcPts val="0"/>
              </a:spcBef>
              <a:spcAft>
                <a:spcPts val="0"/>
              </a:spcAft>
              <a:buSzPts val="1400"/>
              <a:buNone/>
              <a:defRPr sz="7200"/>
            </a:lvl4pPr>
            <a:lvl5pPr lvl="4" rtl="0">
              <a:spcBef>
                <a:spcPts val="0"/>
              </a:spcBef>
              <a:spcAft>
                <a:spcPts val="0"/>
              </a:spcAft>
              <a:buSzPts val="1400"/>
              <a:buNone/>
              <a:defRPr sz="7200"/>
            </a:lvl5pPr>
            <a:lvl6pPr lvl="5" rtl="0">
              <a:spcBef>
                <a:spcPts val="0"/>
              </a:spcBef>
              <a:spcAft>
                <a:spcPts val="0"/>
              </a:spcAft>
              <a:buSzPts val="1400"/>
              <a:buNone/>
              <a:defRPr sz="7200"/>
            </a:lvl6pPr>
            <a:lvl7pPr lvl="6" rtl="0">
              <a:spcBef>
                <a:spcPts val="0"/>
              </a:spcBef>
              <a:spcAft>
                <a:spcPts val="0"/>
              </a:spcAft>
              <a:buSzPts val="1400"/>
              <a:buNone/>
              <a:defRPr sz="7200"/>
            </a:lvl7pPr>
            <a:lvl8pPr lvl="7" rtl="0">
              <a:spcBef>
                <a:spcPts val="0"/>
              </a:spcBef>
              <a:spcAft>
                <a:spcPts val="0"/>
              </a:spcAft>
              <a:buSzPts val="1400"/>
              <a:buNone/>
              <a:defRPr sz="7200"/>
            </a:lvl8pPr>
            <a:lvl9pPr lvl="8" rtl="0">
              <a:spcBef>
                <a:spcPts val="0"/>
              </a:spcBef>
              <a:spcAft>
                <a:spcPts val="0"/>
              </a:spcAft>
              <a:buSzPts val="1400"/>
              <a:buNone/>
              <a:defRPr sz="7200"/>
            </a:lvl9pPr>
          </a:lstStyle>
          <a:p>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Title Slide" type="title">
  <p:cSld name="TITLE">
    <p:spTree>
      <p:nvGrpSpPr>
        <p:cNvPr id="1" name="Shape 17"/>
        <p:cNvGrpSpPr/>
        <p:nvPr/>
      </p:nvGrpSpPr>
      <p:grpSpPr>
        <a:xfrm>
          <a:off x="0" y="0"/>
          <a:ext cx="0" cy="0"/>
          <a:chOff x="0" y="0"/>
          <a:chExt cx="0" cy="0"/>
        </a:xfrm>
      </p:grpSpPr>
      <p:sp>
        <p:nvSpPr>
          <p:cNvPr id="18" name="Google Shape;18;p77"/>
          <p:cNvSpPr txBox="1">
            <a:spLocks noGrp="1"/>
          </p:cNvSpPr>
          <p:nvPr>
            <p:ph type="ctrTitle"/>
          </p:nvPr>
        </p:nvSpPr>
        <p:spPr>
          <a:xfrm>
            <a:off x="1524000" y="1122363"/>
            <a:ext cx="9144000" cy="2387700"/>
          </a:xfrm>
          <a:prstGeom prst="rect">
            <a:avLst/>
          </a:prstGeom>
          <a:noFill/>
          <a:ln>
            <a:noFill/>
          </a:ln>
        </p:spPr>
        <p:txBody>
          <a:bodyPr spcFirstLastPara="1" wrap="square" lIns="91425" tIns="45700" rIns="91425" bIns="45700" anchor="b" anchorCtr="0">
            <a:normAutofit/>
          </a:bodyPr>
          <a:lstStyle>
            <a:lvl1pPr lvl="0" algn="ctr" rtl="0">
              <a:lnSpc>
                <a:spcPct val="90000"/>
              </a:lnSpc>
              <a:spcBef>
                <a:spcPts val="0"/>
              </a:spcBef>
              <a:spcAft>
                <a:spcPts val="0"/>
              </a:spcAft>
              <a:buClr>
                <a:schemeClr val="dk1"/>
              </a:buClr>
              <a:buSzPts val="4500"/>
              <a:buFont typeface="Calibri"/>
              <a:buNone/>
              <a:defRPr sz="4500"/>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endParaRPr/>
          </a:p>
        </p:txBody>
      </p:sp>
      <p:sp>
        <p:nvSpPr>
          <p:cNvPr id="19" name="Google Shape;19;p77"/>
          <p:cNvSpPr txBox="1">
            <a:spLocks noGrp="1"/>
          </p:cNvSpPr>
          <p:nvPr>
            <p:ph type="subTitle" idx="1"/>
          </p:nvPr>
        </p:nvSpPr>
        <p:spPr>
          <a:xfrm>
            <a:off x="1524000" y="3602038"/>
            <a:ext cx="9144000" cy="1655700"/>
          </a:xfrm>
          <a:prstGeom prst="rect">
            <a:avLst/>
          </a:prstGeom>
          <a:noFill/>
          <a:ln>
            <a:noFill/>
          </a:ln>
        </p:spPr>
        <p:txBody>
          <a:bodyPr spcFirstLastPara="1" wrap="square" lIns="91425" tIns="45700" rIns="91425" bIns="45700" anchor="t" anchorCtr="0">
            <a:normAutofit/>
          </a:bodyPr>
          <a:lstStyle>
            <a:lvl1pPr lvl="0" algn="ctr" rtl="0">
              <a:lnSpc>
                <a:spcPct val="90000"/>
              </a:lnSpc>
              <a:spcBef>
                <a:spcPts val="750"/>
              </a:spcBef>
              <a:spcAft>
                <a:spcPts val="0"/>
              </a:spcAft>
              <a:buClr>
                <a:schemeClr val="dk1"/>
              </a:buClr>
              <a:buSzPts val="1800"/>
              <a:buNone/>
              <a:defRPr sz="1800"/>
            </a:lvl1pPr>
            <a:lvl2pPr lvl="1" algn="ctr" rtl="0">
              <a:lnSpc>
                <a:spcPct val="90000"/>
              </a:lnSpc>
              <a:spcBef>
                <a:spcPts val="375"/>
              </a:spcBef>
              <a:spcAft>
                <a:spcPts val="0"/>
              </a:spcAft>
              <a:buClr>
                <a:schemeClr val="dk1"/>
              </a:buClr>
              <a:buSzPts val="1500"/>
              <a:buNone/>
              <a:defRPr sz="1500"/>
            </a:lvl2pPr>
            <a:lvl3pPr lvl="2" algn="ctr" rtl="0">
              <a:lnSpc>
                <a:spcPct val="90000"/>
              </a:lnSpc>
              <a:spcBef>
                <a:spcPts val="375"/>
              </a:spcBef>
              <a:spcAft>
                <a:spcPts val="0"/>
              </a:spcAft>
              <a:buClr>
                <a:schemeClr val="dk1"/>
              </a:buClr>
              <a:buSzPts val="1350"/>
              <a:buNone/>
              <a:defRPr sz="1350"/>
            </a:lvl3pPr>
            <a:lvl4pPr lvl="3" algn="ctr" rtl="0">
              <a:lnSpc>
                <a:spcPct val="90000"/>
              </a:lnSpc>
              <a:spcBef>
                <a:spcPts val="375"/>
              </a:spcBef>
              <a:spcAft>
                <a:spcPts val="0"/>
              </a:spcAft>
              <a:buClr>
                <a:schemeClr val="dk1"/>
              </a:buClr>
              <a:buSzPts val="1200"/>
              <a:buNone/>
              <a:defRPr sz="1200"/>
            </a:lvl4pPr>
            <a:lvl5pPr lvl="4" algn="ctr" rtl="0">
              <a:lnSpc>
                <a:spcPct val="90000"/>
              </a:lnSpc>
              <a:spcBef>
                <a:spcPts val="375"/>
              </a:spcBef>
              <a:spcAft>
                <a:spcPts val="0"/>
              </a:spcAft>
              <a:buClr>
                <a:schemeClr val="dk1"/>
              </a:buClr>
              <a:buSzPts val="1200"/>
              <a:buNone/>
              <a:defRPr sz="1200"/>
            </a:lvl5pPr>
            <a:lvl6pPr lvl="5" algn="ctr" rtl="0">
              <a:lnSpc>
                <a:spcPct val="90000"/>
              </a:lnSpc>
              <a:spcBef>
                <a:spcPts val="375"/>
              </a:spcBef>
              <a:spcAft>
                <a:spcPts val="0"/>
              </a:spcAft>
              <a:buClr>
                <a:schemeClr val="dk1"/>
              </a:buClr>
              <a:buSzPts val="1200"/>
              <a:buNone/>
              <a:defRPr sz="1200"/>
            </a:lvl6pPr>
            <a:lvl7pPr lvl="6" algn="ctr" rtl="0">
              <a:lnSpc>
                <a:spcPct val="90000"/>
              </a:lnSpc>
              <a:spcBef>
                <a:spcPts val="375"/>
              </a:spcBef>
              <a:spcAft>
                <a:spcPts val="0"/>
              </a:spcAft>
              <a:buClr>
                <a:schemeClr val="dk1"/>
              </a:buClr>
              <a:buSzPts val="1200"/>
              <a:buNone/>
              <a:defRPr sz="1200"/>
            </a:lvl7pPr>
            <a:lvl8pPr lvl="7" algn="ctr" rtl="0">
              <a:lnSpc>
                <a:spcPct val="90000"/>
              </a:lnSpc>
              <a:spcBef>
                <a:spcPts val="375"/>
              </a:spcBef>
              <a:spcAft>
                <a:spcPts val="0"/>
              </a:spcAft>
              <a:buClr>
                <a:schemeClr val="dk1"/>
              </a:buClr>
              <a:buSzPts val="1200"/>
              <a:buNone/>
              <a:defRPr sz="1200"/>
            </a:lvl8pPr>
            <a:lvl9pPr lvl="8" algn="ctr" rtl="0">
              <a:lnSpc>
                <a:spcPct val="90000"/>
              </a:lnSpc>
              <a:spcBef>
                <a:spcPts val="375"/>
              </a:spcBef>
              <a:spcAft>
                <a:spcPts val="0"/>
              </a:spcAft>
              <a:buClr>
                <a:schemeClr val="dk1"/>
              </a:buClr>
              <a:buSzPts val="1200"/>
              <a:buNone/>
              <a:defRPr sz="1200"/>
            </a:lvl9pPr>
          </a:lstStyle>
          <a:p>
            <a:endParaRPr/>
          </a:p>
        </p:txBody>
      </p:sp>
      <p:sp>
        <p:nvSpPr>
          <p:cNvPr id="20" name="Google Shape;20;p77"/>
          <p:cNvSpPr txBox="1">
            <a:spLocks noGrp="1"/>
          </p:cNvSpPr>
          <p:nvPr>
            <p:ph type="dt" idx="10"/>
          </p:nvPr>
        </p:nvSpPr>
        <p:spPr>
          <a:xfrm>
            <a:off x="838200" y="6356351"/>
            <a:ext cx="2743200" cy="3651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21" name="Google Shape;21;p77"/>
          <p:cNvSpPr txBox="1">
            <a:spLocks noGrp="1"/>
          </p:cNvSpPr>
          <p:nvPr>
            <p:ph type="ftr" idx="11"/>
          </p:nvPr>
        </p:nvSpPr>
        <p:spPr>
          <a:xfrm>
            <a:off x="4038600" y="6356351"/>
            <a:ext cx="4114800" cy="365100"/>
          </a:xfrm>
          <a:prstGeom prst="rect">
            <a:avLst/>
          </a:prstGeom>
          <a:noFill/>
          <a:ln>
            <a:noFill/>
          </a:ln>
        </p:spPr>
        <p:txBody>
          <a:bodyPr spcFirstLastPara="1" wrap="square" lIns="91425" tIns="45700" rIns="91425" bIns="45700" anchor="ctr" anchorCtr="0">
            <a:noAutofit/>
          </a:bodyPr>
          <a:lstStyle>
            <a:lvl1pPr lvl="0" algn="ctr"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22" name="Google Shape;22;p77"/>
          <p:cNvSpPr txBox="1">
            <a:spLocks noGrp="1"/>
          </p:cNvSpPr>
          <p:nvPr>
            <p:ph type="sldNum" idx="12"/>
          </p:nvPr>
        </p:nvSpPr>
        <p:spPr>
          <a:xfrm>
            <a:off x="8610600" y="6356351"/>
            <a:ext cx="2743200" cy="365100"/>
          </a:xfrm>
          <a:prstGeom prst="rect">
            <a:avLst/>
          </a:prstGeom>
          <a:noFill/>
          <a:ln>
            <a:noFill/>
          </a:ln>
        </p:spPr>
        <p:txBody>
          <a:bodyPr spcFirstLastPara="1" wrap="square" lIns="91425" tIns="45700" rIns="91425" bIns="45700" anchor="ctr" anchorCtr="0">
            <a:noAutofit/>
          </a:bodyPr>
          <a:lstStyle>
            <a:lvl1pPr marL="0" lvl="0" indent="0" algn="r" rtl="0">
              <a:spcBef>
                <a:spcPts val="0"/>
              </a:spcBef>
              <a:buNone/>
              <a:defRPr>
                <a:solidFill>
                  <a:srgbClr val="888888"/>
                </a:solidFill>
              </a:defRPr>
            </a:lvl1pPr>
            <a:lvl2pPr marL="0" lvl="1" indent="0" algn="r" rtl="0">
              <a:spcBef>
                <a:spcPts val="0"/>
              </a:spcBef>
              <a:buNone/>
              <a:defRPr>
                <a:solidFill>
                  <a:srgbClr val="888888"/>
                </a:solidFill>
              </a:defRPr>
            </a:lvl2pPr>
            <a:lvl3pPr marL="0" lvl="2" indent="0" algn="r" rtl="0">
              <a:spcBef>
                <a:spcPts val="0"/>
              </a:spcBef>
              <a:buNone/>
              <a:defRPr>
                <a:solidFill>
                  <a:srgbClr val="888888"/>
                </a:solidFill>
              </a:defRPr>
            </a:lvl3pPr>
            <a:lvl4pPr marL="0" lvl="3" indent="0" algn="r" rtl="0">
              <a:spcBef>
                <a:spcPts val="0"/>
              </a:spcBef>
              <a:buNone/>
              <a:defRPr>
                <a:solidFill>
                  <a:srgbClr val="888888"/>
                </a:solidFill>
              </a:defRPr>
            </a:lvl4pPr>
            <a:lvl5pPr marL="0" lvl="4" indent="0" algn="r" rtl="0">
              <a:spcBef>
                <a:spcPts val="0"/>
              </a:spcBef>
              <a:buNone/>
              <a:defRPr>
                <a:solidFill>
                  <a:srgbClr val="888888"/>
                </a:solidFill>
              </a:defRPr>
            </a:lvl5pPr>
            <a:lvl6pPr marL="0" lvl="5" indent="0" algn="r" rtl="0">
              <a:spcBef>
                <a:spcPts val="0"/>
              </a:spcBef>
              <a:buNone/>
              <a:defRPr>
                <a:solidFill>
                  <a:srgbClr val="888888"/>
                </a:solidFill>
              </a:defRPr>
            </a:lvl6pPr>
            <a:lvl7pPr marL="0" lvl="6" indent="0" algn="r" rtl="0">
              <a:spcBef>
                <a:spcPts val="0"/>
              </a:spcBef>
              <a:buNone/>
              <a:defRPr>
                <a:solidFill>
                  <a:srgbClr val="888888"/>
                </a:solidFill>
              </a:defRPr>
            </a:lvl7pPr>
            <a:lvl8pPr marL="0" lvl="7" indent="0" algn="r" rtl="0">
              <a:spcBef>
                <a:spcPts val="0"/>
              </a:spcBef>
              <a:buNone/>
              <a:defRPr>
                <a:solidFill>
                  <a:srgbClr val="888888"/>
                </a:solidFill>
              </a:defRPr>
            </a:lvl8pPr>
            <a:lvl9pPr marL="0" lvl="8" indent="0" algn="r" rtl="0">
              <a:spcBef>
                <a:spcPts val="0"/>
              </a:spcBef>
              <a:buNone/>
              <a:defRPr>
                <a:solidFill>
                  <a:srgbClr val="888888"/>
                </a:solidFill>
              </a:defRPr>
            </a:lvl9pPr>
          </a:lstStyle>
          <a:p>
            <a:fld id="{00000000-1234-1234-1234-123412341234}" type="slidenum">
              <a:rPr lang="uk-UA" smtClean="0"/>
              <a:pPr/>
              <a:t>‹#›</a:t>
            </a:fld>
            <a:endParaRPr lang="uk-UA"/>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Title and Content" type="obj">
  <p:cSld name="OBJECT">
    <p:spTree>
      <p:nvGrpSpPr>
        <p:cNvPr id="1" name="Shape 23"/>
        <p:cNvGrpSpPr/>
        <p:nvPr/>
      </p:nvGrpSpPr>
      <p:grpSpPr>
        <a:xfrm>
          <a:off x="0" y="0"/>
          <a:ext cx="0" cy="0"/>
          <a:chOff x="0" y="0"/>
          <a:chExt cx="0" cy="0"/>
        </a:xfrm>
      </p:grpSpPr>
      <p:sp>
        <p:nvSpPr>
          <p:cNvPr id="24" name="Google Shape;24;p78"/>
          <p:cNvSpPr txBox="1">
            <a:spLocks noGrp="1"/>
          </p:cNvSpPr>
          <p:nvPr>
            <p:ph type="title"/>
          </p:nvPr>
        </p:nvSpPr>
        <p:spPr>
          <a:xfrm>
            <a:off x="838200" y="365126"/>
            <a:ext cx="10515600" cy="1325700"/>
          </a:xfrm>
          <a:prstGeom prst="rect">
            <a:avLst/>
          </a:prstGeom>
          <a:noFill/>
          <a:ln>
            <a:noFill/>
          </a:ln>
        </p:spPr>
        <p:txBody>
          <a:bodyPr spcFirstLastPara="1" wrap="square" lIns="91425" tIns="45700" rIns="91425" bIns="45700" anchor="ctr" anchorCtr="0">
            <a:normAutofit/>
          </a:bodyPr>
          <a:lstStyle>
            <a:lvl1pPr lvl="0" algn="l" rtl="0">
              <a:lnSpc>
                <a:spcPct val="90000"/>
              </a:lnSpc>
              <a:spcBef>
                <a:spcPts val="0"/>
              </a:spcBef>
              <a:spcAft>
                <a:spcPts val="0"/>
              </a:spcAft>
              <a:buClr>
                <a:schemeClr val="dk1"/>
              </a:buClr>
              <a:buSzPts val="1800"/>
              <a:buNone/>
              <a:defRPr/>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endParaRPr/>
          </a:p>
        </p:txBody>
      </p:sp>
      <p:sp>
        <p:nvSpPr>
          <p:cNvPr id="25" name="Google Shape;25;p78"/>
          <p:cNvSpPr txBox="1">
            <a:spLocks noGrp="1"/>
          </p:cNvSpPr>
          <p:nvPr>
            <p:ph type="body" idx="1"/>
          </p:nvPr>
        </p:nvSpPr>
        <p:spPr>
          <a:xfrm>
            <a:off x="838200" y="1825625"/>
            <a:ext cx="10515600" cy="4351200"/>
          </a:xfrm>
          <a:prstGeom prst="rect">
            <a:avLst/>
          </a:prstGeom>
          <a:noFill/>
          <a:ln>
            <a:noFill/>
          </a:ln>
        </p:spPr>
        <p:txBody>
          <a:bodyPr spcFirstLastPara="1" wrap="square" lIns="91425" tIns="45700" rIns="91425" bIns="45700" anchor="t" anchorCtr="0">
            <a:normAutofit/>
          </a:bodyPr>
          <a:lstStyle>
            <a:lvl1pPr marL="457200" lvl="0" indent="-342900" algn="l" rtl="0">
              <a:lnSpc>
                <a:spcPct val="90000"/>
              </a:lnSpc>
              <a:spcBef>
                <a:spcPts val="750"/>
              </a:spcBef>
              <a:spcAft>
                <a:spcPts val="0"/>
              </a:spcAft>
              <a:buClr>
                <a:schemeClr val="dk1"/>
              </a:buClr>
              <a:buSzPts val="1800"/>
              <a:buChar char="•"/>
              <a:defRPr/>
            </a:lvl1pPr>
            <a:lvl2pPr marL="914400" lvl="1" indent="-342900" algn="l" rtl="0">
              <a:lnSpc>
                <a:spcPct val="90000"/>
              </a:lnSpc>
              <a:spcBef>
                <a:spcPts val="375"/>
              </a:spcBef>
              <a:spcAft>
                <a:spcPts val="0"/>
              </a:spcAft>
              <a:buClr>
                <a:schemeClr val="dk1"/>
              </a:buClr>
              <a:buSzPts val="1800"/>
              <a:buChar char="•"/>
              <a:defRPr/>
            </a:lvl2pPr>
            <a:lvl3pPr marL="1371600" lvl="2" indent="-342900" algn="l" rtl="0">
              <a:lnSpc>
                <a:spcPct val="90000"/>
              </a:lnSpc>
              <a:spcBef>
                <a:spcPts val="375"/>
              </a:spcBef>
              <a:spcAft>
                <a:spcPts val="0"/>
              </a:spcAft>
              <a:buClr>
                <a:schemeClr val="dk1"/>
              </a:buClr>
              <a:buSzPts val="1800"/>
              <a:buChar char="•"/>
              <a:defRPr/>
            </a:lvl3pPr>
            <a:lvl4pPr marL="1828800" lvl="3" indent="-342900" algn="l" rtl="0">
              <a:lnSpc>
                <a:spcPct val="90000"/>
              </a:lnSpc>
              <a:spcBef>
                <a:spcPts val="375"/>
              </a:spcBef>
              <a:spcAft>
                <a:spcPts val="0"/>
              </a:spcAft>
              <a:buClr>
                <a:schemeClr val="dk1"/>
              </a:buClr>
              <a:buSzPts val="1800"/>
              <a:buChar char="•"/>
              <a:defRPr/>
            </a:lvl4pPr>
            <a:lvl5pPr marL="2286000" lvl="4" indent="-342900" algn="l" rtl="0">
              <a:lnSpc>
                <a:spcPct val="90000"/>
              </a:lnSpc>
              <a:spcBef>
                <a:spcPts val="375"/>
              </a:spcBef>
              <a:spcAft>
                <a:spcPts val="0"/>
              </a:spcAft>
              <a:buClr>
                <a:schemeClr val="dk1"/>
              </a:buClr>
              <a:buSzPts val="1800"/>
              <a:buChar char="•"/>
              <a:defRPr/>
            </a:lvl5pPr>
            <a:lvl6pPr marL="2743200" lvl="5" indent="-342900" algn="l" rtl="0">
              <a:lnSpc>
                <a:spcPct val="90000"/>
              </a:lnSpc>
              <a:spcBef>
                <a:spcPts val="375"/>
              </a:spcBef>
              <a:spcAft>
                <a:spcPts val="0"/>
              </a:spcAft>
              <a:buClr>
                <a:schemeClr val="dk1"/>
              </a:buClr>
              <a:buSzPts val="1800"/>
              <a:buChar char="•"/>
              <a:defRPr/>
            </a:lvl6pPr>
            <a:lvl7pPr marL="3200400" lvl="6" indent="-342900" algn="l" rtl="0">
              <a:lnSpc>
                <a:spcPct val="90000"/>
              </a:lnSpc>
              <a:spcBef>
                <a:spcPts val="375"/>
              </a:spcBef>
              <a:spcAft>
                <a:spcPts val="0"/>
              </a:spcAft>
              <a:buClr>
                <a:schemeClr val="dk1"/>
              </a:buClr>
              <a:buSzPts val="1800"/>
              <a:buChar char="•"/>
              <a:defRPr/>
            </a:lvl7pPr>
            <a:lvl8pPr marL="3657600" lvl="7" indent="-342900" algn="l" rtl="0">
              <a:lnSpc>
                <a:spcPct val="90000"/>
              </a:lnSpc>
              <a:spcBef>
                <a:spcPts val="375"/>
              </a:spcBef>
              <a:spcAft>
                <a:spcPts val="0"/>
              </a:spcAft>
              <a:buClr>
                <a:schemeClr val="dk1"/>
              </a:buClr>
              <a:buSzPts val="1800"/>
              <a:buChar char="•"/>
              <a:defRPr/>
            </a:lvl8pPr>
            <a:lvl9pPr marL="4114800" lvl="8" indent="-342900" algn="l" rtl="0">
              <a:lnSpc>
                <a:spcPct val="90000"/>
              </a:lnSpc>
              <a:spcBef>
                <a:spcPts val="375"/>
              </a:spcBef>
              <a:spcAft>
                <a:spcPts val="0"/>
              </a:spcAft>
              <a:buClr>
                <a:schemeClr val="dk1"/>
              </a:buClr>
              <a:buSzPts val="1800"/>
              <a:buChar char="•"/>
              <a:defRPr/>
            </a:lvl9pPr>
          </a:lstStyle>
          <a:p>
            <a:endParaRPr/>
          </a:p>
        </p:txBody>
      </p:sp>
      <p:sp>
        <p:nvSpPr>
          <p:cNvPr id="26" name="Google Shape;26;p78"/>
          <p:cNvSpPr txBox="1">
            <a:spLocks noGrp="1"/>
          </p:cNvSpPr>
          <p:nvPr>
            <p:ph type="dt" idx="10"/>
          </p:nvPr>
        </p:nvSpPr>
        <p:spPr>
          <a:xfrm>
            <a:off x="838200" y="6356351"/>
            <a:ext cx="2743200" cy="3651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27" name="Google Shape;27;p78"/>
          <p:cNvSpPr txBox="1">
            <a:spLocks noGrp="1"/>
          </p:cNvSpPr>
          <p:nvPr>
            <p:ph type="ftr" idx="11"/>
          </p:nvPr>
        </p:nvSpPr>
        <p:spPr>
          <a:xfrm>
            <a:off x="4038600" y="6356351"/>
            <a:ext cx="4114800" cy="365100"/>
          </a:xfrm>
          <a:prstGeom prst="rect">
            <a:avLst/>
          </a:prstGeom>
          <a:noFill/>
          <a:ln>
            <a:noFill/>
          </a:ln>
        </p:spPr>
        <p:txBody>
          <a:bodyPr spcFirstLastPara="1" wrap="square" lIns="91425" tIns="45700" rIns="91425" bIns="45700" anchor="ctr" anchorCtr="0">
            <a:noAutofit/>
          </a:bodyPr>
          <a:lstStyle>
            <a:lvl1pPr lvl="0" algn="ctr"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28" name="Google Shape;28;p78"/>
          <p:cNvSpPr txBox="1">
            <a:spLocks noGrp="1"/>
          </p:cNvSpPr>
          <p:nvPr>
            <p:ph type="sldNum" idx="12"/>
          </p:nvPr>
        </p:nvSpPr>
        <p:spPr>
          <a:xfrm>
            <a:off x="8610600" y="6356351"/>
            <a:ext cx="2743200" cy="365100"/>
          </a:xfrm>
          <a:prstGeom prst="rect">
            <a:avLst/>
          </a:prstGeom>
          <a:noFill/>
          <a:ln>
            <a:noFill/>
          </a:ln>
        </p:spPr>
        <p:txBody>
          <a:bodyPr spcFirstLastPara="1" wrap="square" lIns="91425" tIns="45700" rIns="91425" bIns="45700" anchor="ctr" anchorCtr="0">
            <a:noAutofit/>
          </a:bodyPr>
          <a:lstStyle>
            <a:lvl1pPr marL="0" lvl="0" indent="0" algn="r" rtl="0">
              <a:spcBef>
                <a:spcPts val="0"/>
              </a:spcBef>
              <a:buNone/>
              <a:defRPr>
                <a:solidFill>
                  <a:srgbClr val="888888"/>
                </a:solidFill>
              </a:defRPr>
            </a:lvl1pPr>
            <a:lvl2pPr marL="0" lvl="1" indent="0" algn="r" rtl="0">
              <a:spcBef>
                <a:spcPts val="0"/>
              </a:spcBef>
              <a:buNone/>
              <a:defRPr>
                <a:solidFill>
                  <a:srgbClr val="888888"/>
                </a:solidFill>
              </a:defRPr>
            </a:lvl2pPr>
            <a:lvl3pPr marL="0" lvl="2" indent="0" algn="r" rtl="0">
              <a:spcBef>
                <a:spcPts val="0"/>
              </a:spcBef>
              <a:buNone/>
              <a:defRPr>
                <a:solidFill>
                  <a:srgbClr val="888888"/>
                </a:solidFill>
              </a:defRPr>
            </a:lvl3pPr>
            <a:lvl4pPr marL="0" lvl="3" indent="0" algn="r" rtl="0">
              <a:spcBef>
                <a:spcPts val="0"/>
              </a:spcBef>
              <a:buNone/>
              <a:defRPr>
                <a:solidFill>
                  <a:srgbClr val="888888"/>
                </a:solidFill>
              </a:defRPr>
            </a:lvl4pPr>
            <a:lvl5pPr marL="0" lvl="4" indent="0" algn="r" rtl="0">
              <a:spcBef>
                <a:spcPts val="0"/>
              </a:spcBef>
              <a:buNone/>
              <a:defRPr>
                <a:solidFill>
                  <a:srgbClr val="888888"/>
                </a:solidFill>
              </a:defRPr>
            </a:lvl5pPr>
            <a:lvl6pPr marL="0" lvl="5" indent="0" algn="r" rtl="0">
              <a:spcBef>
                <a:spcPts val="0"/>
              </a:spcBef>
              <a:buNone/>
              <a:defRPr>
                <a:solidFill>
                  <a:srgbClr val="888888"/>
                </a:solidFill>
              </a:defRPr>
            </a:lvl6pPr>
            <a:lvl7pPr marL="0" lvl="6" indent="0" algn="r" rtl="0">
              <a:spcBef>
                <a:spcPts val="0"/>
              </a:spcBef>
              <a:buNone/>
              <a:defRPr>
                <a:solidFill>
                  <a:srgbClr val="888888"/>
                </a:solidFill>
              </a:defRPr>
            </a:lvl7pPr>
            <a:lvl8pPr marL="0" lvl="7" indent="0" algn="r" rtl="0">
              <a:spcBef>
                <a:spcPts val="0"/>
              </a:spcBef>
              <a:buNone/>
              <a:defRPr>
                <a:solidFill>
                  <a:srgbClr val="888888"/>
                </a:solidFill>
              </a:defRPr>
            </a:lvl8pPr>
            <a:lvl9pPr marL="0" lvl="8" indent="0" algn="r" rtl="0">
              <a:spcBef>
                <a:spcPts val="0"/>
              </a:spcBef>
              <a:buNone/>
              <a:defRPr>
                <a:solidFill>
                  <a:srgbClr val="888888"/>
                </a:solidFill>
              </a:defRPr>
            </a:lvl9pPr>
          </a:lstStyle>
          <a:p>
            <a:fld id="{00000000-1234-1234-1234-123412341234}" type="slidenum">
              <a:rPr lang="uk-UA" smtClean="0"/>
              <a:pPr/>
              <a:t>‹#›</a:t>
            </a:fld>
            <a:endParaRPr lang="uk-UA"/>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Section Header" type="secHead">
  <p:cSld name="SECTION_HEADER">
    <p:spTree>
      <p:nvGrpSpPr>
        <p:cNvPr id="1" name="Shape 29"/>
        <p:cNvGrpSpPr/>
        <p:nvPr/>
      </p:nvGrpSpPr>
      <p:grpSpPr>
        <a:xfrm>
          <a:off x="0" y="0"/>
          <a:ext cx="0" cy="0"/>
          <a:chOff x="0" y="0"/>
          <a:chExt cx="0" cy="0"/>
        </a:xfrm>
      </p:grpSpPr>
      <p:sp>
        <p:nvSpPr>
          <p:cNvPr id="30" name="Google Shape;30;p79"/>
          <p:cNvSpPr txBox="1">
            <a:spLocks noGrp="1"/>
          </p:cNvSpPr>
          <p:nvPr>
            <p:ph type="title"/>
          </p:nvPr>
        </p:nvSpPr>
        <p:spPr>
          <a:xfrm>
            <a:off x="831851" y="1709739"/>
            <a:ext cx="10515600" cy="2852700"/>
          </a:xfrm>
          <a:prstGeom prst="rect">
            <a:avLst/>
          </a:prstGeom>
          <a:noFill/>
          <a:ln>
            <a:noFill/>
          </a:ln>
        </p:spPr>
        <p:txBody>
          <a:bodyPr spcFirstLastPara="1" wrap="square" lIns="91425" tIns="45700" rIns="91425" bIns="45700" anchor="b" anchorCtr="0">
            <a:normAutofit/>
          </a:bodyPr>
          <a:lstStyle>
            <a:lvl1pPr lvl="0" algn="l" rtl="0">
              <a:lnSpc>
                <a:spcPct val="90000"/>
              </a:lnSpc>
              <a:spcBef>
                <a:spcPts val="0"/>
              </a:spcBef>
              <a:spcAft>
                <a:spcPts val="0"/>
              </a:spcAft>
              <a:buClr>
                <a:schemeClr val="dk1"/>
              </a:buClr>
              <a:buSzPts val="4500"/>
              <a:buFont typeface="Calibri"/>
              <a:buNone/>
              <a:defRPr sz="4500"/>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endParaRPr/>
          </a:p>
        </p:txBody>
      </p:sp>
      <p:sp>
        <p:nvSpPr>
          <p:cNvPr id="31" name="Google Shape;31;p79"/>
          <p:cNvSpPr txBox="1">
            <a:spLocks noGrp="1"/>
          </p:cNvSpPr>
          <p:nvPr>
            <p:ph type="body" idx="1"/>
          </p:nvPr>
        </p:nvSpPr>
        <p:spPr>
          <a:xfrm>
            <a:off x="831851" y="4589464"/>
            <a:ext cx="10515600" cy="1500300"/>
          </a:xfrm>
          <a:prstGeom prst="rect">
            <a:avLst/>
          </a:prstGeom>
          <a:noFill/>
          <a:ln>
            <a:noFill/>
          </a:ln>
        </p:spPr>
        <p:txBody>
          <a:bodyPr spcFirstLastPara="1" wrap="square" lIns="91425" tIns="45700" rIns="91425" bIns="45700" anchor="t" anchorCtr="0">
            <a:normAutofit/>
          </a:bodyPr>
          <a:lstStyle>
            <a:lvl1pPr marL="457200" lvl="0" indent="-228600" algn="l" rtl="0">
              <a:lnSpc>
                <a:spcPct val="90000"/>
              </a:lnSpc>
              <a:spcBef>
                <a:spcPts val="750"/>
              </a:spcBef>
              <a:spcAft>
                <a:spcPts val="0"/>
              </a:spcAft>
              <a:buClr>
                <a:srgbClr val="888888"/>
              </a:buClr>
              <a:buSzPts val="1800"/>
              <a:buNone/>
              <a:defRPr sz="1800">
                <a:solidFill>
                  <a:srgbClr val="888888"/>
                </a:solidFill>
              </a:defRPr>
            </a:lvl1pPr>
            <a:lvl2pPr marL="914400" lvl="1" indent="-228600" algn="l" rtl="0">
              <a:lnSpc>
                <a:spcPct val="90000"/>
              </a:lnSpc>
              <a:spcBef>
                <a:spcPts val="375"/>
              </a:spcBef>
              <a:spcAft>
                <a:spcPts val="0"/>
              </a:spcAft>
              <a:buClr>
                <a:srgbClr val="888888"/>
              </a:buClr>
              <a:buSzPts val="1500"/>
              <a:buNone/>
              <a:defRPr sz="1500">
                <a:solidFill>
                  <a:srgbClr val="888888"/>
                </a:solidFill>
              </a:defRPr>
            </a:lvl2pPr>
            <a:lvl3pPr marL="1371600" lvl="2" indent="-228600" algn="l" rtl="0">
              <a:lnSpc>
                <a:spcPct val="90000"/>
              </a:lnSpc>
              <a:spcBef>
                <a:spcPts val="375"/>
              </a:spcBef>
              <a:spcAft>
                <a:spcPts val="0"/>
              </a:spcAft>
              <a:buClr>
                <a:srgbClr val="888888"/>
              </a:buClr>
              <a:buSzPts val="1350"/>
              <a:buNone/>
              <a:defRPr sz="1350">
                <a:solidFill>
                  <a:srgbClr val="888888"/>
                </a:solidFill>
              </a:defRPr>
            </a:lvl3pPr>
            <a:lvl4pPr marL="1828800" lvl="3" indent="-228600" algn="l" rtl="0">
              <a:lnSpc>
                <a:spcPct val="90000"/>
              </a:lnSpc>
              <a:spcBef>
                <a:spcPts val="375"/>
              </a:spcBef>
              <a:spcAft>
                <a:spcPts val="0"/>
              </a:spcAft>
              <a:buClr>
                <a:srgbClr val="888888"/>
              </a:buClr>
              <a:buSzPts val="1200"/>
              <a:buNone/>
              <a:defRPr sz="1200">
                <a:solidFill>
                  <a:srgbClr val="888888"/>
                </a:solidFill>
              </a:defRPr>
            </a:lvl4pPr>
            <a:lvl5pPr marL="2286000" lvl="4" indent="-228600" algn="l" rtl="0">
              <a:lnSpc>
                <a:spcPct val="90000"/>
              </a:lnSpc>
              <a:spcBef>
                <a:spcPts val="375"/>
              </a:spcBef>
              <a:spcAft>
                <a:spcPts val="0"/>
              </a:spcAft>
              <a:buClr>
                <a:srgbClr val="888888"/>
              </a:buClr>
              <a:buSzPts val="1200"/>
              <a:buNone/>
              <a:defRPr sz="1200">
                <a:solidFill>
                  <a:srgbClr val="888888"/>
                </a:solidFill>
              </a:defRPr>
            </a:lvl5pPr>
            <a:lvl6pPr marL="2743200" lvl="5" indent="-228600" algn="l" rtl="0">
              <a:lnSpc>
                <a:spcPct val="90000"/>
              </a:lnSpc>
              <a:spcBef>
                <a:spcPts val="375"/>
              </a:spcBef>
              <a:spcAft>
                <a:spcPts val="0"/>
              </a:spcAft>
              <a:buClr>
                <a:srgbClr val="888888"/>
              </a:buClr>
              <a:buSzPts val="1200"/>
              <a:buNone/>
              <a:defRPr sz="1200">
                <a:solidFill>
                  <a:srgbClr val="888888"/>
                </a:solidFill>
              </a:defRPr>
            </a:lvl6pPr>
            <a:lvl7pPr marL="3200400" lvl="6" indent="-228600" algn="l" rtl="0">
              <a:lnSpc>
                <a:spcPct val="90000"/>
              </a:lnSpc>
              <a:spcBef>
                <a:spcPts val="375"/>
              </a:spcBef>
              <a:spcAft>
                <a:spcPts val="0"/>
              </a:spcAft>
              <a:buClr>
                <a:srgbClr val="888888"/>
              </a:buClr>
              <a:buSzPts val="1200"/>
              <a:buNone/>
              <a:defRPr sz="1200">
                <a:solidFill>
                  <a:srgbClr val="888888"/>
                </a:solidFill>
              </a:defRPr>
            </a:lvl7pPr>
            <a:lvl8pPr marL="3657600" lvl="7" indent="-228600" algn="l" rtl="0">
              <a:lnSpc>
                <a:spcPct val="90000"/>
              </a:lnSpc>
              <a:spcBef>
                <a:spcPts val="375"/>
              </a:spcBef>
              <a:spcAft>
                <a:spcPts val="0"/>
              </a:spcAft>
              <a:buClr>
                <a:srgbClr val="888888"/>
              </a:buClr>
              <a:buSzPts val="1200"/>
              <a:buNone/>
              <a:defRPr sz="1200">
                <a:solidFill>
                  <a:srgbClr val="888888"/>
                </a:solidFill>
              </a:defRPr>
            </a:lvl8pPr>
            <a:lvl9pPr marL="4114800" lvl="8" indent="-228600" algn="l" rtl="0">
              <a:lnSpc>
                <a:spcPct val="90000"/>
              </a:lnSpc>
              <a:spcBef>
                <a:spcPts val="375"/>
              </a:spcBef>
              <a:spcAft>
                <a:spcPts val="0"/>
              </a:spcAft>
              <a:buClr>
                <a:srgbClr val="888888"/>
              </a:buClr>
              <a:buSzPts val="1200"/>
              <a:buNone/>
              <a:defRPr sz="1200">
                <a:solidFill>
                  <a:srgbClr val="888888"/>
                </a:solidFill>
              </a:defRPr>
            </a:lvl9pPr>
          </a:lstStyle>
          <a:p>
            <a:endParaRPr/>
          </a:p>
        </p:txBody>
      </p:sp>
      <p:sp>
        <p:nvSpPr>
          <p:cNvPr id="32" name="Google Shape;32;p79"/>
          <p:cNvSpPr txBox="1">
            <a:spLocks noGrp="1"/>
          </p:cNvSpPr>
          <p:nvPr>
            <p:ph type="dt" idx="10"/>
          </p:nvPr>
        </p:nvSpPr>
        <p:spPr>
          <a:xfrm>
            <a:off x="838200" y="6356351"/>
            <a:ext cx="2743200" cy="3651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33" name="Google Shape;33;p79"/>
          <p:cNvSpPr txBox="1">
            <a:spLocks noGrp="1"/>
          </p:cNvSpPr>
          <p:nvPr>
            <p:ph type="ftr" idx="11"/>
          </p:nvPr>
        </p:nvSpPr>
        <p:spPr>
          <a:xfrm>
            <a:off x="4038600" y="6356351"/>
            <a:ext cx="4114800" cy="365100"/>
          </a:xfrm>
          <a:prstGeom prst="rect">
            <a:avLst/>
          </a:prstGeom>
          <a:noFill/>
          <a:ln>
            <a:noFill/>
          </a:ln>
        </p:spPr>
        <p:txBody>
          <a:bodyPr spcFirstLastPara="1" wrap="square" lIns="91425" tIns="45700" rIns="91425" bIns="45700" anchor="ctr" anchorCtr="0">
            <a:noAutofit/>
          </a:bodyPr>
          <a:lstStyle>
            <a:lvl1pPr lvl="0" algn="ctr"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34" name="Google Shape;34;p79"/>
          <p:cNvSpPr txBox="1">
            <a:spLocks noGrp="1"/>
          </p:cNvSpPr>
          <p:nvPr>
            <p:ph type="sldNum" idx="12"/>
          </p:nvPr>
        </p:nvSpPr>
        <p:spPr>
          <a:xfrm>
            <a:off x="8610600" y="6356351"/>
            <a:ext cx="2743200" cy="365100"/>
          </a:xfrm>
          <a:prstGeom prst="rect">
            <a:avLst/>
          </a:prstGeom>
          <a:noFill/>
          <a:ln>
            <a:noFill/>
          </a:ln>
        </p:spPr>
        <p:txBody>
          <a:bodyPr spcFirstLastPara="1" wrap="square" lIns="91425" tIns="45700" rIns="91425" bIns="45700" anchor="ctr" anchorCtr="0">
            <a:noAutofit/>
          </a:bodyPr>
          <a:lstStyle>
            <a:lvl1pPr marL="0" lvl="0" indent="0" algn="r" rtl="0">
              <a:spcBef>
                <a:spcPts val="0"/>
              </a:spcBef>
              <a:buNone/>
              <a:defRPr>
                <a:solidFill>
                  <a:srgbClr val="888888"/>
                </a:solidFill>
              </a:defRPr>
            </a:lvl1pPr>
            <a:lvl2pPr marL="0" lvl="1" indent="0" algn="r" rtl="0">
              <a:spcBef>
                <a:spcPts val="0"/>
              </a:spcBef>
              <a:buNone/>
              <a:defRPr>
                <a:solidFill>
                  <a:srgbClr val="888888"/>
                </a:solidFill>
              </a:defRPr>
            </a:lvl2pPr>
            <a:lvl3pPr marL="0" lvl="2" indent="0" algn="r" rtl="0">
              <a:spcBef>
                <a:spcPts val="0"/>
              </a:spcBef>
              <a:buNone/>
              <a:defRPr>
                <a:solidFill>
                  <a:srgbClr val="888888"/>
                </a:solidFill>
              </a:defRPr>
            </a:lvl3pPr>
            <a:lvl4pPr marL="0" lvl="3" indent="0" algn="r" rtl="0">
              <a:spcBef>
                <a:spcPts val="0"/>
              </a:spcBef>
              <a:buNone/>
              <a:defRPr>
                <a:solidFill>
                  <a:srgbClr val="888888"/>
                </a:solidFill>
              </a:defRPr>
            </a:lvl4pPr>
            <a:lvl5pPr marL="0" lvl="4" indent="0" algn="r" rtl="0">
              <a:spcBef>
                <a:spcPts val="0"/>
              </a:spcBef>
              <a:buNone/>
              <a:defRPr>
                <a:solidFill>
                  <a:srgbClr val="888888"/>
                </a:solidFill>
              </a:defRPr>
            </a:lvl5pPr>
            <a:lvl6pPr marL="0" lvl="5" indent="0" algn="r" rtl="0">
              <a:spcBef>
                <a:spcPts val="0"/>
              </a:spcBef>
              <a:buNone/>
              <a:defRPr>
                <a:solidFill>
                  <a:srgbClr val="888888"/>
                </a:solidFill>
              </a:defRPr>
            </a:lvl6pPr>
            <a:lvl7pPr marL="0" lvl="6" indent="0" algn="r" rtl="0">
              <a:spcBef>
                <a:spcPts val="0"/>
              </a:spcBef>
              <a:buNone/>
              <a:defRPr>
                <a:solidFill>
                  <a:srgbClr val="888888"/>
                </a:solidFill>
              </a:defRPr>
            </a:lvl7pPr>
            <a:lvl8pPr marL="0" lvl="7" indent="0" algn="r" rtl="0">
              <a:spcBef>
                <a:spcPts val="0"/>
              </a:spcBef>
              <a:buNone/>
              <a:defRPr>
                <a:solidFill>
                  <a:srgbClr val="888888"/>
                </a:solidFill>
              </a:defRPr>
            </a:lvl8pPr>
            <a:lvl9pPr marL="0" lvl="8" indent="0" algn="r" rtl="0">
              <a:spcBef>
                <a:spcPts val="0"/>
              </a:spcBef>
              <a:buNone/>
              <a:defRPr>
                <a:solidFill>
                  <a:srgbClr val="888888"/>
                </a:solidFill>
              </a:defRPr>
            </a:lvl9pPr>
          </a:lstStyle>
          <a:p>
            <a:fld id="{00000000-1234-1234-1234-123412341234}" type="slidenum">
              <a:rPr lang="uk-UA" smtClean="0"/>
              <a:pPr/>
              <a:t>‹#›</a:t>
            </a:fld>
            <a:endParaRPr lang="uk-UA"/>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Two Content" type="twoObj">
  <p:cSld name="TWO_OBJECTS">
    <p:spTree>
      <p:nvGrpSpPr>
        <p:cNvPr id="1" name="Shape 35"/>
        <p:cNvGrpSpPr/>
        <p:nvPr/>
      </p:nvGrpSpPr>
      <p:grpSpPr>
        <a:xfrm>
          <a:off x="0" y="0"/>
          <a:ext cx="0" cy="0"/>
          <a:chOff x="0" y="0"/>
          <a:chExt cx="0" cy="0"/>
        </a:xfrm>
      </p:grpSpPr>
      <p:sp>
        <p:nvSpPr>
          <p:cNvPr id="36" name="Google Shape;36;p80"/>
          <p:cNvSpPr txBox="1">
            <a:spLocks noGrp="1"/>
          </p:cNvSpPr>
          <p:nvPr>
            <p:ph type="title"/>
          </p:nvPr>
        </p:nvSpPr>
        <p:spPr>
          <a:xfrm>
            <a:off x="838200" y="365126"/>
            <a:ext cx="10515600" cy="1325700"/>
          </a:xfrm>
          <a:prstGeom prst="rect">
            <a:avLst/>
          </a:prstGeom>
          <a:noFill/>
          <a:ln>
            <a:noFill/>
          </a:ln>
        </p:spPr>
        <p:txBody>
          <a:bodyPr spcFirstLastPara="1" wrap="square" lIns="91425" tIns="45700" rIns="91425" bIns="45700" anchor="ctr" anchorCtr="0">
            <a:normAutofit/>
          </a:bodyPr>
          <a:lstStyle>
            <a:lvl1pPr lvl="0" algn="l" rtl="0">
              <a:lnSpc>
                <a:spcPct val="90000"/>
              </a:lnSpc>
              <a:spcBef>
                <a:spcPts val="0"/>
              </a:spcBef>
              <a:spcAft>
                <a:spcPts val="0"/>
              </a:spcAft>
              <a:buClr>
                <a:schemeClr val="dk1"/>
              </a:buClr>
              <a:buSzPts val="1800"/>
              <a:buNone/>
              <a:defRPr/>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endParaRPr/>
          </a:p>
        </p:txBody>
      </p:sp>
      <p:sp>
        <p:nvSpPr>
          <p:cNvPr id="37" name="Google Shape;37;p80"/>
          <p:cNvSpPr txBox="1">
            <a:spLocks noGrp="1"/>
          </p:cNvSpPr>
          <p:nvPr>
            <p:ph type="body" idx="1"/>
          </p:nvPr>
        </p:nvSpPr>
        <p:spPr>
          <a:xfrm>
            <a:off x="838200" y="1825625"/>
            <a:ext cx="5181600" cy="4351200"/>
          </a:xfrm>
          <a:prstGeom prst="rect">
            <a:avLst/>
          </a:prstGeom>
          <a:noFill/>
          <a:ln>
            <a:noFill/>
          </a:ln>
        </p:spPr>
        <p:txBody>
          <a:bodyPr spcFirstLastPara="1" wrap="square" lIns="91425" tIns="45700" rIns="91425" bIns="45700" anchor="t" anchorCtr="0">
            <a:normAutofit/>
          </a:bodyPr>
          <a:lstStyle>
            <a:lvl1pPr marL="457200" lvl="0" indent="-342900" algn="l" rtl="0">
              <a:lnSpc>
                <a:spcPct val="90000"/>
              </a:lnSpc>
              <a:spcBef>
                <a:spcPts val="750"/>
              </a:spcBef>
              <a:spcAft>
                <a:spcPts val="0"/>
              </a:spcAft>
              <a:buClr>
                <a:schemeClr val="dk1"/>
              </a:buClr>
              <a:buSzPts val="1800"/>
              <a:buChar char="•"/>
              <a:defRPr/>
            </a:lvl1pPr>
            <a:lvl2pPr marL="914400" lvl="1" indent="-342900" algn="l" rtl="0">
              <a:lnSpc>
                <a:spcPct val="90000"/>
              </a:lnSpc>
              <a:spcBef>
                <a:spcPts val="375"/>
              </a:spcBef>
              <a:spcAft>
                <a:spcPts val="0"/>
              </a:spcAft>
              <a:buClr>
                <a:schemeClr val="dk1"/>
              </a:buClr>
              <a:buSzPts val="1800"/>
              <a:buChar char="•"/>
              <a:defRPr/>
            </a:lvl2pPr>
            <a:lvl3pPr marL="1371600" lvl="2" indent="-342900" algn="l" rtl="0">
              <a:lnSpc>
                <a:spcPct val="90000"/>
              </a:lnSpc>
              <a:spcBef>
                <a:spcPts val="375"/>
              </a:spcBef>
              <a:spcAft>
                <a:spcPts val="0"/>
              </a:spcAft>
              <a:buClr>
                <a:schemeClr val="dk1"/>
              </a:buClr>
              <a:buSzPts val="1800"/>
              <a:buChar char="•"/>
              <a:defRPr/>
            </a:lvl3pPr>
            <a:lvl4pPr marL="1828800" lvl="3" indent="-342900" algn="l" rtl="0">
              <a:lnSpc>
                <a:spcPct val="90000"/>
              </a:lnSpc>
              <a:spcBef>
                <a:spcPts val="375"/>
              </a:spcBef>
              <a:spcAft>
                <a:spcPts val="0"/>
              </a:spcAft>
              <a:buClr>
                <a:schemeClr val="dk1"/>
              </a:buClr>
              <a:buSzPts val="1800"/>
              <a:buChar char="•"/>
              <a:defRPr/>
            </a:lvl4pPr>
            <a:lvl5pPr marL="2286000" lvl="4" indent="-342900" algn="l" rtl="0">
              <a:lnSpc>
                <a:spcPct val="90000"/>
              </a:lnSpc>
              <a:spcBef>
                <a:spcPts val="375"/>
              </a:spcBef>
              <a:spcAft>
                <a:spcPts val="0"/>
              </a:spcAft>
              <a:buClr>
                <a:schemeClr val="dk1"/>
              </a:buClr>
              <a:buSzPts val="1800"/>
              <a:buChar char="•"/>
              <a:defRPr/>
            </a:lvl5pPr>
            <a:lvl6pPr marL="2743200" lvl="5" indent="-342900" algn="l" rtl="0">
              <a:lnSpc>
                <a:spcPct val="90000"/>
              </a:lnSpc>
              <a:spcBef>
                <a:spcPts val="375"/>
              </a:spcBef>
              <a:spcAft>
                <a:spcPts val="0"/>
              </a:spcAft>
              <a:buClr>
                <a:schemeClr val="dk1"/>
              </a:buClr>
              <a:buSzPts val="1800"/>
              <a:buChar char="•"/>
              <a:defRPr/>
            </a:lvl6pPr>
            <a:lvl7pPr marL="3200400" lvl="6" indent="-342900" algn="l" rtl="0">
              <a:lnSpc>
                <a:spcPct val="90000"/>
              </a:lnSpc>
              <a:spcBef>
                <a:spcPts val="375"/>
              </a:spcBef>
              <a:spcAft>
                <a:spcPts val="0"/>
              </a:spcAft>
              <a:buClr>
                <a:schemeClr val="dk1"/>
              </a:buClr>
              <a:buSzPts val="1800"/>
              <a:buChar char="•"/>
              <a:defRPr/>
            </a:lvl7pPr>
            <a:lvl8pPr marL="3657600" lvl="7" indent="-342900" algn="l" rtl="0">
              <a:lnSpc>
                <a:spcPct val="90000"/>
              </a:lnSpc>
              <a:spcBef>
                <a:spcPts val="375"/>
              </a:spcBef>
              <a:spcAft>
                <a:spcPts val="0"/>
              </a:spcAft>
              <a:buClr>
                <a:schemeClr val="dk1"/>
              </a:buClr>
              <a:buSzPts val="1800"/>
              <a:buChar char="•"/>
              <a:defRPr/>
            </a:lvl8pPr>
            <a:lvl9pPr marL="4114800" lvl="8" indent="-342900" algn="l" rtl="0">
              <a:lnSpc>
                <a:spcPct val="90000"/>
              </a:lnSpc>
              <a:spcBef>
                <a:spcPts val="375"/>
              </a:spcBef>
              <a:spcAft>
                <a:spcPts val="0"/>
              </a:spcAft>
              <a:buClr>
                <a:schemeClr val="dk1"/>
              </a:buClr>
              <a:buSzPts val="1800"/>
              <a:buChar char="•"/>
              <a:defRPr/>
            </a:lvl9pPr>
          </a:lstStyle>
          <a:p>
            <a:endParaRPr/>
          </a:p>
        </p:txBody>
      </p:sp>
      <p:sp>
        <p:nvSpPr>
          <p:cNvPr id="38" name="Google Shape;38;p80"/>
          <p:cNvSpPr txBox="1">
            <a:spLocks noGrp="1"/>
          </p:cNvSpPr>
          <p:nvPr>
            <p:ph type="body" idx="2"/>
          </p:nvPr>
        </p:nvSpPr>
        <p:spPr>
          <a:xfrm>
            <a:off x="6172200" y="1825625"/>
            <a:ext cx="5181600" cy="4351200"/>
          </a:xfrm>
          <a:prstGeom prst="rect">
            <a:avLst/>
          </a:prstGeom>
          <a:noFill/>
          <a:ln>
            <a:noFill/>
          </a:ln>
        </p:spPr>
        <p:txBody>
          <a:bodyPr spcFirstLastPara="1" wrap="square" lIns="91425" tIns="45700" rIns="91425" bIns="45700" anchor="t" anchorCtr="0">
            <a:normAutofit/>
          </a:bodyPr>
          <a:lstStyle>
            <a:lvl1pPr marL="457200" lvl="0" indent="-342900" algn="l" rtl="0">
              <a:lnSpc>
                <a:spcPct val="90000"/>
              </a:lnSpc>
              <a:spcBef>
                <a:spcPts val="750"/>
              </a:spcBef>
              <a:spcAft>
                <a:spcPts val="0"/>
              </a:spcAft>
              <a:buClr>
                <a:schemeClr val="dk1"/>
              </a:buClr>
              <a:buSzPts val="1800"/>
              <a:buChar char="•"/>
              <a:defRPr/>
            </a:lvl1pPr>
            <a:lvl2pPr marL="914400" lvl="1" indent="-342900" algn="l" rtl="0">
              <a:lnSpc>
                <a:spcPct val="90000"/>
              </a:lnSpc>
              <a:spcBef>
                <a:spcPts val="375"/>
              </a:spcBef>
              <a:spcAft>
                <a:spcPts val="0"/>
              </a:spcAft>
              <a:buClr>
                <a:schemeClr val="dk1"/>
              </a:buClr>
              <a:buSzPts val="1800"/>
              <a:buChar char="•"/>
              <a:defRPr/>
            </a:lvl2pPr>
            <a:lvl3pPr marL="1371600" lvl="2" indent="-342900" algn="l" rtl="0">
              <a:lnSpc>
                <a:spcPct val="90000"/>
              </a:lnSpc>
              <a:spcBef>
                <a:spcPts val="375"/>
              </a:spcBef>
              <a:spcAft>
                <a:spcPts val="0"/>
              </a:spcAft>
              <a:buClr>
                <a:schemeClr val="dk1"/>
              </a:buClr>
              <a:buSzPts val="1800"/>
              <a:buChar char="•"/>
              <a:defRPr/>
            </a:lvl3pPr>
            <a:lvl4pPr marL="1828800" lvl="3" indent="-342900" algn="l" rtl="0">
              <a:lnSpc>
                <a:spcPct val="90000"/>
              </a:lnSpc>
              <a:spcBef>
                <a:spcPts val="375"/>
              </a:spcBef>
              <a:spcAft>
                <a:spcPts val="0"/>
              </a:spcAft>
              <a:buClr>
                <a:schemeClr val="dk1"/>
              </a:buClr>
              <a:buSzPts val="1800"/>
              <a:buChar char="•"/>
              <a:defRPr/>
            </a:lvl4pPr>
            <a:lvl5pPr marL="2286000" lvl="4" indent="-342900" algn="l" rtl="0">
              <a:lnSpc>
                <a:spcPct val="90000"/>
              </a:lnSpc>
              <a:spcBef>
                <a:spcPts val="375"/>
              </a:spcBef>
              <a:spcAft>
                <a:spcPts val="0"/>
              </a:spcAft>
              <a:buClr>
                <a:schemeClr val="dk1"/>
              </a:buClr>
              <a:buSzPts val="1800"/>
              <a:buChar char="•"/>
              <a:defRPr/>
            </a:lvl5pPr>
            <a:lvl6pPr marL="2743200" lvl="5" indent="-342900" algn="l" rtl="0">
              <a:lnSpc>
                <a:spcPct val="90000"/>
              </a:lnSpc>
              <a:spcBef>
                <a:spcPts val="375"/>
              </a:spcBef>
              <a:spcAft>
                <a:spcPts val="0"/>
              </a:spcAft>
              <a:buClr>
                <a:schemeClr val="dk1"/>
              </a:buClr>
              <a:buSzPts val="1800"/>
              <a:buChar char="•"/>
              <a:defRPr/>
            </a:lvl6pPr>
            <a:lvl7pPr marL="3200400" lvl="6" indent="-342900" algn="l" rtl="0">
              <a:lnSpc>
                <a:spcPct val="90000"/>
              </a:lnSpc>
              <a:spcBef>
                <a:spcPts val="375"/>
              </a:spcBef>
              <a:spcAft>
                <a:spcPts val="0"/>
              </a:spcAft>
              <a:buClr>
                <a:schemeClr val="dk1"/>
              </a:buClr>
              <a:buSzPts val="1800"/>
              <a:buChar char="•"/>
              <a:defRPr/>
            </a:lvl7pPr>
            <a:lvl8pPr marL="3657600" lvl="7" indent="-342900" algn="l" rtl="0">
              <a:lnSpc>
                <a:spcPct val="90000"/>
              </a:lnSpc>
              <a:spcBef>
                <a:spcPts val="375"/>
              </a:spcBef>
              <a:spcAft>
                <a:spcPts val="0"/>
              </a:spcAft>
              <a:buClr>
                <a:schemeClr val="dk1"/>
              </a:buClr>
              <a:buSzPts val="1800"/>
              <a:buChar char="•"/>
              <a:defRPr/>
            </a:lvl8pPr>
            <a:lvl9pPr marL="4114800" lvl="8" indent="-342900" algn="l" rtl="0">
              <a:lnSpc>
                <a:spcPct val="90000"/>
              </a:lnSpc>
              <a:spcBef>
                <a:spcPts val="375"/>
              </a:spcBef>
              <a:spcAft>
                <a:spcPts val="0"/>
              </a:spcAft>
              <a:buClr>
                <a:schemeClr val="dk1"/>
              </a:buClr>
              <a:buSzPts val="1800"/>
              <a:buChar char="•"/>
              <a:defRPr/>
            </a:lvl9pPr>
          </a:lstStyle>
          <a:p>
            <a:endParaRPr/>
          </a:p>
        </p:txBody>
      </p:sp>
      <p:sp>
        <p:nvSpPr>
          <p:cNvPr id="39" name="Google Shape;39;p80"/>
          <p:cNvSpPr txBox="1">
            <a:spLocks noGrp="1"/>
          </p:cNvSpPr>
          <p:nvPr>
            <p:ph type="dt" idx="10"/>
          </p:nvPr>
        </p:nvSpPr>
        <p:spPr>
          <a:xfrm>
            <a:off x="838200" y="6356351"/>
            <a:ext cx="2743200" cy="3651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40" name="Google Shape;40;p80"/>
          <p:cNvSpPr txBox="1">
            <a:spLocks noGrp="1"/>
          </p:cNvSpPr>
          <p:nvPr>
            <p:ph type="ftr" idx="11"/>
          </p:nvPr>
        </p:nvSpPr>
        <p:spPr>
          <a:xfrm>
            <a:off x="4038600" y="6356351"/>
            <a:ext cx="4114800" cy="365100"/>
          </a:xfrm>
          <a:prstGeom prst="rect">
            <a:avLst/>
          </a:prstGeom>
          <a:noFill/>
          <a:ln>
            <a:noFill/>
          </a:ln>
        </p:spPr>
        <p:txBody>
          <a:bodyPr spcFirstLastPara="1" wrap="square" lIns="91425" tIns="45700" rIns="91425" bIns="45700" anchor="ctr" anchorCtr="0">
            <a:noAutofit/>
          </a:bodyPr>
          <a:lstStyle>
            <a:lvl1pPr lvl="0" algn="ctr"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41" name="Google Shape;41;p80"/>
          <p:cNvSpPr txBox="1">
            <a:spLocks noGrp="1"/>
          </p:cNvSpPr>
          <p:nvPr>
            <p:ph type="sldNum" idx="12"/>
          </p:nvPr>
        </p:nvSpPr>
        <p:spPr>
          <a:xfrm>
            <a:off x="8610600" y="6356351"/>
            <a:ext cx="2743200" cy="365100"/>
          </a:xfrm>
          <a:prstGeom prst="rect">
            <a:avLst/>
          </a:prstGeom>
          <a:noFill/>
          <a:ln>
            <a:noFill/>
          </a:ln>
        </p:spPr>
        <p:txBody>
          <a:bodyPr spcFirstLastPara="1" wrap="square" lIns="91425" tIns="45700" rIns="91425" bIns="45700" anchor="ctr" anchorCtr="0">
            <a:noAutofit/>
          </a:bodyPr>
          <a:lstStyle>
            <a:lvl1pPr marL="0" lvl="0" indent="0" algn="r" rtl="0">
              <a:spcBef>
                <a:spcPts val="0"/>
              </a:spcBef>
              <a:buNone/>
              <a:defRPr>
                <a:solidFill>
                  <a:srgbClr val="888888"/>
                </a:solidFill>
              </a:defRPr>
            </a:lvl1pPr>
            <a:lvl2pPr marL="0" lvl="1" indent="0" algn="r" rtl="0">
              <a:spcBef>
                <a:spcPts val="0"/>
              </a:spcBef>
              <a:buNone/>
              <a:defRPr>
                <a:solidFill>
                  <a:srgbClr val="888888"/>
                </a:solidFill>
              </a:defRPr>
            </a:lvl2pPr>
            <a:lvl3pPr marL="0" lvl="2" indent="0" algn="r" rtl="0">
              <a:spcBef>
                <a:spcPts val="0"/>
              </a:spcBef>
              <a:buNone/>
              <a:defRPr>
                <a:solidFill>
                  <a:srgbClr val="888888"/>
                </a:solidFill>
              </a:defRPr>
            </a:lvl3pPr>
            <a:lvl4pPr marL="0" lvl="3" indent="0" algn="r" rtl="0">
              <a:spcBef>
                <a:spcPts val="0"/>
              </a:spcBef>
              <a:buNone/>
              <a:defRPr>
                <a:solidFill>
                  <a:srgbClr val="888888"/>
                </a:solidFill>
              </a:defRPr>
            </a:lvl4pPr>
            <a:lvl5pPr marL="0" lvl="4" indent="0" algn="r" rtl="0">
              <a:spcBef>
                <a:spcPts val="0"/>
              </a:spcBef>
              <a:buNone/>
              <a:defRPr>
                <a:solidFill>
                  <a:srgbClr val="888888"/>
                </a:solidFill>
              </a:defRPr>
            </a:lvl5pPr>
            <a:lvl6pPr marL="0" lvl="5" indent="0" algn="r" rtl="0">
              <a:spcBef>
                <a:spcPts val="0"/>
              </a:spcBef>
              <a:buNone/>
              <a:defRPr>
                <a:solidFill>
                  <a:srgbClr val="888888"/>
                </a:solidFill>
              </a:defRPr>
            </a:lvl6pPr>
            <a:lvl7pPr marL="0" lvl="6" indent="0" algn="r" rtl="0">
              <a:spcBef>
                <a:spcPts val="0"/>
              </a:spcBef>
              <a:buNone/>
              <a:defRPr>
                <a:solidFill>
                  <a:srgbClr val="888888"/>
                </a:solidFill>
              </a:defRPr>
            </a:lvl7pPr>
            <a:lvl8pPr marL="0" lvl="7" indent="0" algn="r" rtl="0">
              <a:spcBef>
                <a:spcPts val="0"/>
              </a:spcBef>
              <a:buNone/>
              <a:defRPr>
                <a:solidFill>
                  <a:srgbClr val="888888"/>
                </a:solidFill>
              </a:defRPr>
            </a:lvl8pPr>
            <a:lvl9pPr marL="0" lvl="8" indent="0" algn="r" rtl="0">
              <a:spcBef>
                <a:spcPts val="0"/>
              </a:spcBef>
              <a:buNone/>
              <a:defRPr>
                <a:solidFill>
                  <a:srgbClr val="888888"/>
                </a:solidFill>
              </a:defRPr>
            </a:lvl9pPr>
          </a:lstStyle>
          <a:p>
            <a:fld id="{00000000-1234-1234-1234-123412341234}" type="slidenum">
              <a:rPr lang="uk-UA" smtClean="0"/>
              <a:pPr/>
              <a:t>‹#›</a:t>
            </a:fld>
            <a:endParaRPr lang="uk-UA"/>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Comparison" type="twoTxTwoObj">
  <p:cSld name="TWO_OBJECTS_WITH_TEXT">
    <p:spTree>
      <p:nvGrpSpPr>
        <p:cNvPr id="1" name="Shape 42"/>
        <p:cNvGrpSpPr/>
        <p:nvPr/>
      </p:nvGrpSpPr>
      <p:grpSpPr>
        <a:xfrm>
          <a:off x="0" y="0"/>
          <a:ext cx="0" cy="0"/>
          <a:chOff x="0" y="0"/>
          <a:chExt cx="0" cy="0"/>
        </a:xfrm>
      </p:grpSpPr>
      <p:sp>
        <p:nvSpPr>
          <p:cNvPr id="43" name="Google Shape;43;p81"/>
          <p:cNvSpPr txBox="1">
            <a:spLocks noGrp="1"/>
          </p:cNvSpPr>
          <p:nvPr>
            <p:ph type="title"/>
          </p:nvPr>
        </p:nvSpPr>
        <p:spPr>
          <a:xfrm>
            <a:off x="839788" y="365126"/>
            <a:ext cx="10515600" cy="1325700"/>
          </a:xfrm>
          <a:prstGeom prst="rect">
            <a:avLst/>
          </a:prstGeom>
          <a:noFill/>
          <a:ln>
            <a:noFill/>
          </a:ln>
        </p:spPr>
        <p:txBody>
          <a:bodyPr spcFirstLastPara="1" wrap="square" lIns="91425" tIns="45700" rIns="91425" bIns="45700" anchor="ctr" anchorCtr="0">
            <a:normAutofit/>
          </a:bodyPr>
          <a:lstStyle>
            <a:lvl1pPr lvl="0" algn="l" rtl="0">
              <a:lnSpc>
                <a:spcPct val="90000"/>
              </a:lnSpc>
              <a:spcBef>
                <a:spcPts val="0"/>
              </a:spcBef>
              <a:spcAft>
                <a:spcPts val="0"/>
              </a:spcAft>
              <a:buClr>
                <a:schemeClr val="dk1"/>
              </a:buClr>
              <a:buSzPts val="1800"/>
              <a:buNone/>
              <a:defRPr/>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endParaRPr/>
          </a:p>
        </p:txBody>
      </p:sp>
      <p:sp>
        <p:nvSpPr>
          <p:cNvPr id="44" name="Google Shape;44;p81"/>
          <p:cNvSpPr txBox="1">
            <a:spLocks noGrp="1"/>
          </p:cNvSpPr>
          <p:nvPr>
            <p:ph type="body" idx="1"/>
          </p:nvPr>
        </p:nvSpPr>
        <p:spPr>
          <a:xfrm>
            <a:off x="839789" y="1681163"/>
            <a:ext cx="5157600" cy="823800"/>
          </a:xfrm>
          <a:prstGeom prst="rect">
            <a:avLst/>
          </a:prstGeom>
          <a:noFill/>
          <a:ln>
            <a:noFill/>
          </a:ln>
        </p:spPr>
        <p:txBody>
          <a:bodyPr spcFirstLastPara="1" wrap="square" lIns="91425" tIns="45700" rIns="91425" bIns="45700" anchor="b" anchorCtr="0">
            <a:normAutofit/>
          </a:bodyPr>
          <a:lstStyle>
            <a:lvl1pPr marL="457200" lvl="0" indent="-228600" algn="l" rtl="0">
              <a:lnSpc>
                <a:spcPct val="90000"/>
              </a:lnSpc>
              <a:spcBef>
                <a:spcPts val="750"/>
              </a:spcBef>
              <a:spcAft>
                <a:spcPts val="0"/>
              </a:spcAft>
              <a:buClr>
                <a:schemeClr val="dk1"/>
              </a:buClr>
              <a:buSzPts val="1800"/>
              <a:buNone/>
              <a:defRPr sz="1800" b="1"/>
            </a:lvl1pPr>
            <a:lvl2pPr marL="914400" lvl="1" indent="-228600" algn="l" rtl="0">
              <a:lnSpc>
                <a:spcPct val="90000"/>
              </a:lnSpc>
              <a:spcBef>
                <a:spcPts val="375"/>
              </a:spcBef>
              <a:spcAft>
                <a:spcPts val="0"/>
              </a:spcAft>
              <a:buClr>
                <a:schemeClr val="dk1"/>
              </a:buClr>
              <a:buSzPts val="1500"/>
              <a:buNone/>
              <a:defRPr sz="1500" b="1"/>
            </a:lvl2pPr>
            <a:lvl3pPr marL="1371600" lvl="2" indent="-228600" algn="l" rtl="0">
              <a:lnSpc>
                <a:spcPct val="90000"/>
              </a:lnSpc>
              <a:spcBef>
                <a:spcPts val="375"/>
              </a:spcBef>
              <a:spcAft>
                <a:spcPts val="0"/>
              </a:spcAft>
              <a:buClr>
                <a:schemeClr val="dk1"/>
              </a:buClr>
              <a:buSzPts val="1350"/>
              <a:buNone/>
              <a:defRPr sz="1350" b="1"/>
            </a:lvl3pPr>
            <a:lvl4pPr marL="1828800" lvl="3" indent="-228600" algn="l" rtl="0">
              <a:lnSpc>
                <a:spcPct val="90000"/>
              </a:lnSpc>
              <a:spcBef>
                <a:spcPts val="375"/>
              </a:spcBef>
              <a:spcAft>
                <a:spcPts val="0"/>
              </a:spcAft>
              <a:buClr>
                <a:schemeClr val="dk1"/>
              </a:buClr>
              <a:buSzPts val="1200"/>
              <a:buNone/>
              <a:defRPr sz="1200" b="1"/>
            </a:lvl4pPr>
            <a:lvl5pPr marL="2286000" lvl="4" indent="-228600" algn="l" rtl="0">
              <a:lnSpc>
                <a:spcPct val="90000"/>
              </a:lnSpc>
              <a:spcBef>
                <a:spcPts val="375"/>
              </a:spcBef>
              <a:spcAft>
                <a:spcPts val="0"/>
              </a:spcAft>
              <a:buClr>
                <a:schemeClr val="dk1"/>
              </a:buClr>
              <a:buSzPts val="1200"/>
              <a:buNone/>
              <a:defRPr sz="1200" b="1"/>
            </a:lvl5pPr>
            <a:lvl6pPr marL="2743200" lvl="5" indent="-228600" algn="l" rtl="0">
              <a:lnSpc>
                <a:spcPct val="90000"/>
              </a:lnSpc>
              <a:spcBef>
                <a:spcPts val="375"/>
              </a:spcBef>
              <a:spcAft>
                <a:spcPts val="0"/>
              </a:spcAft>
              <a:buClr>
                <a:schemeClr val="dk1"/>
              </a:buClr>
              <a:buSzPts val="1200"/>
              <a:buNone/>
              <a:defRPr sz="1200" b="1"/>
            </a:lvl6pPr>
            <a:lvl7pPr marL="3200400" lvl="6" indent="-228600" algn="l" rtl="0">
              <a:lnSpc>
                <a:spcPct val="90000"/>
              </a:lnSpc>
              <a:spcBef>
                <a:spcPts val="375"/>
              </a:spcBef>
              <a:spcAft>
                <a:spcPts val="0"/>
              </a:spcAft>
              <a:buClr>
                <a:schemeClr val="dk1"/>
              </a:buClr>
              <a:buSzPts val="1200"/>
              <a:buNone/>
              <a:defRPr sz="1200" b="1"/>
            </a:lvl7pPr>
            <a:lvl8pPr marL="3657600" lvl="7" indent="-228600" algn="l" rtl="0">
              <a:lnSpc>
                <a:spcPct val="90000"/>
              </a:lnSpc>
              <a:spcBef>
                <a:spcPts val="375"/>
              </a:spcBef>
              <a:spcAft>
                <a:spcPts val="0"/>
              </a:spcAft>
              <a:buClr>
                <a:schemeClr val="dk1"/>
              </a:buClr>
              <a:buSzPts val="1200"/>
              <a:buNone/>
              <a:defRPr sz="1200" b="1"/>
            </a:lvl8pPr>
            <a:lvl9pPr marL="4114800" lvl="8" indent="-228600" algn="l" rtl="0">
              <a:lnSpc>
                <a:spcPct val="90000"/>
              </a:lnSpc>
              <a:spcBef>
                <a:spcPts val="375"/>
              </a:spcBef>
              <a:spcAft>
                <a:spcPts val="0"/>
              </a:spcAft>
              <a:buClr>
                <a:schemeClr val="dk1"/>
              </a:buClr>
              <a:buSzPts val="1200"/>
              <a:buNone/>
              <a:defRPr sz="1200" b="1"/>
            </a:lvl9pPr>
          </a:lstStyle>
          <a:p>
            <a:endParaRPr/>
          </a:p>
        </p:txBody>
      </p:sp>
      <p:sp>
        <p:nvSpPr>
          <p:cNvPr id="45" name="Google Shape;45;p81"/>
          <p:cNvSpPr txBox="1">
            <a:spLocks noGrp="1"/>
          </p:cNvSpPr>
          <p:nvPr>
            <p:ph type="body" idx="2"/>
          </p:nvPr>
        </p:nvSpPr>
        <p:spPr>
          <a:xfrm>
            <a:off x="839789" y="2505075"/>
            <a:ext cx="5157600" cy="3684600"/>
          </a:xfrm>
          <a:prstGeom prst="rect">
            <a:avLst/>
          </a:prstGeom>
          <a:noFill/>
          <a:ln>
            <a:noFill/>
          </a:ln>
        </p:spPr>
        <p:txBody>
          <a:bodyPr spcFirstLastPara="1" wrap="square" lIns="91425" tIns="45700" rIns="91425" bIns="45700" anchor="t" anchorCtr="0">
            <a:normAutofit/>
          </a:bodyPr>
          <a:lstStyle>
            <a:lvl1pPr marL="457200" lvl="0" indent="-342900" algn="l" rtl="0">
              <a:lnSpc>
                <a:spcPct val="90000"/>
              </a:lnSpc>
              <a:spcBef>
                <a:spcPts val="750"/>
              </a:spcBef>
              <a:spcAft>
                <a:spcPts val="0"/>
              </a:spcAft>
              <a:buClr>
                <a:schemeClr val="dk1"/>
              </a:buClr>
              <a:buSzPts val="1800"/>
              <a:buChar char="•"/>
              <a:defRPr/>
            </a:lvl1pPr>
            <a:lvl2pPr marL="914400" lvl="1" indent="-342900" algn="l" rtl="0">
              <a:lnSpc>
                <a:spcPct val="90000"/>
              </a:lnSpc>
              <a:spcBef>
                <a:spcPts val="375"/>
              </a:spcBef>
              <a:spcAft>
                <a:spcPts val="0"/>
              </a:spcAft>
              <a:buClr>
                <a:schemeClr val="dk1"/>
              </a:buClr>
              <a:buSzPts val="1800"/>
              <a:buChar char="•"/>
              <a:defRPr/>
            </a:lvl2pPr>
            <a:lvl3pPr marL="1371600" lvl="2" indent="-342900" algn="l" rtl="0">
              <a:lnSpc>
                <a:spcPct val="90000"/>
              </a:lnSpc>
              <a:spcBef>
                <a:spcPts val="375"/>
              </a:spcBef>
              <a:spcAft>
                <a:spcPts val="0"/>
              </a:spcAft>
              <a:buClr>
                <a:schemeClr val="dk1"/>
              </a:buClr>
              <a:buSzPts val="1800"/>
              <a:buChar char="•"/>
              <a:defRPr/>
            </a:lvl3pPr>
            <a:lvl4pPr marL="1828800" lvl="3" indent="-342900" algn="l" rtl="0">
              <a:lnSpc>
                <a:spcPct val="90000"/>
              </a:lnSpc>
              <a:spcBef>
                <a:spcPts val="375"/>
              </a:spcBef>
              <a:spcAft>
                <a:spcPts val="0"/>
              </a:spcAft>
              <a:buClr>
                <a:schemeClr val="dk1"/>
              </a:buClr>
              <a:buSzPts val="1800"/>
              <a:buChar char="•"/>
              <a:defRPr/>
            </a:lvl4pPr>
            <a:lvl5pPr marL="2286000" lvl="4" indent="-342900" algn="l" rtl="0">
              <a:lnSpc>
                <a:spcPct val="90000"/>
              </a:lnSpc>
              <a:spcBef>
                <a:spcPts val="375"/>
              </a:spcBef>
              <a:spcAft>
                <a:spcPts val="0"/>
              </a:spcAft>
              <a:buClr>
                <a:schemeClr val="dk1"/>
              </a:buClr>
              <a:buSzPts val="1800"/>
              <a:buChar char="•"/>
              <a:defRPr/>
            </a:lvl5pPr>
            <a:lvl6pPr marL="2743200" lvl="5" indent="-342900" algn="l" rtl="0">
              <a:lnSpc>
                <a:spcPct val="90000"/>
              </a:lnSpc>
              <a:spcBef>
                <a:spcPts val="375"/>
              </a:spcBef>
              <a:spcAft>
                <a:spcPts val="0"/>
              </a:spcAft>
              <a:buClr>
                <a:schemeClr val="dk1"/>
              </a:buClr>
              <a:buSzPts val="1800"/>
              <a:buChar char="•"/>
              <a:defRPr/>
            </a:lvl6pPr>
            <a:lvl7pPr marL="3200400" lvl="6" indent="-342900" algn="l" rtl="0">
              <a:lnSpc>
                <a:spcPct val="90000"/>
              </a:lnSpc>
              <a:spcBef>
                <a:spcPts val="375"/>
              </a:spcBef>
              <a:spcAft>
                <a:spcPts val="0"/>
              </a:spcAft>
              <a:buClr>
                <a:schemeClr val="dk1"/>
              </a:buClr>
              <a:buSzPts val="1800"/>
              <a:buChar char="•"/>
              <a:defRPr/>
            </a:lvl7pPr>
            <a:lvl8pPr marL="3657600" lvl="7" indent="-342900" algn="l" rtl="0">
              <a:lnSpc>
                <a:spcPct val="90000"/>
              </a:lnSpc>
              <a:spcBef>
                <a:spcPts val="375"/>
              </a:spcBef>
              <a:spcAft>
                <a:spcPts val="0"/>
              </a:spcAft>
              <a:buClr>
                <a:schemeClr val="dk1"/>
              </a:buClr>
              <a:buSzPts val="1800"/>
              <a:buChar char="•"/>
              <a:defRPr/>
            </a:lvl8pPr>
            <a:lvl9pPr marL="4114800" lvl="8" indent="-342900" algn="l" rtl="0">
              <a:lnSpc>
                <a:spcPct val="90000"/>
              </a:lnSpc>
              <a:spcBef>
                <a:spcPts val="375"/>
              </a:spcBef>
              <a:spcAft>
                <a:spcPts val="0"/>
              </a:spcAft>
              <a:buClr>
                <a:schemeClr val="dk1"/>
              </a:buClr>
              <a:buSzPts val="1800"/>
              <a:buChar char="•"/>
              <a:defRPr/>
            </a:lvl9pPr>
          </a:lstStyle>
          <a:p>
            <a:endParaRPr/>
          </a:p>
        </p:txBody>
      </p:sp>
      <p:sp>
        <p:nvSpPr>
          <p:cNvPr id="46" name="Google Shape;46;p81"/>
          <p:cNvSpPr txBox="1">
            <a:spLocks noGrp="1"/>
          </p:cNvSpPr>
          <p:nvPr>
            <p:ph type="body" idx="3"/>
          </p:nvPr>
        </p:nvSpPr>
        <p:spPr>
          <a:xfrm>
            <a:off x="6172200" y="1681163"/>
            <a:ext cx="5183200" cy="823800"/>
          </a:xfrm>
          <a:prstGeom prst="rect">
            <a:avLst/>
          </a:prstGeom>
          <a:noFill/>
          <a:ln>
            <a:noFill/>
          </a:ln>
        </p:spPr>
        <p:txBody>
          <a:bodyPr spcFirstLastPara="1" wrap="square" lIns="91425" tIns="45700" rIns="91425" bIns="45700" anchor="b" anchorCtr="0">
            <a:normAutofit/>
          </a:bodyPr>
          <a:lstStyle>
            <a:lvl1pPr marL="457200" lvl="0" indent="-228600" algn="l" rtl="0">
              <a:lnSpc>
                <a:spcPct val="90000"/>
              </a:lnSpc>
              <a:spcBef>
                <a:spcPts val="750"/>
              </a:spcBef>
              <a:spcAft>
                <a:spcPts val="0"/>
              </a:spcAft>
              <a:buClr>
                <a:schemeClr val="dk1"/>
              </a:buClr>
              <a:buSzPts val="1800"/>
              <a:buNone/>
              <a:defRPr sz="1800" b="1"/>
            </a:lvl1pPr>
            <a:lvl2pPr marL="914400" lvl="1" indent="-228600" algn="l" rtl="0">
              <a:lnSpc>
                <a:spcPct val="90000"/>
              </a:lnSpc>
              <a:spcBef>
                <a:spcPts val="375"/>
              </a:spcBef>
              <a:spcAft>
                <a:spcPts val="0"/>
              </a:spcAft>
              <a:buClr>
                <a:schemeClr val="dk1"/>
              </a:buClr>
              <a:buSzPts val="1500"/>
              <a:buNone/>
              <a:defRPr sz="1500" b="1"/>
            </a:lvl2pPr>
            <a:lvl3pPr marL="1371600" lvl="2" indent="-228600" algn="l" rtl="0">
              <a:lnSpc>
                <a:spcPct val="90000"/>
              </a:lnSpc>
              <a:spcBef>
                <a:spcPts val="375"/>
              </a:spcBef>
              <a:spcAft>
                <a:spcPts val="0"/>
              </a:spcAft>
              <a:buClr>
                <a:schemeClr val="dk1"/>
              </a:buClr>
              <a:buSzPts val="1350"/>
              <a:buNone/>
              <a:defRPr sz="1350" b="1"/>
            </a:lvl3pPr>
            <a:lvl4pPr marL="1828800" lvl="3" indent="-228600" algn="l" rtl="0">
              <a:lnSpc>
                <a:spcPct val="90000"/>
              </a:lnSpc>
              <a:spcBef>
                <a:spcPts val="375"/>
              </a:spcBef>
              <a:spcAft>
                <a:spcPts val="0"/>
              </a:spcAft>
              <a:buClr>
                <a:schemeClr val="dk1"/>
              </a:buClr>
              <a:buSzPts val="1200"/>
              <a:buNone/>
              <a:defRPr sz="1200" b="1"/>
            </a:lvl4pPr>
            <a:lvl5pPr marL="2286000" lvl="4" indent="-228600" algn="l" rtl="0">
              <a:lnSpc>
                <a:spcPct val="90000"/>
              </a:lnSpc>
              <a:spcBef>
                <a:spcPts val="375"/>
              </a:spcBef>
              <a:spcAft>
                <a:spcPts val="0"/>
              </a:spcAft>
              <a:buClr>
                <a:schemeClr val="dk1"/>
              </a:buClr>
              <a:buSzPts val="1200"/>
              <a:buNone/>
              <a:defRPr sz="1200" b="1"/>
            </a:lvl5pPr>
            <a:lvl6pPr marL="2743200" lvl="5" indent="-228600" algn="l" rtl="0">
              <a:lnSpc>
                <a:spcPct val="90000"/>
              </a:lnSpc>
              <a:spcBef>
                <a:spcPts val="375"/>
              </a:spcBef>
              <a:spcAft>
                <a:spcPts val="0"/>
              </a:spcAft>
              <a:buClr>
                <a:schemeClr val="dk1"/>
              </a:buClr>
              <a:buSzPts val="1200"/>
              <a:buNone/>
              <a:defRPr sz="1200" b="1"/>
            </a:lvl6pPr>
            <a:lvl7pPr marL="3200400" lvl="6" indent="-228600" algn="l" rtl="0">
              <a:lnSpc>
                <a:spcPct val="90000"/>
              </a:lnSpc>
              <a:spcBef>
                <a:spcPts val="375"/>
              </a:spcBef>
              <a:spcAft>
                <a:spcPts val="0"/>
              </a:spcAft>
              <a:buClr>
                <a:schemeClr val="dk1"/>
              </a:buClr>
              <a:buSzPts val="1200"/>
              <a:buNone/>
              <a:defRPr sz="1200" b="1"/>
            </a:lvl7pPr>
            <a:lvl8pPr marL="3657600" lvl="7" indent="-228600" algn="l" rtl="0">
              <a:lnSpc>
                <a:spcPct val="90000"/>
              </a:lnSpc>
              <a:spcBef>
                <a:spcPts val="375"/>
              </a:spcBef>
              <a:spcAft>
                <a:spcPts val="0"/>
              </a:spcAft>
              <a:buClr>
                <a:schemeClr val="dk1"/>
              </a:buClr>
              <a:buSzPts val="1200"/>
              <a:buNone/>
              <a:defRPr sz="1200" b="1"/>
            </a:lvl8pPr>
            <a:lvl9pPr marL="4114800" lvl="8" indent="-228600" algn="l" rtl="0">
              <a:lnSpc>
                <a:spcPct val="90000"/>
              </a:lnSpc>
              <a:spcBef>
                <a:spcPts val="375"/>
              </a:spcBef>
              <a:spcAft>
                <a:spcPts val="0"/>
              </a:spcAft>
              <a:buClr>
                <a:schemeClr val="dk1"/>
              </a:buClr>
              <a:buSzPts val="1200"/>
              <a:buNone/>
              <a:defRPr sz="1200" b="1"/>
            </a:lvl9pPr>
          </a:lstStyle>
          <a:p>
            <a:endParaRPr/>
          </a:p>
        </p:txBody>
      </p:sp>
      <p:sp>
        <p:nvSpPr>
          <p:cNvPr id="47" name="Google Shape;47;p81"/>
          <p:cNvSpPr txBox="1">
            <a:spLocks noGrp="1"/>
          </p:cNvSpPr>
          <p:nvPr>
            <p:ph type="body" idx="4"/>
          </p:nvPr>
        </p:nvSpPr>
        <p:spPr>
          <a:xfrm>
            <a:off x="6172200" y="2505075"/>
            <a:ext cx="5183200" cy="3684600"/>
          </a:xfrm>
          <a:prstGeom prst="rect">
            <a:avLst/>
          </a:prstGeom>
          <a:noFill/>
          <a:ln>
            <a:noFill/>
          </a:ln>
        </p:spPr>
        <p:txBody>
          <a:bodyPr spcFirstLastPara="1" wrap="square" lIns="91425" tIns="45700" rIns="91425" bIns="45700" anchor="t" anchorCtr="0">
            <a:normAutofit/>
          </a:bodyPr>
          <a:lstStyle>
            <a:lvl1pPr marL="457200" lvl="0" indent="-342900" algn="l" rtl="0">
              <a:lnSpc>
                <a:spcPct val="90000"/>
              </a:lnSpc>
              <a:spcBef>
                <a:spcPts val="750"/>
              </a:spcBef>
              <a:spcAft>
                <a:spcPts val="0"/>
              </a:spcAft>
              <a:buClr>
                <a:schemeClr val="dk1"/>
              </a:buClr>
              <a:buSzPts val="1800"/>
              <a:buChar char="•"/>
              <a:defRPr/>
            </a:lvl1pPr>
            <a:lvl2pPr marL="914400" lvl="1" indent="-342900" algn="l" rtl="0">
              <a:lnSpc>
                <a:spcPct val="90000"/>
              </a:lnSpc>
              <a:spcBef>
                <a:spcPts val="375"/>
              </a:spcBef>
              <a:spcAft>
                <a:spcPts val="0"/>
              </a:spcAft>
              <a:buClr>
                <a:schemeClr val="dk1"/>
              </a:buClr>
              <a:buSzPts val="1800"/>
              <a:buChar char="•"/>
              <a:defRPr/>
            </a:lvl2pPr>
            <a:lvl3pPr marL="1371600" lvl="2" indent="-342900" algn="l" rtl="0">
              <a:lnSpc>
                <a:spcPct val="90000"/>
              </a:lnSpc>
              <a:spcBef>
                <a:spcPts val="375"/>
              </a:spcBef>
              <a:spcAft>
                <a:spcPts val="0"/>
              </a:spcAft>
              <a:buClr>
                <a:schemeClr val="dk1"/>
              </a:buClr>
              <a:buSzPts val="1800"/>
              <a:buChar char="•"/>
              <a:defRPr/>
            </a:lvl3pPr>
            <a:lvl4pPr marL="1828800" lvl="3" indent="-342900" algn="l" rtl="0">
              <a:lnSpc>
                <a:spcPct val="90000"/>
              </a:lnSpc>
              <a:spcBef>
                <a:spcPts val="375"/>
              </a:spcBef>
              <a:spcAft>
                <a:spcPts val="0"/>
              </a:spcAft>
              <a:buClr>
                <a:schemeClr val="dk1"/>
              </a:buClr>
              <a:buSzPts val="1800"/>
              <a:buChar char="•"/>
              <a:defRPr/>
            </a:lvl4pPr>
            <a:lvl5pPr marL="2286000" lvl="4" indent="-342900" algn="l" rtl="0">
              <a:lnSpc>
                <a:spcPct val="90000"/>
              </a:lnSpc>
              <a:spcBef>
                <a:spcPts val="375"/>
              </a:spcBef>
              <a:spcAft>
                <a:spcPts val="0"/>
              </a:spcAft>
              <a:buClr>
                <a:schemeClr val="dk1"/>
              </a:buClr>
              <a:buSzPts val="1800"/>
              <a:buChar char="•"/>
              <a:defRPr/>
            </a:lvl5pPr>
            <a:lvl6pPr marL="2743200" lvl="5" indent="-342900" algn="l" rtl="0">
              <a:lnSpc>
                <a:spcPct val="90000"/>
              </a:lnSpc>
              <a:spcBef>
                <a:spcPts val="375"/>
              </a:spcBef>
              <a:spcAft>
                <a:spcPts val="0"/>
              </a:spcAft>
              <a:buClr>
                <a:schemeClr val="dk1"/>
              </a:buClr>
              <a:buSzPts val="1800"/>
              <a:buChar char="•"/>
              <a:defRPr/>
            </a:lvl6pPr>
            <a:lvl7pPr marL="3200400" lvl="6" indent="-342900" algn="l" rtl="0">
              <a:lnSpc>
                <a:spcPct val="90000"/>
              </a:lnSpc>
              <a:spcBef>
                <a:spcPts val="375"/>
              </a:spcBef>
              <a:spcAft>
                <a:spcPts val="0"/>
              </a:spcAft>
              <a:buClr>
                <a:schemeClr val="dk1"/>
              </a:buClr>
              <a:buSzPts val="1800"/>
              <a:buChar char="•"/>
              <a:defRPr/>
            </a:lvl7pPr>
            <a:lvl8pPr marL="3657600" lvl="7" indent="-342900" algn="l" rtl="0">
              <a:lnSpc>
                <a:spcPct val="90000"/>
              </a:lnSpc>
              <a:spcBef>
                <a:spcPts val="375"/>
              </a:spcBef>
              <a:spcAft>
                <a:spcPts val="0"/>
              </a:spcAft>
              <a:buClr>
                <a:schemeClr val="dk1"/>
              </a:buClr>
              <a:buSzPts val="1800"/>
              <a:buChar char="•"/>
              <a:defRPr/>
            </a:lvl8pPr>
            <a:lvl9pPr marL="4114800" lvl="8" indent="-342900" algn="l" rtl="0">
              <a:lnSpc>
                <a:spcPct val="90000"/>
              </a:lnSpc>
              <a:spcBef>
                <a:spcPts val="375"/>
              </a:spcBef>
              <a:spcAft>
                <a:spcPts val="0"/>
              </a:spcAft>
              <a:buClr>
                <a:schemeClr val="dk1"/>
              </a:buClr>
              <a:buSzPts val="1800"/>
              <a:buChar char="•"/>
              <a:defRPr/>
            </a:lvl9pPr>
          </a:lstStyle>
          <a:p>
            <a:endParaRPr/>
          </a:p>
        </p:txBody>
      </p:sp>
      <p:sp>
        <p:nvSpPr>
          <p:cNvPr id="48" name="Google Shape;48;p81"/>
          <p:cNvSpPr txBox="1">
            <a:spLocks noGrp="1"/>
          </p:cNvSpPr>
          <p:nvPr>
            <p:ph type="dt" idx="10"/>
          </p:nvPr>
        </p:nvSpPr>
        <p:spPr>
          <a:xfrm>
            <a:off x="838200" y="6356351"/>
            <a:ext cx="2743200" cy="3651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49" name="Google Shape;49;p81"/>
          <p:cNvSpPr txBox="1">
            <a:spLocks noGrp="1"/>
          </p:cNvSpPr>
          <p:nvPr>
            <p:ph type="ftr" idx="11"/>
          </p:nvPr>
        </p:nvSpPr>
        <p:spPr>
          <a:xfrm>
            <a:off x="4038600" y="6356351"/>
            <a:ext cx="4114800" cy="365100"/>
          </a:xfrm>
          <a:prstGeom prst="rect">
            <a:avLst/>
          </a:prstGeom>
          <a:noFill/>
          <a:ln>
            <a:noFill/>
          </a:ln>
        </p:spPr>
        <p:txBody>
          <a:bodyPr spcFirstLastPara="1" wrap="square" lIns="91425" tIns="45700" rIns="91425" bIns="45700" anchor="ctr" anchorCtr="0">
            <a:noAutofit/>
          </a:bodyPr>
          <a:lstStyle>
            <a:lvl1pPr lvl="0" algn="ctr"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50" name="Google Shape;50;p81"/>
          <p:cNvSpPr txBox="1">
            <a:spLocks noGrp="1"/>
          </p:cNvSpPr>
          <p:nvPr>
            <p:ph type="sldNum" idx="12"/>
          </p:nvPr>
        </p:nvSpPr>
        <p:spPr>
          <a:xfrm>
            <a:off x="8610600" y="6356351"/>
            <a:ext cx="2743200" cy="365100"/>
          </a:xfrm>
          <a:prstGeom prst="rect">
            <a:avLst/>
          </a:prstGeom>
          <a:noFill/>
          <a:ln>
            <a:noFill/>
          </a:ln>
        </p:spPr>
        <p:txBody>
          <a:bodyPr spcFirstLastPara="1" wrap="square" lIns="91425" tIns="45700" rIns="91425" bIns="45700" anchor="ctr" anchorCtr="0">
            <a:noAutofit/>
          </a:bodyPr>
          <a:lstStyle>
            <a:lvl1pPr marL="0" lvl="0" indent="0" algn="r" rtl="0">
              <a:spcBef>
                <a:spcPts val="0"/>
              </a:spcBef>
              <a:buNone/>
              <a:defRPr>
                <a:solidFill>
                  <a:srgbClr val="888888"/>
                </a:solidFill>
              </a:defRPr>
            </a:lvl1pPr>
            <a:lvl2pPr marL="0" lvl="1" indent="0" algn="r" rtl="0">
              <a:spcBef>
                <a:spcPts val="0"/>
              </a:spcBef>
              <a:buNone/>
              <a:defRPr>
                <a:solidFill>
                  <a:srgbClr val="888888"/>
                </a:solidFill>
              </a:defRPr>
            </a:lvl2pPr>
            <a:lvl3pPr marL="0" lvl="2" indent="0" algn="r" rtl="0">
              <a:spcBef>
                <a:spcPts val="0"/>
              </a:spcBef>
              <a:buNone/>
              <a:defRPr>
                <a:solidFill>
                  <a:srgbClr val="888888"/>
                </a:solidFill>
              </a:defRPr>
            </a:lvl3pPr>
            <a:lvl4pPr marL="0" lvl="3" indent="0" algn="r" rtl="0">
              <a:spcBef>
                <a:spcPts val="0"/>
              </a:spcBef>
              <a:buNone/>
              <a:defRPr>
                <a:solidFill>
                  <a:srgbClr val="888888"/>
                </a:solidFill>
              </a:defRPr>
            </a:lvl4pPr>
            <a:lvl5pPr marL="0" lvl="4" indent="0" algn="r" rtl="0">
              <a:spcBef>
                <a:spcPts val="0"/>
              </a:spcBef>
              <a:buNone/>
              <a:defRPr>
                <a:solidFill>
                  <a:srgbClr val="888888"/>
                </a:solidFill>
              </a:defRPr>
            </a:lvl5pPr>
            <a:lvl6pPr marL="0" lvl="5" indent="0" algn="r" rtl="0">
              <a:spcBef>
                <a:spcPts val="0"/>
              </a:spcBef>
              <a:buNone/>
              <a:defRPr>
                <a:solidFill>
                  <a:srgbClr val="888888"/>
                </a:solidFill>
              </a:defRPr>
            </a:lvl6pPr>
            <a:lvl7pPr marL="0" lvl="6" indent="0" algn="r" rtl="0">
              <a:spcBef>
                <a:spcPts val="0"/>
              </a:spcBef>
              <a:buNone/>
              <a:defRPr>
                <a:solidFill>
                  <a:srgbClr val="888888"/>
                </a:solidFill>
              </a:defRPr>
            </a:lvl7pPr>
            <a:lvl8pPr marL="0" lvl="7" indent="0" algn="r" rtl="0">
              <a:spcBef>
                <a:spcPts val="0"/>
              </a:spcBef>
              <a:buNone/>
              <a:defRPr>
                <a:solidFill>
                  <a:srgbClr val="888888"/>
                </a:solidFill>
              </a:defRPr>
            </a:lvl8pPr>
            <a:lvl9pPr marL="0" lvl="8" indent="0" algn="r" rtl="0">
              <a:spcBef>
                <a:spcPts val="0"/>
              </a:spcBef>
              <a:buNone/>
              <a:defRPr>
                <a:solidFill>
                  <a:srgbClr val="888888"/>
                </a:solidFill>
              </a:defRPr>
            </a:lvl9pPr>
          </a:lstStyle>
          <a:p>
            <a:fld id="{00000000-1234-1234-1234-123412341234}" type="slidenum">
              <a:rPr lang="uk-UA" smtClean="0"/>
              <a:pPr/>
              <a:t>‹#›</a:t>
            </a:fld>
            <a:endParaRPr lang="uk-UA"/>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Title Only" type="titleOnly">
  <p:cSld name="TITLE_ONLY">
    <p:spTree>
      <p:nvGrpSpPr>
        <p:cNvPr id="1" name="Shape 51"/>
        <p:cNvGrpSpPr/>
        <p:nvPr/>
      </p:nvGrpSpPr>
      <p:grpSpPr>
        <a:xfrm>
          <a:off x="0" y="0"/>
          <a:ext cx="0" cy="0"/>
          <a:chOff x="0" y="0"/>
          <a:chExt cx="0" cy="0"/>
        </a:xfrm>
      </p:grpSpPr>
      <p:sp>
        <p:nvSpPr>
          <p:cNvPr id="52" name="Google Shape;52;p82"/>
          <p:cNvSpPr txBox="1">
            <a:spLocks noGrp="1"/>
          </p:cNvSpPr>
          <p:nvPr>
            <p:ph type="title"/>
          </p:nvPr>
        </p:nvSpPr>
        <p:spPr>
          <a:xfrm>
            <a:off x="838200" y="365126"/>
            <a:ext cx="10515600" cy="1325700"/>
          </a:xfrm>
          <a:prstGeom prst="rect">
            <a:avLst/>
          </a:prstGeom>
          <a:noFill/>
          <a:ln>
            <a:noFill/>
          </a:ln>
        </p:spPr>
        <p:txBody>
          <a:bodyPr spcFirstLastPara="1" wrap="square" lIns="91425" tIns="45700" rIns="91425" bIns="45700" anchor="ctr" anchorCtr="0">
            <a:normAutofit/>
          </a:bodyPr>
          <a:lstStyle>
            <a:lvl1pPr lvl="0" algn="l" rtl="0">
              <a:lnSpc>
                <a:spcPct val="90000"/>
              </a:lnSpc>
              <a:spcBef>
                <a:spcPts val="0"/>
              </a:spcBef>
              <a:spcAft>
                <a:spcPts val="0"/>
              </a:spcAft>
              <a:buClr>
                <a:schemeClr val="dk1"/>
              </a:buClr>
              <a:buSzPts val="1800"/>
              <a:buNone/>
              <a:defRPr/>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endParaRPr/>
          </a:p>
        </p:txBody>
      </p:sp>
      <p:sp>
        <p:nvSpPr>
          <p:cNvPr id="53" name="Google Shape;53;p82"/>
          <p:cNvSpPr txBox="1">
            <a:spLocks noGrp="1"/>
          </p:cNvSpPr>
          <p:nvPr>
            <p:ph type="dt" idx="10"/>
          </p:nvPr>
        </p:nvSpPr>
        <p:spPr>
          <a:xfrm>
            <a:off x="838200" y="6356351"/>
            <a:ext cx="2743200" cy="3651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54" name="Google Shape;54;p82"/>
          <p:cNvSpPr txBox="1">
            <a:spLocks noGrp="1"/>
          </p:cNvSpPr>
          <p:nvPr>
            <p:ph type="ftr" idx="11"/>
          </p:nvPr>
        </p:nvSpPr>
        <p:spPr>
          <a:xfrm>
            <a:off x="4038600" y="6356351"/>
            <a:ext cx="4114800" cy="365100"/>
          </a:xfrm>
          <a:prstGeom prst="rect">
            <a:avLst/>
          </a:prstGeom>
          <a:noFill/>
          <a:ln>
            <a:noFill/>
          </a:ln>
        </p:spPr>
        <p:txBody>
          <a:bodyPr spcFirstLastPara="1" wrap="square" lIns="91425" tIns="45700" rIns="91425" bIns="45700" anchor="ctr" anchorCtr="0">
            <a:noAutofit/>
          </a:bodyPr>
          <a:lstStyle>
            <a:lvl1pPr lvl="0" algn="ctr"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55" name="Google Shape;55;p82"/>
          <p:cNvSpPr txBox="1">
            <a:spLocks noGrp="1"/>
          </p:cNvSpPr>
          <p:nvPr>
            <p:ph type="sldNum" idx="12"/>
          </p:nvPr>
        </p:nvSpPr>
        <p:spPr>
          <a:xfrm>
            <a:off x="8610600" y="6356351"/>
            <a:ext cx="2743200" cy="365100"/>
          </a:xfrm>
          <a:prstGeom prst="rect">
            <a:avLst/>
          </a:prstGeom>
          <a:noFill/>
          <a:ln>
            <a:noFill/>
          </a:ln>
        </p:spPr>
        <p:txBody>
          <a:bodyPr spcFirstLastPara="1" wrap="square" lIns="91425" tIns="45700" rIns="91425" bIns="45700" anchor="ctr" anchorCtr="0">
            <a:noAutofit/>
          </a:bodyPr>
          <a:lstStyle>
            <a:lvl1pPr marL="0" lvl="0" indent="0" algn="r" rtl="0">
              <a:spcBef>
                <a:spcPts val="0"/>
              </a:spcBef>
              <a:buNone/>
              <a:defRPr>
                <a:solidFill>
                  <a:srgbClr val="888888"/>
                </a:solidFill>
              </a:defRPr>
            </a:lvl1pPr>
            <a:lvl2pPr marL="0" lvl="1" indent="0" algn="r" rtl="0">
              <a:spcBef>
                <a:spcPts val="0"/>
              </a:spcBef>
              <a:buNone/>
              <a:defRPr>
                <a:solidFill>
                  <a:srgbClr val="888888"/>
                </a:solidFill>
              </a:defRPr>
            </a:lvl2pPr>
            <a:lvl3pPr marL="0" lvl="2" indent="0" algn="r" rtl="0">
              <a:spcBef>
                <a:spcPts val="0"/>
              </a:spcBef>
              <a:buNone/>
              <a:defRPr>
                <a:solidFill>
                  <a:srgbClr val="888888"/>
                </a:solidFill>
              </a:defRPr>
            </a:lvl3pPr>
            <a:lvl4pPr marL="0" lvl="3" indent="0" algn="r" rtl="0">
              <a:spcBef>
                <a:spcPts val="0"/>
              </a:spcBef>
              <a:buNone/>
              <a:defRPr>
                <a:solidFill>
                  <a:srgbClr val="888888"/>
                </a:solidFill>
              </a:defRPr>
            </a:lvl4pPr>
            <a:lvl5pPr marL="0" lvl="4" indent="0" algn="r" rtl="0">
              <a:spcBef>
                <a:spcPts val="0"/>
              </a:spcBef>
              <a:buNone/>
              <a:defRPr>
                <a:solidFill>
                  <a:srgbClr val="888888"/>
                </a:solidFill>
              </a:defRPr>
            </a:lvl5pPr>
            <a:lvl6pPr marL="0" lvl="5" indent="0" algn="r" rtl="0">
              <a:spcBef>
                <a:spcPts val="0"/>
              </a:spcBef>
              <a:buNone/>
              <a:defRPr>
                <a:solidFill>
                  <a:srgbClr val="888888"/>
                </a:solidFill>
              </a:defRPr>
            </a:lvl6pPr>
            <a:lvl7pPr marL="0" lvl="6" indent="0" algn="r" rtl="0">
              <a:spcBef>
                <a:spcPts val="0"/>
              </a:spcBef>
              <a:buNone/>
              <a:defRPr>
                <a:solidFill>
                  <a:srgbClr val="888888"/>
                </a:solidFill>
              </a:defRPr>
            </a:lvl7pPr>
            <a:lvl8pPr marL="0" lvl="7" indent="0" algn="r" rtl="0">
              <a:spcBef>
                <a:spcPts val="0"/>
              </a:spcBef>
              <a:buNone/>
              <a:defRPr>
                <a:solidFill>
                  <a:srgbClr val="888888"/>
                </a:solidFill>
              </a:defRPr>
            </a:lvl8pPr>
            <a:lvl9pPr marL="0" lvl="8" indent="0" algn="r" rtl="0">
              <a:spcBef>
                <a:spcPts val="0"/>
              </a:spcBef>
              <a:buNone/>
              <a:defRPr>
                <a:solidFill>
                  <a:srgbClr val="888888"/>
                </a:solidFill>
              </a:defRPr>
            </a:lvl9pPr>
          </a:lstStyle>
          <a:p>
            <a:fld id="{00000000-1234-1234-1234-123412341234}" type="slidenum">
              <a:rPr lang="uk-UA" smtClean="0"/>
              <a:pPr/>
              <a:t>‹#›</a:t>
            </a:fld>
            <a:endParaRPr lang="uk-UA"/>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Blank" type="blank">
  <p:cSld name="BLANK">
    <p:spTree>
      <p:nvGrpSpPr>
        <p:cNvPr id="1" name="Shape 56"/>
        <p:cNvGrpSpPr/>
        <p:nvPr/>
      </p:nvGrpSpPr>
      <p:grpSpPr>
        <a:xfrm>
          <a:off x="0" y="0"/>
          <a:ext cx="0" cy="0"/>
          <a:chOff x="0" y="0"/>
          <a:chExt cx="0" cy="0"/>
        </a:xfrm>
      </p:grpSpPr>
      <p:sp>
        <p:nvSpPr>
          <p:cNvPr id="57" name="Google Shape;57;p83"/>
          <p:cNvSpPr txBox="1">
            <a:spLocks noGrp="1"/>
          </p:cNvSpPr>
          <p:nvPr>
            <p:ph type="dt" idx="10"/>
          </p:nvPr>
        </p:nvSpPr>
        <p:spPr>
          <a:xfrm>
            <a:off x="838200" y="6356351"/>
            <a:ext cx="2743200" cy="3651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58" name="Google Shape;58;p83"/>
          <p:cNvSpPr txBox="1">
            <a:spLocks noGrp="1"/>
          </p:cNvSpPr>
          <p:nvPr>
            <p:ph type="ftr" idx="11"/>
          </p:nvPr>
        </p:nvSpPr>
        <p:spPr>
          <a:xfrm>
            <a:off x="4038600" y="6356351"/>
            <a:ext cx="4114800" cy="365100"/>
          </a:xfrm>
          <a:prstGeom prst="rect">
            <a:avLst/>
          </a:prstGeom>
          <a:noFill/>
          <a:ln>
            <a:noFill/>
          </a:ln>
        </p:spPr>
        <p:txBody>
          <a:bodyPr spcFirstLastPara="1" wrap="square" lIns="91425" tIns="45700" rIns="91425" bIns="45700" anchor="ctr" anchorCtr="0">
            <a:noAutofit/>
          </a:bodyPr>
          <a:lstStyle>
            <a:lvl1pPr lvl="0" algn="ctr"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59" name="Google Shape;59;p83"/>
          <p:cNvSpPr txBox="1">
            <a:spLocks noGrp="1"/>
          </p:cNvSpPr>
          <p:nvPr>
            <p:ph type="sldNum" idx="12"/>
          </p:nvPr>
        </p:nvSpPr>
        <p:spPr>
          <a:xfrm>
            <a:off x="8610600" y="6356351"/>
            <a:ext cx="2743200" cy="365100"/>
          </a:xfrm>
          <a:prstGeom prst="rect">
            <a:avLst/>
          </a:prstGeom>
          <a:noFill/>
          <a:ln>
            <a:noFill/>
          </a:ln>
        </p:spPr>
        <p:txBody>
          <a:bodyPr spcFirstLastPara="1" wrap="square" lIns="91425" tIns="45700" rIns="91425" bIns="45700" anchor="ctr" anchorCtr="0">
            <a:noAutofit/>
          </a:bodyPr>
          <a:lstStyle>
            <a:lvl1pPr marL="0" lvl="0" indent="0" algn="r" rtl="0">
              <a:spcBef>
                <a:spcPts val="0"/>
              </a:spcBef>
              <a:buNone/>
              <a:defRPr>
                <a:solidFill>
                  <a:srgbClr val="888888"/>
                </a:solidFill>
              </a:defRPr>
            </a:lvl1pPr>
            <a:lvl2pPr marL="0" lvl="1" indent="0" algn="r" rtl="0">
              <a:spcBef>
                <a:spcPts val="0"/>
              </a:spcBef>
              <a:buNone/>
              <a:defRPr>
                <a:solidFill>
                  <a:srgbClr val="888888"/>
                </a:solidFill>
              </a:defRPr>
            </a:lvl2pPr>
            <a:lvl3pPr marL="0" lvl="2" indent="0" algn="r" rtl="0">
              <a:spcBef>
                <a:spcPts val="0"/>
              </a:spcBef>
              <a:buNone/>
              <a:defRPr>
                <a:solidFill>
                  <a:srgbClr val="888888"/>
                </a:solidFill>
              </a:defRPr>
            </a:lvl3pPr>
            <a:lvl4pPr marL="0" lvl="3" indent="0" algn="r" rtl="0">
              <a:spcBef>
                <a:spcPts val="0"/>
              </a:spcBef>
              <a:buNone/>
              <a:defRPr>
                <a:solidFill>
                  <a:srgbClr val="888888"/>
                </a:solidFill>
              </a:defRPr>
            </a:lvl4pPr>
            <a:lvl5pPr marL="0" lvl="4" indent="0" algn="r" rtl="0">
              <a:spcBef>
                <a:spcPts val="0"/>
              </a:spcBef>
              <a:buNone/>
              <a:defRPr>
                <a:solidFill>
                  <a:srgbClr val="888888"/>
                </a:solidFill>
              </a:defRPr>
            </a:lvl5pPr>
            <a:lvl6pPr marL="0" lvl="5" indent="0" algn="r" rtl="0">
              <a:spcBef>
                <a:spcPts val="0"/>
              </a:spcBef>
              <a:buNone/>
              <a:defRPr>
                <a:solidFill>
                  <a:srgbClr val="888888"/>
                </a:solidFill>
              </a:defRPr>
            </a:lvl6pPr>
            <a:lvl7pPr marL="0" lvl="6" indent="0" algn="r" rtl="0">
              <a:spcBef>
                <a:spcPts val="0"/>
              </a:spcBef>
              <a:buNone/>
              <a:defRPr>
                <a:solidFill>
                  <a:srgbClr val="888888"/>
                </a:solidFill>
              </a:defRPr>
            </a:lvl7pPr>
            <a:lvl8pPr marL="0" lvl="7" indent="0" algn="r" rtl="0">
              <a:spcBef>
                <a:spcPts val="0"/>
              </a:spcBef>
              <a:buNone/>
              <a:defRPr>
                <a:solidFill>
                  <a:srgbClr val="888888"/>
                </a:solidFill>
              </a:defRPr>
            </a:lvl8pPr>
            <a:lvl9pPr marL="0" lvl="8" indent="0" algn="r" rtl="0">
              <a:spcBef>
                <a:spcPts val="0"/>
              </a:spcBef>
              <a:buNone/>
              <a:defRPr>
                <a:solidFill>
                  <a:srgbClr val="888888"/>
                </a:solidFill>
              </a:defRPr>
            </a:lvl9pPr>
          </a:lstStyle>
          <a:p>
            <a:fld id="{00000000-1234-1234-1234-123412341234}" type="slidenum">
              <a:rPr lang="uk-UA" smtClean="0"/>
              <a:pPr/>
              <a:t>‹#›</a:t>
            </a:fld>
            <a:endParaRPr lang="uk-UA"/>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Content with Caption" type="objTx">
  <p:cSld name="OBJECT_WITH_CAPTION_TEXT">
    <p:spTree>
      <p:nvGrpSpPr>
        <p:cNvPr id="1" name="Shape 60"/>
        <p:cNvGrpSpPr/>
        <p:nvPr/>
      </p:nvGrpSpPr>
      <p:grpSpPr>
        <a:xfrm>
          <a:off x="0" y="0"/>
          <a:ext cx="0" cy="0"/>
          <a:chOff x="0" y="0"/>
          <a:chExt cx="0" cy="0"/>
        </a:xfrm>
      </p:grpSpPr>
      <p:sp>
        <p:nvSpPr>
          <p:cNvPr id="61" name="Google Shape;61;p84"/>
          <p:cNvSpPr txBox="1">
            <a:spLocks noGrp="1"/>
          </p:cNvSpPr>
          <p:nvPr>
            <p:ph type="title"/>
          </p:nvPr>
        </p:nvSpPr>
        <p:spPr>
          <a:xfrm>
            <a:off x="839788" y="457200"/>
            <a:ext cx="3932400" cy="1600200"/>
          </a:xfrm>
          <a:prstGeom prst="rect">
            <a:avLst/>
          </a:prstGeom>
          <a:noFill/>
          <a:ln>
            <a:noFill/>
          </a:ln>
        </p:spPr>
        <p:txBody>
          <a:bodyPr spcFirstLastPara="1" wrap="square" lIns="91425" tIns="45700" rIns="91425" bIns="45700" anchor="b" anchorCtr="0">
            <a:normAutofit/>
          </a:bodyPr>
          <a:lstStyle>
            <a:lvl1pPr lvl="0" algn="l" rtl="0">
              <a:lnSpc>
                <a:spcPct val="90000"/>
              </a:lnSpc>
              <a:spcBef>
                <a:spcPts val="0"/>
              </a:spcBef>
              <a:spcAft>
                <a:spcPts val="0"/>
              </a:spcAft>
              <a:buClr>
                <a:schemeClr val="dk1"/>
              </a:buClr>
              <a:buSzPts val="2400"/>
              <a:buFont typeface="Calibri"/>
              <a:buNone/>
              <a:defRPr sz="2400"/>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endParaRPr/>
          </a:p>
        </p:txBody>
      </p:sp>
      <p:sp>
        <p:nvSpPr>
          <p:cNvPr id="62" name="Google Shape;62;p84"/>
          <p:cNvSpPr txBox="1">
            <a:spLocks noGrp="1"/>
          </p:cNvSpPr>
          <p:nvPr>
            <p:ph type="body" idx="1"/>
          </p:nvPr>
        </p:nvSpPr>
        <p:spPr>
          <a:xfrm>
            <a:off x="5183188" y="987426"/>
            <a:ext cx="6172400" cy="4873500"/>
          </a:xfrm>
          <a:prstGeom prst="rect">
            <a:avLst/>
          </a:prstGeom>
          <a:noFill/>
          <a:ln>
            <a:noFill/>
          </a:ln>
        </p:spPr>
        <p:txBody>
          <a:bodyPr spcFirstLastPara="1" wrap="square" lIns="91425" tIns="45700" rIns="91425" bIns="45700" anchor="t" anchorCtr="0">
            <a:normAutofit/>
          </a:bodyPr>
          <a:lstStyle>
            <a:lvl1pPr marL="457200" lvl="0" indent="-381000" algn="l" rtl="0">
              <a:lnSpc>
                <a:spcPct val="90000"/>
              </a:lnSpc>
              <a:spcBef>
                <a:spcPts val="750"/>
              </a:spcBef>
              <a:spcAft>
                <a:spcPts val="0"/>
              </a:spcAft>
              <a:buClr>
                <a:schemeClr val="dk1"/>
              </a:buClr>
              <a:buSzPts val="2400"/>
              <a:buChar char="•"/>
              <a:defRPr sz="2400"/>
            </a:lvl1pPr>
            <a:lvl2pPr marL="914400" lvl="1" indent="-361950" algn="l" rtl="0">
              <a:lnSpc>
                <a:spcPct val="90000"/>
              </a:lnSpc>
              <a:spcBef>
                <a:spcPts val="375"/>
              </a:spcBef>
              <a:spcAft>
                <a:spcPts val="0"/>
              </a:spcAft>
              <a:buClr>
                <a:schemeClr val="dk1"/>
              </a:buClr>
              <a:buSzPts val="2100"/>
              <a:buChar char="•"/>
              <a:defRPr sz="2100"/>
            </a:lvl2pPr>
            <a:lvl3pPr marL="1371600" lvl="2" indent="-342900" algn="l" rtl="0">
              <a:lnSpc>
                <a:spcPct val="90000"/>
              </a:lnSpc>
              <a:spcBef>
                <a:spcPts val="375"/>
              </a:spcBef>
              <a:spcAft>
                <a:spcPts val="0"/>
              </a:spcAft>
              <a:buClr>
                <a:schemeClr val="dk1"/>
              </a:buClr>
              <a:buSzPts val="1800"/>
              <a:buChar char="•"/>
              <a:defRPr sz="1800"/>
            </a:lvl3pPr>
            <a:lvl4pPr marL="1828800" lvl="3" indent="-323850" algn="l" rtl="0">
              <a:lnSpc>
                <a:spcPct val="90000"/>
              </a:lnSpc>
              <a:spcBef>
                <a:spcPts val="375"/>
              </a:spcBef>
              <a:spcAft>
                <a:spcPts val="0"/>
              </a:spcAft>
              <a:buClr>
                <a:schemeClr val="dk1"/>
              </a:buClr>
              <a:buSzPts val="1500"/>
              <a:buChar char="•"/>
              <a:defRPr sz="1500"/>
            </a:lvl4pPr>
            <a:lvl5pPr marL="2286000" lvl="4" indent="-323850" algn="l" rtl="0">
              <a:lnSpc>
                <a:spcPct val="90000"/>
              </a:lnSpc>
              <a:spcBef>
                <a:spcPts val="375"/>
              </a:spcBef>
              <a:spcAft>
                <a:spcPts val="0"/>
              </a:spcAft>
              <a:buClr>
                <a:schemeClr val="dk1"/>
              </a:buClr>
              <a:buSzPts val="1500"/>
              <a:buChar char="•"/>
              <a:defRPr sz="1500"/>
            </a:lvl5pPr>
            <a:lvl6pPr marL="2743200" lvl="5" indent="-323850" algn="l" rtl="0">
              <a:lnSpc>
                <a:spcPct val="90000"/>
              </a:lnSpc>
              <a:spcBef>
                <a:spcPts val="375"/>
              </a:spcBef>
              <a:spcAft>
                <a:spcPts val="0"/>
              </a:spcAft>
              <a:buClr>
                <a:schemeClr val="dk1"/>
              </a:buClr>
              <a:buSzPts val="1500"/>
              <a:buChar char="•"/>
              <a:defRPr sz="1500"/>
            </a:lvl6pPr>
            <a:lvl7pPr marL="3200400" lvl="6" indent="-323850" algn="l" rtl="0">
              <a:lnSpc>
                <a:spcPct val="90000"/>
              </a:lnSpc>
              <a:spcBef>
                <a:spcPts val="375"/>
              </a:spcBef>
              <a:spcAft>
                <a:spcPts val="0"/>
              </a:spcAft>
              <a:buClr>
                <a:schemeClr val="dk1"/>
              </a:buClr>
              <a:buSzPts val="1500"/>
              <a:buChar char="•"/>
              <a:defRPr sz="1500"/>
            </a:lvl7pPr>
            <a:lvl8pPr marL="3657600" lvl="7" indent="-323850" algn="l" rtl="0">
              <a:lnSpc>
                <a:spcPct val="90000"/>
              </a:lnSpc>
              <a:spcBef>
                <a:spcPts val="375"/>
              </a:spcBef>
              <a:spcAft>
                <a:spcPts val="0"/>
              </a:spcAft>
              <a:buClr>
                <a:schemeClr val="dk1"/>
              </a:buClr>
              <a:buSzPts val="1500"/>
              <a:buChar char="•"/>
              <a:defRPr sz="1500"/>
            </a:lvl8pPr>
            <a:lvl9pPr marL="4114800" lvl="8" indent="-323850" algn="l" rtl="0">
              <a:lnSpc>
                <a:spcPct val="90000"/>
              </a:lnSpc>
              <a:spcBef>
                <a:spcPts val="375"/>
              </a:spcBef>
              <a:spcAft>
                <a:spcPts val="0"/>
              </a:spcAft>
              <a:buClr>
                <a:schemeClr val="dk1"/>
              </a:buClr>
              <a:buSzPts val="1500"/>
              <a:buChar char="•"/>
              <a:defRPr sz="1500"/>
            </a:lvl9pPr>
          </a:lstStyle>
          <a:p>
            <a:endParaRPr/>
          </a:p>
        </p:txBody>
      </p:sp>
      <p:sp>
        <p:nvSpPr>
          <p:cNvPr id="63" name="Google Shape;63;p84"/>
          <p:cNvSpPr txBox="1">
            <a:spLocks noGrp="1"/>
          </p:cNvSpPr>
          <p:nvPr>
            <p:ph type="body" idx="2"/>
          </p:nvPr>
        </p:nvSpPr>
        <p:spPr>
          <a:xfrm>
            <a:off x="839788" y="2057400"/>
            <a:ext cx="3932400" cy="3811500"/>
          </a:xfrm>
          <a:prstGeom prst="rect">
            <a:avLst/>
          </a:prstGeom>
          <a:noFill/>
          <a:ln>
            <a:noFill/>
          </a:ln>
        </p:spPr>
        <p:txBody>
          <a:bodyPr spcFirstLastPara="1" wrap="square" lIns="91425" tIns="45700" rIns="91425" bIns="45700" anchor="t" anchorCtr="0">
            <a:normAutofit/>
          </a:bodyPr>
          <a:lstStyle>
            <a:lvl1pPr marL="457200" lvl="0" indent="-228600" algn="l" rtl="0">
              <a:lnSpc>
                <a:spcPct val="90000"/>
              </a:lnSpc>
              <a:spcBef>
                <a:spcPts val="750"/>
              </a:spcBef>
              <a:spcAft>
                <a:spcPts val="0"/>
              </a:spcAft>
              <a:buClr>
                <a:schemeClr val="dk1"/>
              </a:buClr>
              <a:buSzPts val="1200"/>
              <a:buNone/>
              <a:defRPr sz="1200"/>
            </a:lvl1pPr>
            <a:lvl2pPr marL="914400" lvl="1" indent="-228600" algn="l" rtl="0">
              <a:lnSpc>
                <a:spcPct val="90000"/>
              </a:lnSpc>
              <a:spcBef>
                <a:spcPts val="375"/>
              </a:spcBef>
              <a:spcAft>
                <a:spcPts val="0"/>
              </a:spcAft>
              <a:buClr>
                <a:schemeClr val="dk1"/>
              </a:buClr>
              <a:buSzPts val="1050"/>
              <a:buNone/>
              <a:defRPr sz="1050"/>
            </a:lvl2pPr>
            <a:lvl3pPr marL="1371600" lvl="2" indent="-228600" algn="l" rtl="0">
              <a:lnSpc>
                <a:spcPct val="90000"/>
              </a:lnSpc>
              <a:spcBef>
                <a:spcPts val="375"/>
              </a:spcBef>
              <a:spcAft>
                <a:spcPts val="0"/>
              </a:spcAft>
              <a:buClr>
                <a:schemeClr val="dk1"/>
              </a:buClr>
              <a:buSzPts val="900"/>
              <a:buNone/>
              <a:defRPr sz="900"/>
            </a:lvl3pPr>
            <a:lvl4pPr marL="1828800" lvl="3" indent="-228600" algn="l" rtl="0">
              <a:lnSpc>
                <a:spcPct val="90000"/>
              </a:lnSpc>
              <a:spcBef>
                <a:spcPts val="375"/>
              </a:spcBef>
              <a:spcAft>
                <a:spcPts val="0"/>
              </a:spcAft>
              <a:buClr>
                <a:schemeClr val="dk1"/>
              </a:buClr>
              <a:buSzPts val="750"/>
              <a:buNone/>
              <a:defRPr sz="750"/>
            </a:lvl4pPr>
            <a:lvl5pPr marL="2286000" lvl="4" indent="-228600" algn="l" rtl="0">
              <a:lnSpc>
                <a:spcPct val="90000"/>
              </a:lnSpc>
              <a:spcBef>
                <a:spcPts val="375"/>
              </a:spcBef>
              <a:spcAft>
                <a:spcPts val="0"/>
              </a:spcAft>
              <a:buClr>
                <a:schemeClr val="dk1"/>
              </a:buClr>
              <a:buSzPts val="750"/>
              <a:buNone/>
              <a:defRPr sz="750"/>
            </a:lvl5pPr>
            <a:lvl6pPr marL="2743200" lvl="5" indent="-228600" algn="l" rtl="0">
              <a:lnSpc>
                <a:spcPct val="90000"/>
              </a:lnSpc>
              <a:spcBef>
                <a:spcPts val="375"/>
              </a:spcBef>
              <a:spcAft>
                <a:spcPts val="0"/>
              </a:spcAft>
              <a:buClr>
                <a:schemeClr val="dk1"/>
              </a:buClr>
              <a:buSzPts val="750"/>
              <a:buNone/>
              <a:defRPr sz="750"/>
            </a:lvl6pPr>
            <a:lvl7pPr marL="3200400" lvl="6" indent="-228600" algn="l" rtl="0">
              <a:lnSpc>
                <a:spcPct val="90000"/>
              </a:lnSpc>
              <a:spcBef>
                <a:spcPts val="375"/>
              </a:spcBef>
              <a:spcAft>
                <a:spcPts val="0"/>
              </a:spcAft>
              <a:buClr>
                <a:schemeClr val="dk1"/>
              </a:buClr>
              <a:buSzPts val="750"/>
              <a:buNone/>
              <a:defRPr sz="750"/>
            </a:lvl7pPr>
            <a:lvl8pPr marL="3657600" lvl="7" indent="-228600" algn="l" rtl="0">
              <a:lnSpc>
                <a:spcPct val="90000"/>
              </a:lnSpc>
              <a:spcBef>
                <a:spcPts val="375"/>
              </a:spcBef>
              <a:spcAft>
                <a:spcPts val="0"/>
              </a:spcAft>
              <a:buClr>
                <a:schemeClr val="dk1"/>
              </a:buClr>
              <a:buSzPts val="750"/>
              <a:buNone/>
              <a:defRPr sz="750"/>
            </a:lvl8pPr>
            <a:lvl9pPr marL="4114800" lvl="8" indent="-228600" algn="l" rtl="0">
              <a:lnSpc>
                <a:spcPct val="90000"/>
              </a:lnSpc>
              <a:spcBef>
                <a:spcPts val="375"/>
              </a:spcBef>
              <a:spcAft>
                <a:spcPts val="0"/>
              </a:spcAft>
              <a:buClr>
                <a:schemeClr val="dk1"/>
              </a:buClr>
              <a:buSzPts val="750"/>
              <a:buNone/>
              <a:defRPr sz="750"/>
            </a:lvl9pPr>
          </a:lstStyle>
          <a:p>
            <a:endParaRPr/>
          </a:p>
        </p:txBody>
      </p:sp>
      <p:sp>
        <p:nvSpPr>
          <p:cNvPr id="64" name="Google Shape;64;p84"/>
          <p:cNvSpPr txBox="1">
            <a:spLocks noGrp="1"/>
          </p:cNvSpPr>
          <p:nvPr>
            <p:ph type="dt" idx="10"/>
          </p:nvPr>
        </p:nvSpPr>
        <p:spPr>
          <a:xfrm>
            <a:off x="838200" y="6356351"/>
            <a:ext cx="2743200" cy="3651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65" name="Google Shape;65;p84"/>
          <p:cNvSpPr txBox="1">
            <a:spLocks noGrp="1"/>
          </p:cNvSpPr>
          <p:nvPr>
            <p:ph type="ftr" idx="11"/>
          </p:nvPr>
        </p:nvSpPr>
        <p:spPr>
          <a:xfrm>
            <a:off x="4038600" y="6356351"/>
            <a:ext cx="4114800" cy="365100"/>
          </a:xfrm>
          <a:prstGeom prst="rect">
            <a:avLst/>
          </a:prstGeom>
          <a:noFill/>
          <a:ln>
            <a:noFill/>
          </a:ln>
        </p:spPr>
        <p:txBody>
          <a:bodyPr spcFirstLastPara="1" wrap="square" lIns="91425" tIns="45700" rIns="91425" bIns="45700" anchor="ctr" anchorCtr="0">
            <a:noAutofit/>
          </a:bodyPr>
          <a:lstStyle>
            <a:lvl1pPr lvl="0" algn="ctr"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66" name="Google Shape;66;p84"/>
          <p:cNvSpPr txBox="1">
            <a:spLocks noGrp="1"/>
          </p:cNvSpPr>
          <p:nvPr>
            <p:ph type="sldNum" idx="12"/>
          </p:nvPr>
        </p:nvSpPr>
        <p:spPr>
          <a:xfrm>
            <a:off x="8610600" y="6356351"/>
            <a:ext cx="2743200" cy="365100"/>
          </a:xfrm>
          <a:prstGeom prst="rect">
            <a:avLst/>
          </a:prstGeom>
          <a:noFill/>
          <a:ln>
            <a:noFill/>
          </a:ln>
        </p:spPr>
        <p:txBody>
          <a:bodyPr spcFirstLastPara="1" wrap="square" lIns="91425" tIns="45700" rIns="91425" bIns="45700" anchor="ctr" anchorCtr="0">
            <a:noAutofit/>
          </a:bodyPr>
          <a:lstStyle>
            <a:lvl1pPr marL="0" lvl="0" indent="0" algn="r" rtl="0">
              <a:spcBef>
                <a:spcPts val="0"/>
              </a:spcBef>
              <a:buNone/>
              <a:defRPr>
                <a:solidFill>
                  <a:srgbClr val="888888"/>
                </a:solidFill>
              </a:defRPr>
            </a:lvl1pPr>
            <a:lvl2pPr marL="0" lvl="1" indent="0" algn="r" rtl="0">
              <a:spcBef>
                <a:spcPts val="0"/>
              </a:spcBef>
              <a:buNone/>
              <a:defRPr>
                <a:solidFill>
                  <a:srgbClr val="888888"/>
                </a:solidFill>
              </a:defRPr>
            </a:lvl2pPr>
            <a:lvl3pPr marL="0" lvl="2" indent="0" algn="r" rtl="0">
              <a:spcBef>
                <a:spcPts val="0"/>
              </a:spcBef>
              <a:buNone/>
              <a:defRPr>
                <a:solidFill>
                  <a:srgbClr val="888888"/>
                </a:solidFill>
              </a:defRPr>
            </a:lvl3pPr>
            <a:lvl4pPr marL="0" lvl="3" indent="0" algn="r" rtl="0">
              <a:spcBef>
                <a:spcPts val="0"/>
              </a:spcBef>
              <a:buNone/>
              <a:defRPr>
                <a:solidFill>
                  <a:srgbClr val="888888"/>
                </a:solidFill>
              </a:defRPr>
            </a:lvl4pPr>
            <a:lvl5pPr marL="0" lvl="4" indent="0" algn="r" rtl="0">
              <a:spcBef>
                <a:spcPts val="0"/>
              </a:spcBef>
              <a:buNone/>
              <a:defRPr>
                <a:solidFill>
                  <a:srgbClr val="888888"/>
                </a:solidFill>
              </a:defRPr>
            </a:lvl5pPr>
            <a:lvl6pPr marL="0" lvl="5" indent="0" algn="r" rtl="0">
              <a:spcBef>
                <a:spcPts val="0"/>
              </a:spcBef>
              <a:buNone/>
              <a:defRPr>
                <a:solidFill>
                  <a:srgbClr val="888888"/>
                </a:solidFill>
              </a:defRPr>
            </a:lvl6pPr>
            <a:lvl7pPr marL="0" lvl="6" indent="0" algn="r" rtl="0">
              <a:spcBef>
                <a:spcPts val="0"/>
              </a:spcBef>
              <a:buNone/>
              <a:defRPr>
                <a:solidFill>
                  <a:srgbClr val="888888"/>
                </a:solidFill>
              </a:defRPr>
            </a:lvl7pPr>
            <a:lvl8pPr marL="0" lvl="7" indent="0" algn="r" rtl="0">
              <a:spcBef>
                <a:spcPts val="0"/>
              </a:spcBef>
              <a:buNone/>
              <a:defRPr>
                <a:solidFill>
                  <a:srgbClr val="888888"/>
                </a:solidFill>
              </a:defRPr>
            </a:lvl8pPr>
            <a:lvl9pPr marL="0" lvl="8" indent="0" algn="r" rtl="0">
              <a:spcBef>
                <a:spcPts val="0"/>
              </a:spcBef>
              <a:buNone/>
              <a:defRPr>
                <a:solidFill>
                  <a:srgbClr val="888888"/>
                </a:solidFill>
              </a:defRPr>
            </a:lvl9pPr>
          </a:lstStyle>
          <a:p>
            <a:fld id="{00000000-1234-1234-1234-123412341234}" type="slidenum">
              <a:rPr lang="uk-UA" smtClean="0"/>
              <a:pPr/>
              <a:t>‹#›</a:t>
            </a:fld>
            <a:endParaRPr lang="uk-UA"/>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Picture with Caption" type="picTx">
  <p:cSld name="PICTURE_WITH_CAPTION_TEXT">
    <p:spTree>
      <p:nvGrpSpPr>
        <p:cNvPr id="1" name="Shape 67"/>
        <p:cNvGrpSpPr/>
        <p:nvPr/>
      </p:nvGrpSpPr>
      <p:grpSpPr>
        <a:xfrm>
          <a:off x="0" y="0"/>
          <a:ext cx="0" cy="0"/>
          <a:chOff x="0" y="0"/>
          <a:chExt cx="0" cy="0"/>
        </a:xfrm>
      </p:grpSpPr>
      <p:sp>
        <p:nvSpPr>
          <p:cNvPr id="68" name="Google Shape;68;p85"/>
          <p:cNvSpPr txBox="1">
            <a:spLocks noGrp="1"/>
          </p:cNvSpPr>
          <p:nvPr>
            <p:ph type="title"/>
          </p:nvPr>
        </p:nvSpPr>
        <p:spPr>
          <a:xfrm>
            <a:off x="839788" y="457200"/>
            <a:ext cx="3932400" cy="1600200"/>
          </a:xfrm>
          <a:prstGeom prst="rect">
            <a:avLst/>
          </a:prstGeom>
          <a:noFill/>
          <a:ln>
            <a:noFill/>
          </a:ln>
        </p:spPr>
        <p:txBody>
          <a:bodyPr spcFirstLastPara="1" wrap="square" lIns="91425" tIns="45700" rIns="91425" bIns="45700" anchor="b" anchorCtr="0">
            <a:normAutofit/>
          </a:bodyPr>
          <a:lstStyle>
            <a:lvl1pPr lvl="0" algn="l" rtl="0">
              <a:lnSpc>
                <a:spcPct val="90000"/>
              </a:lnSpc>
              <a:spcBef>
                <a:spcPts val="0"/>
              </a:spcBef>
              <a:spcAft>
                <a:spcPts val="0"/>
              </a:spcAft>
              <a:buClr>
                <a:schemeClr val="dk1"/>
              </a:buClr>
              <a:buSzPts val="2400"/>
              <a:buFont typeface="Calibri"/>
              <a:buNone/>
              <a:defRPr sz="2400"/>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endParaRPr/>
          </a:p>
        </p:txBody>
      </p:sp>
      <p:sp>
        <p:nvSpPr>
          <p:cNvPr id="69" name="Google Shape;69;p85"/>
          <p:cNvSpPr>
            <a:spLocks noGrp="1"/>
          </p:cNvSpPr>
          <p:nvPr>
            <p:ph type="pic" idx="2"/>
          </p:nvPr>
        </p:nvSpPr>
        <p:spPr>
          <a:xfrm>
            <a:off x="5183188" y="987426"/>
            <a:ext cx="6172400" cy="4873500"/>
          </a:xfrm>
          <a:prstGeom prst="rect">
            <a:avLst/>
          </a:prstGeom>
          <a:noFill/>
          <a:ln>
            <a:noFill/>
          </a:ln>
        </p:spPr>
      </p:sp>
      <p:sp>
        <p:nvSpPr>
          <p:cNvPr id="70" name="Google Shape;70;p85"/>
          <p:cNvSpPr txBox="1">
            <a:spLocks noGrp="1"/>
          </p:cNvSpPr>
          <p:nvPr>
            <p:ph type="body" idx="1"/>
          </p:nvPr>
        </p:nvSpPr>
        <p:spPr>
          <a:xfrm>
            <a:off x="839788" y="2057400"/>
            <a:ext cx="3932400" cy="3811500"/>
          </a:xfrm>
          <a:prstGeom prst="rect">
            <a:avLst/>
          </a:prstGeom>
          <a:noFill/>
          <a:ln>
            <a:noFill/>
          </a:ln>
        </p:spPr>
        <p:txBody>
          <a:bodyPr spcFirstLastPara="1" wrap="square" lIns="91425" tIns="45700" rIns="91425" bIns="45700" anchor="t" anchorCtr="0">
            <a:normAutofit/>
          </a:bodyPr>
          <a:lstStyle>
            <a:lvl1pPr marL="457200" lvl="0" indent="-228600" algn="l" rtl="0">
              <a:lnSpc>
                <a:spcPct val="90000"/>
              </a:lnSpc>
              <a:spcBef>
                <a:spcPts val="750"/>
              </a:spcBef>
              <a:spcAft>
                <a:spcPts val="0"/>
              </a:spcAft>
              <a:buClr>
                <a:schemeClr val="dk1"/>
              </a:buClr>
              <a:buSzPts val="1200"/>
              <a:buNone/>
              <a:defRPr sz="1200"/>
            </a:lvl1pPr>
            <a:lvl2pPr marL="914400" lvl="1" indent="-228600" algn="l" rtl="0">
              <a:lnSpc>
                <a:spcPct val="90000"/>
              </a:lnSpc>
              <a:spcBef>
                <a:spcPts val="375"/>
              </a:spcBef>
              <a:spcAft>
                <a:spcPts val="0"/>
              </a:spcAft>
              <a:buClr>
                <a:schemeClr val="dk1"/>
              </a:buClr>
              <a:buSzPts val="1050"/>
              <a:buNone/>
              <a:defRPr sz="1050"/>
            </a:lvl2pPr>
            <a:lvl3pPr marL="1371600" lvl="2" indent="-228600" algn="l" rtl="0">
              <a:lnSpc>
                <a:spcPct val="90000"/>
              </a:lnSpc>
              <a:spcBef>
                <a:spcPts val="375"/>
              </a:spcBef>
              <a:spcAft>
                <a:spcPts val="0"/>
              </a:spcAft>
              <a:buClr>
                <a:schemeClr val="dk1"/>
              </a:buClr>
              <a:buSzPts val="900"/>
              <a:buNone/>
              <a:defRPr sz="900"/>
            </a:lvl3pPr>
            <a:lvl4pPr marL="1828800" lvl="3" indent="-228600" algn="l" rtl="0">
              <a:lnSpc>
                <a:spcPct val="90000"/>
              </a:lnSpc>
              <a:spcBef>
                <a:spcPts val="375"/>
              </a:spcBef>
              <a:spcAft>
                <a:spcPts val="0"/>
              </a:spcAft>
              <a:buClr>
                <a:schemeClr val="dk1"/>
              </a:buClr>
              <a:buSzPts val="750"/>
              <a:buNone/>
              <a:defRPr sz="750"/>
            </a:lvl4pPr>
            <a:lvl5pPr marL="2286000" lvl="4" indent="-228600" algn="l" rtl="0">
              <a:lnSpc>
                <a:spcPct val="90000"/>
              </a:lnSpc>
              <a:spcBef>
                <a:spcPts val="375"/>
              </a:spcBef>
              <a:spcAft>
                <a:spcPts val="0"/>
              </a:spcAft>
              <a:buClr>
                <a:schemeClr val="dk1"/>
              </a:buClr>
              <a:buSzPts val="750"/>
              <a:buNone/>
              <a:defRPr sz="750"/>
            </a:lvl5pPr>
            <a:lvl6pPr marL="2743200" lvl="5" indent="-228600" algn="l" rtl="0">
              <a:lnSpc>
                <a:spcPct val="90000"/>
              </a:lnSpc>
              <a:spcBef>
                <a:spcPts val="375"/>
              </a:spcBef>
              <a:spcAft>
                <a:spcPts val="0"/>
              </a:spcAft>
              <a:buClr>
                <a:schemeClr val="dk1"/>
              </a:buClr>
              <a:buSzPts val="750"/>
              <a:buNone/>
              <a:defRPr sz="750"/>
            </a:lvl6pPr>
            <a:lvl7pPr marL="3200400" lvl="6" indent="-228600" algn="l" rtl="0">
              <a:lnSpc>
                <a:spcPct val="90000"/>
              </a:lnSpc>
              <a:spcBef>
                <a:spcPts val="375"/>
              </a:spcBef>
              <a:spcAft>
                <a:spcPts val="0"/>
              </a:spcAft>
              <a:buClr>
                <a:schemeClr val="dk1"/>
              </a:buClr>
              <a:buSzPts val="750"/>
              <a:buNone/>
              <a:defRPr sz="750"/>
            </a:lvl7pPr>
            <a:lvl8pPr marL="3657600" lvl="7" indent="-228600" algn="l" rtl="0">
              <a:lnSpc>
                <a:spcPct val="90000"/>
              </a:lnSpc>
              <a:spcBef>
                <a:spcPts val="375"/>
              </a:spcBef>
              <a:spcAft>
                <a:spcPts val="0"/>
              </a:spcAft>
              <a:buClr>
                <a:schemeClr val="dk1"/>
              </a:buClr>
              <a:buSzPts val="750"/>
              <a:buNone/>
              <a:defRPr sz="750"/>
            </a:lvl8pPr>
            <a:lvl9pPr marL="4114800" lvl="8" indent="-228600" algn="l" rtl="0">
              <a:lnSpc>
                <a:spcPct val="90000"/>
              </a:lnSpc>
              <a:spcBef>
                <a:spcPts val="375"/>
              </a:spcBef>
              <a:spcAft>
                <a:spcPts val="0"/>
              </a:spcAft>
              <a:buClr>
                <a:schemeClr val="dk1"/>
              </a:buClr>
              <a:buSzPts val="750"/>
              <a:buNone/>
              <a:defRPr sz="750"/>
            </a:lvl9pPr>
          </a:lstStyle>
          <a:p>
            <a:endParaRPr/>
          </a:p>
        </p:txBody>
      </p:sp>
      <p:sp>
        <p:nvSpPr>
          <p:cNvPr id="71" name="Google Shape;71;p85"/>
          <p:cNvSpPr txBox="1">
            <a:spLocks noGrp="1"/>
          </p:cNvSpPr>
          <p:nvPr>
            <p:ph type="dt" idx="10"/>
          </p:nvPr>
        </p:nvSpPr>
        <p:spPr>
          <a:xfrm>
            <a:off x="838200" y="6356351"/>
            <a:ext cx="2743200" cy="3651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72" name="Google Shape;72;p85"/>
          <p:cNvSpPr txBox="1">
            <a:spLocks noGrp="1"/>
          </p:cNvSpPr>
          <p:nvPr>
            <p:ph type="ftr" idx="11"/>
          </p:nvPr>
        </p:nvSpPr>
        <p:spPr>
          <a:xfrm>
            <a:off x="4038600" y="6356351"/>
            <a:ext cx="4114800" cy="365100"/>
          </a:xfrm>
          <a:prstGeom prst="rect">
            <a:avLst/>
          </a:prstGeom>
          <a:noFill/>
          <a:ln>
            <a:noFill/>
          </a:ln>
        </p:spPr>
        <p:txBody>
          <a:bodyPr spcFirstLastPara="1" wrap="square" lIns="91425" tIns="45700" rIns="91425" bIns="45700" anchor="ctr" anchorCtr="0">
            <a:noAutofit/>
          </a:bodyPr>
          <a:lstStyle>
            <a:lvl1pPr lvl="0" algn="ctr"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73" name="Google Shape;73;p85"/>
          <p:cNvSpPr txBox="1">
            <a:spLocks noGrp="1"/>
          </p:cNvSpPr>
          <p:nvPr>
            <p:ph type="sldNum" idx="12"/>
          </p:nvPr>
        </p:nvSpPr>
        <p:spPr>
          <a:xfrm>
            <a:off x="8610600" y="6356351"/>
            <a:ext cx="2743200" cy="365100"/>
          </a:xfrm>
          <a:prstGeom prst="rect">
            <a:avLst/>
          </a:prstGeom>
          <a:noFill/>
          <a:ln>
            <a:noFill/>
          </a:ln>
        </p:spPr>
        <p:txBody>
          <a:bodyPr spcFirstLastPara="1" wrap="square" lIns="91425" tIns="45700" rIns="91425" bIns="45700" anchor="ctr" anchorCtr="0">
            <a:noAutofit/>
          </a:bodyPr>
          <a:lstStyle>
            <a:lvl1pPr marL="0" lvl="0" indent="0" algn="r" rtl="0">
              <a:spcBef>
                <a:spcPts val="0"/>
              </a:spcBef>
              <a:buNone/>
              <a:defRPr>
                <a:solidFill>
                  <a:srgbClr val="888888"/>
                </a:solidFill>
              </a:defRPr>
            </a:lvl1pPr>
            <a:lvl2pPr marL="0" lvl="1" indent="0" algn="r" rtl="0">
              <a:spcBef>
                <a:spcPts val="0"/>
              </a:spcBef>
              <a:buNone/>
              <a:defRPr>
                <a:solidFill>
                  <a:srgbClr val="888888"/>
                </a:solidFill>
              </a:defRPr>
            </a:lvl2pPr>
            <a:lvl3pPr marL="0" lvl="2" indent="0" algn="r" rtl="0">
              <a:spcBef>
                <a:spcPts val="0"/>
              </a:spcBef>
              <a:buNone/>
              <a:defRPr>
                <a:solidFill>
                  <a:srgbClr val="888888"/>
                </a:solidFill>
              </a:defRPr>
            </a:lvl3pPr>
            <a:lvl4pPr marL="0" lvl="3" indent="0" algn="r" rtl="0">
              <a:spcBef>
                <a:spcPts val="0"/>
              </a:spcBef>
              <a:buNone/>
              <a:defRPr>
                <a:solidFill>
                  <a:srgbClr val="888888"/>
                </a:solidFill>
              </a:defRPr>
            </a:lvl4pPr>
            <a:lvl5pPr marL="0" lvl="4" indent="0" algn="r" rtl="0">
              <a:spcBef>
                <a:spcPts val="0"/>
              </a:spcBef>
              <a:buNone/>
              <a:defRPr>
                <a:solidFill>
                  <a:srgbClr val="888888"/>
                </a:solidFill>
              </a:defRPr>
            </a:lvl5pPr>
            <a:lvl6pPr marL="0" lvl="5" indent="0" algn="r" rtl="0">
              <a:spcBef>
                <a:spcPts val="0"/>
              </a:spcBef>
              <a:buNone/>
              <a:defRPr>
                <a:solidFill>
                  <a:srgbClr val="888888"/>
                </a:solidFill>
              </a:defRPr>
            </a:lvl6pPr>
            <a:lvl7pPr marL="0" lvl="6" indent="0" algn="r" rtl="0">
              <a:spcBef>
                <a:spcPts val="0"/>
              </a:spcBef>
              <a:buNone/>
              <a:defRPr>
                <a:solidFill>
                  <a:srgbClr val="888888"/>
                </a:solidFill>
              </a:defRPr>
            </a:lvl7pPr>
            <a:lvl8pPr marL="0" lvl="7" indent="0" algn="r" rtl="0">
              <a:spcBef>
                <a:spcPts val="0"/>
              </a:spcBef>
              <a:buNone/>
              <a:defRPr>
                <a:solidFill>
                  <a:srgbClr val="888888"/>
                </a:solidFill>
              </a:defRPr>
            </a:lvl8pPr>
            <a:lvl9pPr marL="0" lvl="8" indent="0" algn="r" rtl="0">
              <a:spcBef>
                <a:spcPts val="0"/>
              </a:spcBef>
              <a:buNone/>
              <a:defRPr>
                <a:solidFill>
                  <a:srgbClr val="888888"/>
                </a:solidFill>
              </a:defRPr>
            </a:lvl9pPr>
          </a:lstStyle>
          <a:p>
            <a:fld id="{00000000-1234-1234-1234-123412341234}" type="slidenum">
              <a:rPr lang="uk-UA" smtClean="0"/>
              <a:pPr/>
              <a:t>‹#›</a:t>
            </a:fld>
            <a:endParaRPr lang="uk-UA"/>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matchingName="Title and Vertical Text" type="vertTx">
  <p:cSld name="VERTICAL_TEXT">
    <p:spTree>
      <p:nvGrpSpPr>
        <p:cNvPr id="1" name="Shape 74"/>
        <p:cNvGrpSpPr/>
        <p:nvPr/>
      </p:nvGrpSpPr>
      <p:grpSpPr>
        <a:xfrm>
          <a:off x="0" y="0"/>
          <a:ext cx="0" cy="0"/>
          <a:chOff x="0" y="0"/>
          <a:chExt cx="0" cy="0"/>
        </a:xfrm>
      </p:grpSpPr>
      <p:sp>
        <p:nvSpPr>
          <p:cNvPr id="75" name="Google Shape;75;p86"/>
          <p:cNvSpPr txBox="1">
            <a:spLocks noGrp="1"/>
          </p:cNvSpPr>
          <p:nvPr>
            <p:ph type="title"/>
          </p:nvPr>
        </p:nvSpPr>
        <p:spPr>
          <a:xfrm>
            <a:off x="838200" y="365126"/>
            <a:ext cx="10515600" cy="1325700"/>
          </a:xfrm>
          <a:prstGeom prst="rect">
            <a:avLst/>
          </a:prstGeom>
          <a:noFill/>
          <a:ln>
            <a:noFill/>
          </a:ln>
        </p:spPr>
        <p:txBody>
          <a:bodyPr spcFirstLastPara="1" wrap="square" lIns="91425" tIns="45700" rIns="91425" bIns="45700" anchor="ctr" anchorCtr="0">
            <a:normAutofit/>
          </a:bodyPr>
          <a:lstStyle>
            <a:lvl1pPr lvl="0" algn="l" rtl="0">
              <a:lnSpc>
                <a:spcPct val="90000"/>
              </a:lnSpc>
              <a:spcBef>
                <a:spcPts val="0"/>
              </a:spcBef>
              <a:spcAft>
                <a:spcPts val="0"/>
              </a:spcAft>
              <a:buClr>
                <a:schemeClr val="dk1"/>
              </a:buClr>
              <a:buSzPts val="1800"/>
              <a:buNone/>
              <a:defRPr/>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endParaRPr/>
          </a:p>
        </p:txBody>
      </p:sp>
      <p:sp>
        <p:nvSpPr>
          <p:cNvPr id="76" name="Google Shape;76;p86"/>
          <p:cNvSpPr txBox="1">
            <a:spLocks noGrp="1"/>
          </p:cNvSpPr>
          <p:nvPr>
            <p:ph type="body" idx="1"/>
          </p:nvPr>
        </p:nvSpPr>
        <p:spPr>
          <a:xfrm rot="5400000">
            <a:off x="3920400" y="-1256575"/>
            <a:ext cx="4351200" cy="10515600"/>
          </a:xfrm>
          <a:prstGeom prst="rect">
            <a:avLst/>
          </a:prstGeom>
          <a:noFill/>
          <a:ln>
            <a:noFill/>
          </a:ln>
        </p:spPr>
        <p:txBody>
          <a:bodyPr spcFirstLastPara="1" wrap="square" lIns="91425" tIns="45700" rIns="91425" bIns="45700" anchor="t" anchorCtr="0">
            <a:normAutofit/>
          </a:bodyPr>
          <a:lstStyle>
            <a:lvl1pPr marL="457200" lvl="0" indent="-342900" algn="l" rtl="0">
              <a:lnSpc>
                <a:spcPct val="90000"/>
              </a:lnSpc>
              <a:spcBef>
                <a:spcPts val="750"/>
              </a:spcBef>
              <a:spcAft>
                <a:spcPts val="0"/>
              </a:spcAft>
              <a:buClr>
                <a:schemeClr val="dk1"/>
              </a:buClr>
              <a:buSzPts val="1800"/>
              <a:buChar char="•"/>
              <a:defRPr/>
            </a:lvl1pPr>
            <a:lvl2pPr marL="914400" lvl="1" indent="-342900" algn="l" rtl="0">
              <a:lnSpc>
                <a:spcPct val="90000"/>
              </a:lnSpc>
              <a:spcBef>
                <a:spcPts val="375"/>
              </a:spcBef>
              <a:spcAft>
                <a:spcPts val="0"/>
              </a:spcAft>
              <a:buClr>
                <a:schemeClr val="dk1"/>
              </a:buClr>
              <a:buSzPts val="1800"/>
              <a:buChar char="•"/>
              <a:defRPr/>
            </a:lvl2pPr>
            <a:lvl3pPr marL="1371600" lvl="2" indent="-342900" algn="l" rtl="0">
              <a:lnSpc>
                <a:spcPct val="90000"/>
              </a:lnSpc>
              <a:spcBef>
                <a:spcPts val="375"/>
              </a:spcBef>
              <a:spcAft>
                <a:spcPts val="0"/>
              </a:spcAft>
              <a:buClr>
                <a:schemeClr val="dk1"/>
              </a:buClr>
              <a:buSzPts val="1800"/>
              <a:buChar char="•"/>
              <a:defRPr/>
            </a:lvl3pPr>
            <a:lvl4pPr marL="1828800" lvl="3" indent="-342900" algn="l" rtl="0">
              <a:lnSpc>
                <a:spcPct val="90000"/>
              </a:lnSpc>
              <a:spcBef>
                <a:spcPts val="375"/>
              </a:spcBef>
              <a:spcAft>
                <a:spcPts val="0"/>
              </a:spcAft>
              <a:buClr>
                <a:schemeClr val="dk1"/>
              </a:buClr>
              <a:buSzPts val="1800"/>
              <a:buChar char="•"/>
              <a:defRPr/>
            </a:lvl4pPr>
            <a:lvl5pPr marL="2286000" lvl="4" indent="-342900" algn="l" rtl="0">
              <a:lnSpc>
                <a:spcPct val="90000"/>
              </a:lnSpc>
              <a:spcBef>
                <a:spcPts val="375"/>
              </a:spcBef>
              <a:spcAft>
                <a:spcPts val="0"/>
              </a:spcAft>
              <a:buClr>
                <a:schemeClr val="dk1"/>
              </a:buClr>
              <a:buSzPts val="1800"/>
              <a:buChar char="•"/>
              <a:defRPr/>
            </a:lvl5pPr>
            <a:lvl6pPr marL="2743200" lvl="5" indent="-342900" algn="l" rtl="0">
              <a:lnSpc>
                <a:spcPct val="90000"/>
              </a:lnSpc>
              <a:spcBef>
                <a:spcPts val="375"/>
              </a:spcBef>
              <a:spcAft>
                <a:spcPts val="0"/>
              </a:spcAft>
              <a:buClr>
                <a:schemeClr val="dk1"/>
              </a:buClr>
              <a:buSzPts val="1800"/>
              <a:buChar char="•"/>
              <a:defRPr/>
            </a:lvl6pPr>
            <a:lvl7pPr marL="3200400" lvl="6" indent="-342900" algn="l" rtl="0">
              <a:lnSpc>
                <a:spcPct val="90000"/>
              </a:lnSpc>
              <a:spcBef>
                <a:spcPts val="375"/>
              </a:spcBef>
              <a:spcAft>
                <a:spcPts val="0"/>
              </a:spcAft>
              <a:buClr>
                <a:schemeClr val="dk1"/>
              </a:buClr>
              <a:buSzPts val="1800"/>
              <a:buChar char="•"/>
              <a:defRPr/>
            </a:lvl7pPr>
            <a:lvl8pPr marL="3657600" lvl="7" indent="-342900" algn="l" rtl="0">
              <a:lnSpc>
                <a:spcPct val="90000"/>
              </a:lnSpc>
              <a:spcBef>
                <a:spcPts val="375"/>
              </a:spcBef>
              <a:spcAft>
                <a:spcPts val="0"/>
              </a:spcAft>
              <a:buClr>
                <a:schemeClr val="dk1"/>
              </a:buClr>
              <a:buSzPts val="1800"/>
              <a:buChar char="•"/>
              <a:defRPr/>
            </a:lvl8pPr>
            <a:lvl9pPr marL="4114800" lvl="8" indent="-342900" algn="l" rtl="0">
              <a:lnSpc>
                <a:spcPct val="90000"/>
              </a:lnSpc>
              <a:spcBef>
                <a:spcPts val="375"/>
              </a:spcBef>
              <a:spcAft>
                <a:spcPts val="0"/>
              </a:spcAft>
              <a:buClr>
                <a:schemeClr val="dk1"/>
              </a:buClr>
              <a:buSzPts val="1800"/>
              <a:buChar char="•"/>
              <a:defRPr/>
            </a:lvl9pPr>
          </a:lstStyle>
          <a:p>
            <a:endParaRPr/>
          </a:p>
        </p:txBody>
      </p:sp>
      <p:sp>
        <p:nvSpPr>
          <p:cNvPr id="77" name="Google Shape;77;p86"/>
          <p:cNvSpPr txBox="1">
            <a:spLocks noGrp="1"/>
          </p:cNvSpPr>
          <p:nvPr>
            <p:ph type="dt" idx="10"/>
          </p:nvPr>
        </p:nvSpPr>
        <p:spPr>
          <a:xfrm>
            <a:off x="838200" y="6356351"/>
            <a:ext cx="2743200" cy="3651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78" name="Google Shape;78;p86"/>
          <p:cNvSpPr txBox="1">
            <a:spLocks noGrp="1"/>
          </p:cNvSpPr>
          <p:nvPr>
            <p:ph type="ftr" idx="11"/>
          </p:nvPr>
        </p:nvSpPr>
        <p:spPr>
          <a:xfrm>
            <a:off x="4038600" y="6356351"/>
            <a:ext cx="4114800" cy="365100"/>
          </a:xfrm>
          <a:prstGeom prst="rect">
            <a:avLst/>
          </a:prstGeom>
          <a:noFill/>
          <a:ln>
            <a:noFill/>
          </a:ln>
        </p:spPr>
        <p:txBody>
          <a:bodyPr spcFirstLastPara="1" wrap="square" lIns="91425" tIns="45700" rIns="91425" bIns="45700" anchor="ctr" anchorCtr="0">
            <a:noAutofit/>
          </a:bodyPr>
          <a:lstStyle>
            <a:lvl1pPr lvl="0" algn="ctr"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79" name="Google Shape;79;p86"/>
          <p:cNvSpPr txBox="1">
            <a:spLocks noGrp="1"/>
          </p:cNvSpPr>
          <p:nvPr>
            <p:ph type="sldNum" idx="12"/>
          </p:nvPr>
        </p:nvSpPr>
        <p:spPr>
          <a:xfrm>
            <a:off x="8610600" y="6356351"/>
            <a:ext cx="2743200" cy="365100"/>
          </a:xfrm>
          <a:prstGeom prst="rect">
            <a:avLst/>
          </a:prstGeom>
          <a:noFill/>
          <a:ln>
            <a:noFill/>
          </a:ln>
        </p:spPr>
        <p:txBody>
          <a:bodyPr spcFirstLastPara="1" wrap="square" lIns="91425" tIns="45700" rIns="91425" bIns="45700" anchor="ctr" anchorCtr="0">
            <a:noAutofit/>
          </a:bodyPr>
          <a:lstStyle>
            <a:lvl1pPr marL="0" lvl="0" indent="0" algn="r" rtl="0">
              <a:spcBef>
                <a:spcPts val="0"/>
              </a:spcBef>
              <a:buNone/>
              <a:defRPr>
                <a:solidFill>
                  <a:srgbClr val="888888"/>
                </a:solidFill>
              </a:defRPr>
            </a:lvl1pPr>
            <a:lvl2pPr marL="0" lvl="1" indent="0" algn="r" rtl="0">
              <a:spcBef>
                <a:spcPts val="0"/>
              </a:spcBef>
              <a:buNone/>
              <a:defRPr>
                <a:solidFill>
                  <a:srgbClr val="888888"/>
                </a:solidFill>
              </a:defRPr>
            </a:lvl2pPr>
            <a:lvl3pPr marL="0" lvl="2" indent="0" algn="r" rtl="0">
              <a:spcBef>
                <a:spcPts val="0"/>
              </a:spcBef>
              <a:buNone/>
              <a:defRPr>
                <a:solidFill>
                  <a:srgbClr val="888888"/>
                </a:solidFill>
              </a:defRPr>
            </a:lvl3pPr>
            <a:lvl4pPr marL="0" lvl="3" indent="0" algn="r" rtl="0">
              <a:spcBef>
                <a:spcPts val="0"/>
              </a:spcBef>
              <a:buNone/>
              <a:defRPr>
                <a:solidFill>
                  <a:srgbClr val="888888"/>
                </a:solidFill>
              </a:defRPr>
            </a:lvl4pPr>
            <a:lvl5pPr marL="0" lvl="4" indent="0" algn="r" rtl="0">
              <a:spcBef>
                <a:spcPts val="0"/>
              </a:spcBef>
              <a:buNone/>
              <a:defRPr>
                <a:solidFill>
                  <a:srgbClr val="888888"/>
                </a:solidFill>
              </a:defRPr>
            </a:lvl5pPr>
            <a:lvl6pPr marL="0" lvl="5" indent="0" algn="r" rtl="0">
              <a:spcBef>
                <a:spcPts val="0"/>
              </a:spcBef>
              <a:buNone/>
              <a:defRPr>
                <a:solidFill>
                  <a:srgbClr val="888888"/>
                </a:solidFill>
              </a:defRPr>
            </a:lvl6pPr>
            <a:lvl7pPr marL="0" lvl="6" indent="0" algn="r" rtl="0">
              <a:spcBef>
                <a:spcPts val="0"/>
              </a:spcBef>
              <a:buNone/>
              <a:defRPr>
                <a:solidFill>
                  <a:srgbClr val="888888"/>
                </a:solidFill>
              </a:defRPr>
            </a:lvl7pPr>
            <a:lvl8pPr marL="0" lvl="7" indent="0" algn="r" rtl="0">
              <a:spcBef>
                <a:spcPts val="0"/>
              </a:spcBef>
              <a:buNone/>
              <a:defRPr>
                <a:solidFill>
                  <a:srgbClr val="888888"/>
                </a:solidFill>
              </a:defRPr>
            </a:lvl8pPr>
            <a:lvl9pPr marL="0" lvl="8" indent="0" algn="r" rtl="0">
              <a:spcBef>
                <a:spcPts val="0"/>
              </a:spcBef>
              <a:buNone/>
              <a:defRPr>
                <a:solidFill>
                  <a:srgbClr val="888888"/>
                </a:solidFill>
              </a:defRPr>
            </a:lvl9pPr>
          </a:lstStyle>
          <a:p>
            <a:fld id="{00000000-1234-1234-1234-123412341234}" type="slidenum">
              <a:rPr lang="uk-UA" smtClean="0"/>
              <a:pPr/>
              <a:t>‹#›</a:t>
            </a:fld>
            <a:endParaRPr lang="uk-UA"/>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matchingName="Vertical Title and Text" type="vertTitleAndTx">
  <p:cSld name="VERTICAL_TITLE_AND_VERTICAL_TEXT">
    <p:spTree>
      <p:nvGrpSpPr>
        <p:cNvPr id="1" name="Shape 80"/>
        <p:cNvGrpSpPr/>
        <p:nvPr/>
      </p:nvGrpSpPr>
      <p:grpSpPr>
        <a:xfrm>
          <a:off x="0" y="0"/>
          <a:ext cx="0" cy="0"/>
          <a:chOff x="0" y="0"/>
          <a:chExt cx="0" cy="0"/>
        </a:xfrm>
      </p:grpSpPr>
      <p:sp>
        <p:nvSpPr>
          <p:cNvPr id="81" name="Google Shape;81;p87"/>
          <p:cNvSpPr txBox="1">
            <a:spLocks noGrp="1"/>
          </p:cNvSpPr>
          <p:nvPr>
            <p:ph type="title"/>
          </p:nvPr>
        </p:nvSpPr>
        <p:spPr>
          <a:xfrm rot="5400000">
            <a:off x="7133450" y="1956675"/>
            <a:ext cx="5811900" cy="2628800"/>
          </a:xfrm>
          <a:prstGeom prst="rect">
            <a:avLst/>
          </a:prstGeom>
          <a:noFill/>
          <a:ln>
            <a:noFill/>
          </a:ln>
        </p:spPr>
        <p:txBody>
          <a:bodyPr spcFirstLastPara="1" wrap="square" lIns="91425" tIns="45700" rIns="91425" bIns="45700" anchor="ctr" anchorCtr="0">
            <a:normAutofit/>
          </a:bodyPr>
          <a:lstStyle>
            <a:lvl1pPr lvl="0" algn="l" rtl="0">
              <a:lnSpc>
                <a:spcPct val="90000"/>
              </a:lnSpc>
              <a:spcBef>
                <a:spcPts val="0"/>
              </a:spcBef>
              <a:spcAft>
                <a:spcPts val="0"/>
              </a:spcAft>
              <a:buClr>
                <a:schemeClr val="dk1"/>
              </a:buClr>
              <a:buSzPts val="1800"/>
              <a:buNone/>
              <a:defRPr/>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endParaRPr/>
          </a:p>
        </p:txBody>
      </p:sp>
      <p:sp>
        <p:nvSpPr>
          <p:cNvPr id="82" name="Google Shape;82;p87"/>
          <p:cNvSpPr txBox="1">
            <a:spLocks noGrp="1"/>
          </p:cNvSpPr>
          <p:nvPr>
            <p:ph type="body" idx="1"/>
          </p:nvPr>
        </p:nvSpPr>
        <p:spPr>
          <a:xfrm rot="5400000">
            <a:off x="1799350" y="-596125"/>
            <a:ext cx="5811900" cy="7734400"/>
          </a:xfrm>
          <a:prstGeom prst="rect">
            <a:avLst/>
          </a:prstGeom>
          <a:noFill/>
          <a:ln>
            <a:noFill/>
          </a:ln>
        </p:spPr>
        <p:txBody>
          <a:bodyPr spcFirstLastPara="1" wrap="square" lIns="91425" tIns="45700" rIns="91425" bIns="45700" anchor="t" anchorCtr="0">
            <a:normAutofit/>
          </a:bodyPr>
          <a:lstStyle>
            <a:lvl1pPr marL="457200" lvl="0" indent="-342900" algn="l" rtl="0">
              <a:lnSpc>
                <a:spcPct val="90000"/>
              </a:lnSpc>
              <a:spcBef>
                <a:spcPts val="750"/>
              </a:spcBef>
              <a:spcAft>
                <a:spcPts val="0"/>
              </a:spcAft>
              <a:buClr>
                <a:schemeClr val="dk1"/>
              </a:buClr>
              <a:buSzPts val="1800"/>
              <a:buChar char="•"/>
              <a:defRPr/>
            </a:lvl1pPr>
            <a:lvl2pPr marL="914400" lvl="1" indent="-342900" algn="l" rtl="0">
              <a:lnSpc>
                <a:spcPct val="90000"/>
              </a:lnSpc>
              <a:spcBef>
                <a:spcPts val="375"/>
              </a:spcBef>
              <a:spcAft>
                <a:spcPts val="0"/>
              </a:spcAft>
              <a:buClr>
                <a:schemeClr val="dk1"/>
              </a:buClr>
              <a:buSzPts val="1800"/>
              <a:buChar char="•"/>
              <a:defRPr/>
            </a:lvl2pPr>
            <a:lvl3pPr marL="1371600" lvl="2" indent="-342900" algn="l" rtl="0">
              <a:lnSpc>
                <a:spcPct val="90000"/>
              </a:lnSpc>
              <a:spcBef>
                <a:spcPts val="375"/>
              </a:spcBef>
              <a:spcAft>
                <a:spcPts val="0"/>
              </a:spcAft>
              <a:buClr>
                <a:schemeClr val="dk1"/>
              </a:buClr>
              <a:buSzPts val="1800"/>
              <a:buChar char="•"/>
              <a:defRPr/>
            </a:lvl3pPr>
            <a:lvl4pPr marL="1828800" lvl="3" indent="-342900" algn="l" rtl="0">
              <a:lnSpc>
                <a:spcPct val="90000"/>
              </a:lnSpc>
              <a:spcBef>
                <a:spcPts val="375"/>
              </a:spcBef>
              <a:spcAft>
                <a:spcPts val="0"/>
              </a:spcAft>
              <a:buClr>
                <a:schemeClr val="dk1"/>
              </a:buClr>
              <a:buSzPts val="1800"/>
              <a:buChar char="•"/>
              <a:defRPr/>
            </a:lvl4pPr>
            <a:lvl5pPr marL="2286000" lvl="4" indent="-342900" algn="l" rtl="0">
              <a:lnSpc>
                <a:spcPct val="90000"/>
              </a:lnSpc>
              <a:spcBef>
                <a:spcPts val="375"/>
              </a:spcBef>
              <a:spcAft>
                <a:spcPts val="0"/>
              </a:spcAft>
              <a:buClr>
                <a:schemeClr val="dk1"/>
              </a:buClr>
              <a:buSzPts val="1800"/>
              <a:buChar char="•"/>
              <a:defRPr/>
            </a:lvl5pPr>
            <a:lvl6pPr marL="2743200" lvl="5" indent="-342900" algn="l" rtl="0">
              <a:lnSpc>
                <a:spcPct val="90000"/>
              </a:lnSpc>
              <a:spcBef>
                <a:spcPts val="375"/>
              </a:spcBef>
              <a:spcAft>
                <a:spcPts val="0"/>
              </a:spcAft>
              <a:buClr>
                <a:schemeClr val="dk1"/>
              </a:buClr>
              <a:buSzPts val="1800"/>
              <a:buChar char="•"/>
              <a:defRPr/>
            </a:lvl6pPr>
            <a:lvl7pPr marL="3200400" lvl="6" indent="-342900" algn="l" rtl="0">
              <a:lnSpc>
                <a:spcPct val="90000"/>
              </a:lnSpc>
              <a:spcBef>
                <a:spcPts val="375"/>
              </a:spcBef>
              <a:spcAft>
                <a:spcPts val="0"/>
              </a:spcAft>
              <a:buClr>
                <a:schemeClr val="dk1"/>
              </a:buClr>
              <a:buSzPts val="1800"/>
              <a:buChar char="•"/>
              <a:defRPr/>
            </a:lvl7pPr>
            <a:lvl8pPr marL="3657600" lvl="7" indent="-342900" algn="l" rtl="0">
              <a:lnSpc>
                <a:spcPct val="90000"/>
              </a:lnSpc>
              <a:spcBef>
                <a:spcPts val="375"/>
              </a:spcBef>
              <a:spcAft>
                <a:spcPts val="0"/>
              </a:spcAft>
              <a:buClr>
                <a:schemeClr val="dk1"/>
              </a:buClr>
              <a:buSzPts val="1800"/>
              <a:buChar char="•"/>
              <a:defRPr/>
            </a:lvl8pPr>
            <a:lvl9pPr marL="4114800" lvl="8" indent="-342900" algn="l" rtl="0">
              <a:lnSpc>
                <a:spcPct val="90000"/>
              </a:lnSpc>
              <a:spcBef>
                <a:spcPts val="375"/>
              </a:spcBef>
              <a:spcAft>
                <a:spcPts val="0"/>
              </a:spcAft>
              <a:buClr>
                <a:schemeClr val="dk1"/>
              </a:buClr>
              <a:buSzPts val="1800"/>
              <a:buChar char="•"/>
              <a:defRPr/>
            </a:lvl9pPr>
          </a:lstStyle>
          <a:p>
            <a:endParaRPr/>
          </a:p>
        </p:txBody>
      </p:sp>
      <p:sp>
        <p:nvSpPr>
          <p:cNvPr id="83" name="Google Shape;83;p87"/>
          <p:cNvSpPr txBox="1">
            <a:spLocks noGrp="1"/>
          </p:cNvSpPr>
          <p:nvPr>
            <p:ph type="dt" idx="10"/>
          </p:nvPr>
        </p:nvSpPr>
        <p:spPr>
          <a:xfrm>
            <a:off x="838200" y="6356351"/>
            <a:ext cx="2743200" cy="3651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84" name="Google Shape;84;p87"/>
          <p:cNvSpPr txBox="1">
            <a:spLocks noGrp="1"/>
          </p:cNvSpPr>
          <p:nvPr>
            <p:ph type="ftr" idx="11"/>
          </p:nvPr>
        </p:nvSpPr>
        <p:spPr>
          <a:xfrm>
            <a:off x="4038600" y="6356351"/>
            <a:ext cx="4114800" cy="365100"/>
          </a:xfrm>
          <a:prstGeom prst="rect">
            <a:avLst/>
          </a:prstGeom>
          <a:noFill/>
          <a:ln>
            <a:noFill/>
          </a:ln>
        </p:spPr>
        <p:txBody>
          <a:bodyPr spcFirstLastPara="1" wrap="square" lIns="91425" tIns="45700" rIns="91425" bIns="45700" anchor="ctr" anchorCtr="0">
            <a:noAutofit/>
          </a:bodyPr>
          <a:lstStyle>
            <a:lvl1pPr lvl="0" algn="ctr"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85" name="Google Shape;85;p87"/>
          <p:cNvSpPr txBox="1">
            <a:spLocks noGrp="1"/>
          </p:cNvSpPr>
          <p:nvPr>
            <p:ph type="sldNum" idx="12"/>
          </p:nvPr>
        </p:nvSpPr>
        <p:spPr>
          <a:xfrm>
            <a:off x="8610600" y="6356351"/>
            <a:ext cx="2743200" cy="365100"/>
          </a:xfrm>
          <a:prstGeom prst="rect">
            <a:avLst/>
          </a:prstGeom>
          <a:noFill/>
          <a:ln>
            <a:noFill/>
          </a:ln>
        </p:spPr>
        <p:txBody>
          <a:bodyPr spcFirstLastPara="1" wrap="square" lIns="91425" tIns="45700" rIns="91425" bIns="45700" anchor="ctr" anchorCtr="0">
            <a:noAutofit/>
          </a:bodyPr>
          <a:lstStyle>
            <a:lvl1pPr marL="0" lvl="0" indent="0" algn="r" rtl="0">
              <a:spcBef>
                <a:spcPts val="0"/>
              </a:spcBef>
              <a:buNone/>
              <a:defRPr>
                <a:solidFill>
                  <a:srgbClr val="888888"/>
                </a:solidFill>
              </a:defRPr>
            </a:lvl1pPr>
            <a:lvl2pPr marL="0" lvl="1" indent="0" algn="r" rtl="0">
              <a:spcBef>
                <a:spcPts val="0"/>
              </a:spcBef>
              <a:buNone/>
              <a:defRPr>
                <a:solidFill>
                  <a:srgbClr val="888888"/>
                </a:solidFill>
              </a:defRPr>
            </a:lvl2pPr>
            <a:lvl3pPr marL="0" lvl="2" indent="0" algn="r" rtl="0">
              <a:spcBef>
                <a:spcPts val="0"/>
              </a:spcBef>
              <a:buNone/>
              <a:defRPr>
                <a:solidFill>
                  <a:srgbClr val="888888"/>
                </a:solidFill>
              </a:defRPr>
            </a:lvl3pPr>
            <a:lvl4pPr marL="0" lvl="3" indent="0" algn="r" rtl="0">
              <a:spcBef>
                <a:spcPts val="0"/>
              </a:spcBef>
              <a:buNone/>
              <a:defRPr>
                <a:solidFill>
                  <a:srgbClr val="888888"/>
                </a:solidFill>
              </a:defRPr>
            </a:lvl4pPr>
            <a:lvl5pPr marL="0" lvl="4" indent="0" algn="r" rtl="0">
              <a:spcBef>
                <a:spcPts val="0"/>
              </a:spcBef>
              <a:buNone/>
              <a:defRPr>
                <a:solidFill>
                  <a:srgbClr val="888888"/>
                </a:solidFill>
              </a:defRPr>
            </a:lvl5pPr>
            <a:lvl6pPr marL="0" lvl="5" indent="0" algn="r" rtl="0">
              <a:spcBef>
                <a:spcPts val="0"/>
              </a:spcBef>
              <a:buNone/>
              <a:defRPr>
                <a:solidFill>
                  <a:srgbClr val="888888"/>
                </a:solidFill>
              </a:defRPr>
            </a:lvl6pPr>
            <a:lvl7pPr marL="0" lvl="6" indent="0" algn="r" rtl="0">
              <a:spcBef>
                <a:spcPts val="0"/>
              </a:spcBef>
              <a:buNone/>
              <a:defRPr>
                <a:solidFill>
                  <a:srgbClr val="888888"/>
                </a:solidFill>
              </a:defRPr>
            </a:lvl7pPr>
            <a:lvl8pPr marL="0" lvl="7" indent="0" algn="r" rtl="0">
              <a:spcBef>
                <a:spcPts val="0"/>
              </a:spcBef>
              <a:buNone/>
              <a:defRPr>
                <a:solidFill>
                  <a:srgbClr val="888888"/>
                </a:solidFill>
              </a:defRPr>
            </a:lvl8pPr>
            <a:lvl9pPr marL="0" lvl="8" indent="0" algn="r" rtl="0">
              <a:spcBef>
                <a:spcPts val="0"/>
              </a:spcBef>
              <a:buNone/>
              <a:defRPr>
                <a:solidFill>
                  <a:srgbClr val="888888"/>
                </a:solidFill>
              </a:defRPr>
            </a:lvl9pPr>
          </a:lstStyle>
          <a:p>
            <a:fld id="{00000000-1234-1234-1234-123412341234}" type="slidenum">
              <a:rPr lang="uk-UA" smtClean="0"/>
              <a:pPr/>
              <a:t>‹#›</a:t>
            </a:fld>
            <a:endParaRPr lang="uk-UA"/>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matchingName="Text Slide">
  <p:cSld name="Text Slide">
    <p:bg>
      <p:bgPr>
        <a:solidFill>
          <a:schemeClr val="lt1"/>
        </a:solidFill>
        <a:effectLst/>
      </p:bgPr>
    </p:bg>
    <p:spTree>
      <p:nvGrpSpPr>
        <p:cNvPr id="1" name="Shape 86"/>
        <p:cNvGrpSpPr/>
        <p:nvPr/>
      </p:nvGrpSpPr>
      <p:grpSpPr>
        <a:xfrm>
          <a:off x="0" y="0"/>
          <a:ext cx="0" cy="0"/>
          <a:chOff x="0" y="0"/>
          <a:chExt cx="0" cy="0"/>
        </a:xfrm>
      </p:grpSpPr>
      <p:pic>
        <p:nvPicPr>
          <p:cNvPr id="87" name="Google Shape;87;p88" descr="A picture containing text, sign, seat&#10;&#10;Description automatically generated"/>
          <p:cNvPicPr preferRelativeResize="0"/>
          <p:nvPr/>
        </p:nvPicPr>
        <p:blipFill rotWithShape="1">
          <a:blip r:embed="rId2" cstate="screen">
            <a:alphaModFix/>
            <a:extLst>
              <a:ext uri="{28A0092B-C50C-407E-A947-70E740481C1C}">
                <a14:useLocalDpi xmlns:a14="http://schemas.microsoft.com/office/drawing/2010/main"/>
              </a:ext>
            </a:extLst>
          </a:blip>
          <a:srcRect/>
          <a:stretch/>
        </p:blipFill>
        <p:spPr>
          <a:xfrm>
            <a:off x="8576869" y="5603082"/>
            <a:ext cx="3413760" cy="1828800"/>
          </a:xfrm>
          <a:prstGeom prst="rect">
            <a:avLst/>
          </a:prstGeom>
          <a:noFill/>
          <a:ln>
            <a:noFill/>
          </a:ln>
        </p:spPr>
      </p:pic>
      <p:sp>
        <p:nvSpPr>
          <p:cNvPr id="88" name="Google Shape;88;p88"/>
          <p:cNvSpPr/>
          <p:nvPr/>
        </p:nvSpPr>
        <p:spPr>
          <a:xfrm>
            <a:off x="0" y="0"/>
            <a:ext cx="198000" cy="6858000"/>
          </a:xfrm>
          <a:prstGeom prst="rect">
            <a:avLst/>
          </a:prstGeom>
          <a:solidFill>
            <a:srgbClr val="2776B6"/>
          </a:solidFill>
          <a:ln w="12700" cap="flat" cmpd="sng">
            <a:solidFill>
              <a:srgbClr val="42719B"/>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matchingName="Divider 2">
  <p:cSld name="Divider 2">
    <p:spTree>
      <p:nvGrpSpPr>
        <p:cNvPr id="1" name="Shape 89"/>
        <p:cNvGrpSpPr/>
        <p:nvPr/>
      </p:nvGrpSpPr>
      <p:grpSpPr>
        <a:xfrm>
          <a:off x="0" y="0"/>
          <a:ext cx="0" cy="0"/>
          <a:chOff x="0" y="0"/>
          <a:chExt cx="0" cy="0"/>
        </a:xfrm>
      </p:grpSpPr>
      <p:pic>
        <p:nvPicPr>
          <p:cNvPr id="90" name="Google Shape;90;p89" descr="ANation-PPT22_5.jpg"/>
          <p:cNvPicPr preferRelativeResize="0"/>
          <p:nvPr/>
        </p:nvPicPr>
        <p:blipFill rotWithShape="1">
          <a:blip r:embed="rId2" cstate="screen">
            <a:alphaModFix/>
            <a:extLst>
              <a:ext uri="{28A0092B-C50C-407E-A947-70E740481C1C}">
                <a14:useLocalDpi xmlns:a14="http://schemas.microsoft.com/office/drawing/2010/main"/>
              </a:ext>
            </a:extLst>
          </a:blip>
          <a:srcRect/>
          <a:stretch/>
        </p:blipFill>
        <p:spPr>
          <a:xfrm>
            <a:off x="1" y="1"/>
            <a:ext cx="12191999" cy="6858001"/>
          </a:xfrm>
          <a:prstGeom prst="rect">
            <a:avLst/>
          </a:prstGeom>
          <a:noFill/>
          <a:ln>
            <a:noFill/>
          </a:ln>
        </p:spPr>
      </p:pic>
      <p:sp>
        <p:nvSpPr>
          <p:cNvPr id="91" name="Google Shape;91;p89"/>
          <p:cNvSpPr/>
          <p:nvPr/>
        </p:nvSpPr>
        <p:spPr>
          <a:xfrm>
            <a:off x="1" y="0"/>
            <a:ext cx="201200" cy="6858000"/>
          </a:xfrm>
          <a:prstGeom prst="rect">
            <a:avLst/>
          </a:prstGeom>
          <a:solidFill>
            <a:srgbClr val="296CA4">
              <a:alpha val="86670"/>
            </a:srgbClr>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rgbClr val="FFFFFF"/>
              </a:solidFill>
              <a:latin typeface="Calibri"/>
              <a:ea typeface="Calibri"/>
              <a:cs typeface="Calibri"/>
              <a:sym typeface="Calibri"/>
            </a:endParaRPr>
          </a:p>
        </p:txBody>
      </p:sp>
      <p:sp>
        <p:nvSpPr>
          <p:cNvPr id="92" name="Google Shape;92;p89"/>
          <p:cNvSpPr/>
          <p:nvPr/>
        </p:nvSpPr>
        <p:spPr>
          <a:xfrm>
            <a:off x="4851172" y="0"/>
            <a:ext cx="7340800" cy="6858000"/>
          </a:xfrm>
          <a:prstGeom prst="rect">
            <a:avLst/>
          </a:prstGeom>
          <a:solidFill>
            <a:srgbClr val="296CA4">
              <a:alpha val="86670"/>
            </a:srgbClr>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rgbClr val="FFFFFF"/>
              </a:solidFill>
              <a:latin typeface="Calibri"/>
              <a:ea typeface="Calibri"/>
              <a:cs typeface="Calibri"/>
              <a:sym typeface="Calibri"/>
            </a:endParaRPr>
          </a:p>
        </p:txBody>
      </p:sp>
      <p:pic>
        <p:nvPicPr>
          <p:cNvPr id="93" name="Google Shape;93;p89" descr="Text&#10;&#10;Description automatically generated with low confidence"/>
          <p:cNvPicPr preferRelativeResize="0"/>
          <p:nvPr/>
        </p:nvPicPr>
        <p:blipFill rotWithShape="1">
          <a:blip r:embed="rId3" cstate="screen">
            <a:alphaModFix/>
            <a:extLst>
              <a:ext uri="{28A0092B-C50C-407E-A947-70E740481C1C}">
                <a14:useLocalDpi xmlns:a14="http://schemas.microsoft.com/office/drawing/2010/main"/>
              </a:ext>
            </a:extLst>
          </a:blip>
          <a:srcRect/>
          <a:stretch/>
        </p:blipFill>
        <p:spPr>
          <a:xfrm>
            <a:off x="8549640" y="5553348"/>
            <a:ext cx="3474723" cy="1861459"/>
          </a:xfrm>
          <a:prstGeom prst="rect">
            <a:avLst/>
          </a:prstGeom>
          <a:noFill/>
          <a:ln>
            <a:noFill/>
          </a:ln>
        </p:spPr>
      </p:pic>
    </p:spTree>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matchingName="Divider 3">
  <p:cSld name="Divider 3">
    <p:spTree>
      <p:nvGrpSpPr>
        <p:cNvPr id="1" name="Shape 94"/>
        <p:cNvGrpSpPr/>
        <p:nvPr/>
      </p:nvGrpSpPr>
      <p:grpSpPr>
        <a:xfrm>
          <a:off x="0" y="0"/>
          <a:ext cx="0" cy="0"/>
          <a:chOff x="0" y="0"/>
          <a:chExt cx="0" cy="0"/>
        </a:xfrm>
      </p:grpSpPr>
      <p:pic>
        <p:nvPicPr>
          <p:cNvPr id="95" name="Google Shape;95;p90" descr="ANation-PPT22_6.jpg"/>
          <p:cNvPicPr preferRelativeResize="0"/>
          <p:nvPr/>
        </p:nvPicPr>
        <p:blipFill rotWithShape="1">
          <a:blip r:embed="rId2" cstate="screen">
            <a:alphaModFix/>
            <a:extLst>
              <a:ext uri="{28A0092B-C50C-407E-A947-70E740481C1C}">
                <a14:useLocalDpi xmlns:a14="http://schemas.microsoft.com/office/drawing/2010/main"/>
              </a:ext>
            </a:extLst>
          </a:blip>
          <a:srcRect/>
          <a:stretch/>
        </p:blipFill>
        <p:spPr>
          <a:xfrm>
            <a:off x="1" y="1"/>
            <a:ext cx="12191999" cy="6858001"/>
          </a:xfrm>
          <a:prstGeom prst="rect">
            <a:avLst/>
          </a:prstGeom>
          <a:noFill/>
          <a:ln>
            <a:noFill/>
          </a:ln>
        </p:spPr>
      </p:pic>
      <p:sp>
        <p:nvSpPr>
          <p:cNvPr id="96" name="Google Shape;96;p90"/>
          <p:cNvSpPr/>
          <p:nvPr/>
        </p:nvSpPr>
        <p:spPr>
          <a:xfrm>
            <a:off x="1" y="0"/>
            <a:ext cx="201200" cy="6858000"/>
          </a:xfrm>
          <a:prstGeom prst="rect">
            <a:avLst/>
          </a:prstGeom>
          <a:solidFill>
            <a:srgbClr val="296CA4">
              <a:alpha val="86670"/>
            </a:srgbClr>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rgbClr val="FFFFFF"/>
              </a:solidFill>
              <a:latin typeface="Calibri"/>
              <a:ea typeface="Calibri"/>
              <a:cs typeface="Calibri"/>
              <a:sym typeface="Calibri"/>
            </a:endParaRPr>
          </a:p>
        </p:txBody>
      </p:sp>
      <p:sp>
        <p:nvSpPr>
          <p:cNvPr id="97" name="Google Shape;97;p90"/>
          <p:cNvSpPr/>
          <p:nvPr/>
        </p:nvSpPr>
        <p:spPr>
          <a:xfrm>
            <a:off x="4851172" y="0"/>
            <a:ext cx="7340800" cy="6858000"/>
          </a:xfrm>
          <a:prstGeom prst="rect">
            <a:avLst/>
          </a:prstGeom>
          <a:solidFill>
            <a:srgbClr val="296CA4">
              <a:alpha val="86670"/>
            </a:srgbClr>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rgbClr val="FFFFFF"/>
              </a:solidFill>
              <a:latin typeface="Calibri"/>
              <a:ea typeface="Calibri"/>
              <a:cs typeface="Calibri"/>
              <a:sym typeface="Calibri"/>
            </a:endParaRPr>
          </a:p>
        </p:txBody>
      </p:sp>
      <p:pic>
        <p:nvPicPr>
          <p:cNvPr id="98" name="Google Shape;98;p90" descr="Text&#10;&#10;Description automatically generated with low confidence"/>
          <p:cNvPicPr preferRelativeResize="0"/>
          <p:nvPr/>
        </p:nvPicPr>
        <p:blipFill rotWithShape="1">
          <a:blip r:embed="rId3" cstate="screen">
            <a:alphaModFix/>
            <a:extLst>
              <a:ext uri="{28A0092B-C50C-407E-A947-70E740481C1C}">
                <a14:useLocalDpi xmlns:a14="http://schemas.microsoft.com/office/drawing/2010/main"/>
              </a:ext>
            </a:extLst>
          </a:blip>
          <a:srcRect/>
          <a:stretch/>
        </p:blipFill>
        <p:spPr>
          <a:xfrm>
            <a:off x="8549640" y="5553348"/>
            <a:ext cx="3474723" cy="1861459"/>
          </a:xfrm>
          <a:prstGeom prst="rect">
            <a:avLst/>
          </a:prstGeom>
          <a:noFill/>
          <a:ln>
            <a:noFill/>
          </a:ln>
        </p:spPr>
      </p:pic>
    </p:spTree>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matchingName="Divider 1">
  <p:cSld name="Divider 1">
    <p:spTree>
      <p:nvGrpSpPr>
        <p:cNvPr id="1" name="Shape 99"/>
        <p:cNvGrpSpPr/>
        <p:nvPr/>
      </p:nvGrpSpPr>
      <p:grpSpPr>
        <a:xfrm>
          <a:off x="0" y="0"/>
          <a:ext cx="0" cy="0"/>
          <a:chOff x="0" y="0"/>
          <a:chExt cx="0" cy="0"/>
        </a:xfrm>
      </p:grpSpPr>
      <p:pic>
        <p:nvPicPr>
          <p:cNvPr id="100" name="Google Shape;100;p91" descr="ANation-PPT22_2.jpg"/>
          <p:cNvPicPr preferRelativeResize="0"/>
          <p:nvPr/>
        </p:nvPicPr>
        <p:blipFill rotWithShape="1">
          <a:blip r:embed="rId2" cstate="screen">
            <a:alphaModFix/>
            <a:extLst>
              <a:ext uri="{28A0092B-C50C-407E-A947-70E740481C1C}">
                <a14:useLocalDpi xmlns:a14="http://schemas.microsoft.com/office/drawing/2010/main"/>
              </a:ext>
            </a:extLst>
          </a:blip>
          <a:srcRect/>
          <a:stretch/>
        </p:blipFill>
        <p:spPr>
          <a:xfrm>
            <a:off x="1" y="1"/>
            <a:ext cx="12191999" cy="6858001"/>
          </a:xfrm>
          <a:prstGeom prst="rect">
            <a:avLst/>
          </a:prstGeom>
          <a:noFill/>
          <a:ln>
            <a:noFill/>
          </a:ln>
        </p:spPr>
      </p:pic>
      <p:sp>
        <p:nvSpPr>
          <p:cNvPr id="101" name="Google Shape;101;p91"/>
          <p:cNvSpPr/>
          <p:nvPr/>
        </p:nvSpPr>
        <p:spPr>
          <a:xfrm>
            <a:off x="1" y="0"/>
            <a:ext cx="201200" cy="6858000"/>
          </a:xfrm>
          <a:prstGeom prst="rect">
            <a:avLst/>
          </a:prstGeom>
          <a:solidFill>
            <a:srgbClr val="296CA4">
              <a:alpha val="86670"/>
            </a:srgbClr>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rgbClr val="FFFFFF"/>
              </a:solidFill>
              <a:latin typeface="Calibri"/>
              <a:ea typeface="Calibri"/>
              <a:cs typeface="Calibri"/>
              <a:sym typeface="Calibri"/>
            </a:endParaRPr>
          </a:p>
        </p:txBody>
      </p:sp>
      <p:sp>
        <p:nvSpPr>
          <p:cNvPr id="102" name="Google Shape;102;p91"/>
          <p:cNvSpPr/>
          <p:nvPr/>
        </p:nvSpPr>
        <p:spPr>
          <a:xfrm>
            <a:off x="4851172" y="0"/>
            <a:ext cx="7340800" cy="6858000"/>
          </a:xfrm>
          <a:prstGeom prst="rect">
            <a:avLst/>
          </a:prstGeom>
          <a:solidFill>
            <a:srgbClr val="296CA4">
              <a:alpha val="86670"/>
            </a:srgbClr>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rgbClr val="FFFFFF"/>
              </a:solidFill>
              <a:latin typeface="Calibri"/>
              <a:ea typeface="Calibri"/>
              <a:cs typeface="Calibri"/>
              <a:sym typeface="Calibri"/>
            </a:endParaRPr>
          </a:p>
        </p:txBody>
      </p:sp>
      <p:pic>
        <p:nvPicPr>
          <p:cNvPr id="103" name="Google Shape;103;p91" descr="Text&#10;&#10;Description automatically generated with low confidence"/>
          <p:cNvPicPr preferRelativeResize="0"/>
          <p:nvPr/>
        </p:nvPicPr>
        <p:blipFill rotWithShape="1">
          <a:blip r:embed="rId3" cstate="screen">
            <a:alphaModFix/>
            <a:extLst>
              <a:ext uri="{28A0092B-C50C-407E-A947-70E740481C1C}">
                <a14:useLocalDpi xmlns:a14="http://schemas.microsoft.com/office/drawing/2010/main"/>
              </a:ext>
            </a:extLst>
          </a:blip>
          <a:srcRect/>
          <a:stretch/>
        </p:blipFill>
        <p:spPr>
          <a:xfrm>
            <a:off x="8549640" y="5553348"/>
            <a:ext cx="3474723" cy="1861459"/>
          </a:xfrm>
          <a:prstGeom prst="rect">
            <a:avLst/>
          </a:prstGeom>
          <a:noFill/>
          <a:ln>
            <a:noFill/>
          </a:ln>
        </p:spPr>
      </p:pic>
    </p:spTree>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matchingName="Divider 4">
  <p:cSld name="Divider 4">
    <p:spTree>
      <p:nvGrpSpPr>
        <p:cNvPr id="1" name="Shape 104"/>
        <p:cNvGrpSpPr/>
        <p:nvPr/>
      </p:nvGrpSpPr>
      <p:grpSpPr>
        <a:xfrm>
          <a:off x="0" y="0"/>
          <a:ext cx="0" cy="0"/>
          <a:chOff x="0" y="0"/>
          <a:chExt cx="0" cy="0"/>
        </a:xfrm>
      </p:grpSpPr>
      <p:pic>
        <p:nvPicPr>
          <p:cNvPr id="105" name="Google Shape;105;p92" descr="ANation-PPT2_7.jpg"/>
          <p:cNvPicPr preferRelativeResize="0"/>
          <p:nvPr/>
        </p:nvPicPr>
        <p:blipFill rotWithShape="1">
          <a:blip r:embed="rId2" cstate="screen">
            <a:alphaModFix/>
            <a:extLst>
              <a:ext uri="{28A0092B-C50C-407E-A947-70E740481C1C}">
                <a14:useLocalDpi xmlns:a14="http://schemas.microsoft.com/office/drawing/2010/main"/>
              </a:ext>
            </a:extLst>
          </a:blip>
          <a:srcRect/>
          <a:stretch/>
        </p:blipFill>
        <p:spPr>
          <a:xfrm>
            <a:off x="1" y="1"/>
            <a:ext cx="12191999" cy="6858001"/>
          </a:xfrm>
          <a:prstGeom prst="rect">
            <a:avLst/>
          </a:prstGeom>
          <a:noFill/>
          <a:ln>
            <a:noFill/>
          </a:ln>
        </p:spPr>
      </p:pic>
      <p:sp>
        <p:nvSpPr>
          <p:cNvPr id="106" name="Google Shape;106;p92"/>
          <p:cNvSpPr/>
          <p:nvPr/>
        </p:nvSpPr>
        <p:spPr>
          <a:xfrm>
            <a:off x="1" y="0"/>
            <a:ext cx="201200" cy="6858000"/>
          </a:xfrm>
          <a:prstGeom prst="rect">
            <a:avLst/>
          </a:prstGeom>
          <a:solidFill>
            <a:srgbClr val="296CA4">
              <a:alpha val="86670"/>
            </a:srgbClr>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rgbClr val="FFFFFF"/>
              </a:solidFill>
              <a:latin typeface="Calibri"/>
              <a:ea typeface="Calibri"/>
              <a:cs typeface="Calibri"/>
              <a:sym typeface="Calibri"/>
            </a:endParaRPr>
          </a:p>
        </p:txBody>
      </p:sp>
      <p:sp>
        <p:nvSpPr>
          <p:cNvPr id="107" name="Google Shape;107;p92"/>
          <p:cNvSpPr/>
          <p:nvPr/>
        </p:nvSpPr>
        <p:spPr>
          <a:xfrm>
            <a:off x="4851172" y="0"/>
            <a:ext cx="7340800" cy="6858000"/>
          </a:xfrm>
          <a:prstGeom prst="rect">
            <a:avLst/>
          </a:prstGeom>
          <a:solidFill>
            <a:srgbClr val="296CA4">
              <a:alpha val="86670"/>
            </a:srgbClr>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rgbClr val="FFFFFF"/>
              </a:solidFill>
              <a:latin typeface="Calibri"/>
              <a:ea typeface="Calibri"/>
              <a:cs typeface="Calibri"/>
              <a:sym typeface="Calibri"/>
            </a:endParaRPr>
          </a:p>
        </p:txBody>
      </p:sp>
      <p:pic>
        <p:nvPicPr>
          <p:cNvPr id="108" name="Google Shape;108;p92" descr="Text&#10;&#10;Description automatically generated with low confidence"/>
          <p:cNvPicPr preferRelativeResize="0"/>
          <p:nvPr/>
        </p:nvPicPr>
        <p:blipFill rotWithShape="1">
          <a:blip r:embed="rId3" cstate="screen">
            <a:alphaModFix/>
            <a:extLst>
              <a:ext uri="{28A0092B-C50C-407E-A947-70E740481C1C}">
                <a14:useLocalDpi xmlns:a14="http://schemas.microsoft.com/office/drawing/2010/main"/>
              </a:ext>
            </a:extLst>
          </a:blip>
          <a:srcRect/>
          <a:stretch/>
        </p:blipFill>
        <p:spPr>
          <a:xfrm>
            <a:off x="8549640" y="5553348"/>
            <a:ext cx="3474723" cy="1861459"/>
          </a:xfrm>
          <a:prstGeom prst="rect">
            <a:avLst/>
          </a:prstGeom>
          <a:noFill/>
          <a:ln>
            <a:noFill/>
          </a:ln>
        </p:spPr>
      </p:pic>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9"/>
        <p:cNvGrpSpPr/>
        <p:nvPr/>
      </p:nvGrpSpPr>
      <p:grpSpPr>
        <a:xfrm>
          <a:off x="0" y="0"/>
          <a:ext cx="0" cy="0"/>
          <a:chOff x="0" y="0"/>
          <a:chExt cx="0" cy="0"/>
        </a:xfrm>
      </p:grpSpPr>
      <p:sp>
        <p:nvSpPr>
          <p:cNvPr id="10" name="Google Shape;10;p55"/>
          <p:cNvSpPr txBox="1">
            <a:spLocks noGrp="1"/>
          </p:cNvSpPr>
          <p:nvPr>
            <p:ph type="title"/>
          </p:nvPr>
        </p:nvSpPr>
        <p:spPr>
          <a:xfrm>
            <a:off x="838200" y="365126"/>
            <a:ext cx="10515600" cy="1325700"/>
          </a:xfrm>
          <a:prstGeom prst="rect">
            <a:avLst/>
          </a:prstGeom>
          <a:noFill/>
          <a:ln>
            <a:noFill/>
          </a:ln>
        </p:spPr>
        <p:txBody>
          <a:bodyPr spcFirstLastPara="1" wrap="square" lIns="91425" tIns="45700" rIns="91425" bIns="45700" anchor="ctr" anchorCtr="0">
            <a:normAutofit/>
          </a:bodyPr>
          <a:lstStyle>
            <a:lvl1pPr marR="0" lvl="0" algn="l" rtl="0">
              <a:lnSpc>
                <a:spcPct val="90000"/>
              </a:lnSpc>
              <a:spcBef>
                <a:spcPts val="0"/>
              </a:spcBef>
              <a:spcAft>
                <a:spcPts val="0"/>
              </a:spcAft>
              <a:buClr>
                <a:schemeClr val="dk1"/>
              </a:buClr>
              <a:buSzPts val="3300"/>
              <a:buFont typeface="Calibri"/>
              <a:buNone/>
              <a:defRPr sz="3300" b="0" i="0" u="none" strike="noStrike" cap="none">
                <a:solidFill>
                  <a:schemeClr val="dk1"/>
                </a:solidFill>
                <a:latin typeface="Calibri"/>
                <a:ea typeface="Calibri"/>
                <a:cs typeface="Calibri"/>
                <a:sym typeface="Calibri"/>
              </a:defRPr>
            </a:lvl1pPr>
            <a:lvl2pPr lvl="1" rtl="0">
              <a:spcBef>
                <a:spcPts val="0"/>
              </a:spcBef>
              <a:spcAft>
                <a:spcPts val="0"/>
              </a:spcAft>
              <a:buSzPts val="1400"/>
              <a:buNone/>
              <a:defRPr sz="1800"/>
            </a:lvl2pPr>
            <a:lvl3pPr lvl="2" rtl="0">
              <a:spcBef>
                <a:spcPts val="0"/>
              </a:spcBef>
              <a:spcAft>
                <a:spcPts val="0"/>
              </a:spcAft>
              <a:buSzPts val="1400"/>
              <a:buNone/>
              <a:defRPr sz="1800"/>
            </a:lvl3pPr>
            <a:lvl4pPr lvl="3" rtl="0">
              <a:spcBef>
                <a:spcPts val="0"/>
              </a:spcBef>
              <a:spcAft>
                <a:spcPts val="0"/>
              </a:spcAft>
              <a:buSzPts val="1400"/>
              <a:buNone/>
              <a:defRPr sz="1800"/>
            </a:lvl4pPr>
            <a:lvl5pPr lvl="4" rtl="0">
              <a:spcBef>
                <a:spcPts val="0"/>
              </a:spcBef>
              <a:spcAft>
                <a:spcPts val="0"/>
              </a:spcAft>
              <a:buSzPts val="1400"/>
              <a:buNone/>
              <a:defRPr sz="1800"/>
            </a:lvl5pPr>
            <a:lvl6pPr lvl="5" rtl="0">
              <a:spcBef>
                <a:spcPts val="0"/>
              </a:spcBef>
              <a:spcAft>
                <a:spcPts val="0"/>
              </a:spcAft>
              <a:buSzPts val="1400"/>
              <a:buNone/>
              <a:defRPr sz="1800"/>
            </a:lvl6pPr>
            <a:lvl7pPr lvl="6" rtl="0">
              <a:spcBef>
                <a:spcPts val="0"/>
              </a:spcBef>
              <a:spcAft>
                <a:spcPts val="0"/>
              </a:spcAft>
              <a:buSzPts val="1400"/>
              <a:buNone/>
              <a:defRPr sz="1800"/>
            </a:lvl7pPr>
            <a:lvl8pPr lvl="7" rtl="0">
              <a:spcBef>
                <a:spcPts val="0"/>
              </a:spcBef>
              <a:spcAft>
                <a:spcPts val="0"/>
              </a:spcAft>
              <a:buSzPts val="1400"/>
              <a:buNone/>
              <a:defRPr sz="1800"/>
            </a:lvl8pPr>
            <a:lvl9pPr lvl="8" rtl="0">
              <a:spcBef>
                <a:spcPts val="0"/>
              </a:spcBef>
              <a:spcAft>
                <a:spcPts val="0"/>
              </a:spcAft>
              <a:buSzPts val="1400"/>
              <a:buNone/>
              <a:defRPr sz="1800"/>
            </a:lvl9pPr>
          </a:lstStyle>
          <a:p>
            <a:endParaRPr/>
          </a:p>
        </p:txBody>
      </p:sp>
      <p:sp>
        <p:nvSpPr>
          <p:cNvPr id="11" name="Google Shape;11;p55"/>
          <p:cNvSpPr txBox="1">
            <a:spLocks noGrp="1"/>
          </p:cNvSpPr>
          <p:nvPr>
            <p:ph type="body" idx="1"/>
          </p:nvPr>
        </p:nvSpPr>
        <p:spPr>
          <a:xfrm>
            <a:off x="838200" y="1825625"/>
            <a:ext cx="10515600" cy="4351200"/>
          </a:xfrm>
          <a:prstGeom prst="rect">
            <a:avLst/>
          </a:prstGeom>
          <a:noFill/>
          <a:ln>
            <a:noFill/>
          </a:ln>
        </p:spPr>
        <p:txBody>
          <a:bodyPr spcFirstLastPara="1" wrap="square" lIns="91425" tIns="45700" rIns="91425" bIns="45700" anchor="t" anchorCtr="0">
            <a:normAutofit/>
          </a:bodyPr>
          <a:lstStyle>
            <a:lvl1pPr marL="457200" marR="0" lvl="0" indent="-361950" algn="l" rtl="0">
              <a:lnSpc>
                <a:spcPct val="90000"/>
              </a:lnSpc>
              <a:spcBef>
                <a:spcPts val="750"/>
              </a:spcBef>
              <a:spcAft>
                <a:spcPts val="0"/>
              </a:spcAft>
              <a:buClr>
                <a:schemeClr val="dk1"/>
              </a:buClr>
              <a:buSzPts val="2100"/>
              <a:buFont typeface="Arial"/>
              <a:buChar char="•"/>
              <a:defRPr sz="2100" b="0" i="0" u="none" strike="noStrike" cap="none">
                <a:solidFill>
                  <a:schemeClr val="dk1"/>
                </a:solidFill>
                <a:latin typeface="Calibri"/>
                <a:ea typeface="Calibri"/>
                <a:cs typeface="Calibri"/>
                <a:sym typeface="Calibri"/>
              </a:defRPr>
            </a:lvl1pPr>
            <a:lvl2pPr marL="914400" marR="0" lvl="1" indent="-342900" algn="l" rtl="0">
              <a:lnSpc>
                <a:spcPct val="90000"/>
              </a:lnSpc>
              <a:spcBef>
                <a:spcPts val="375"/>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2pPr>
            <a:lvl3pPr marL="1371600" marR="0" lvl="2" indent="-323850" algn="l" rtl="0">
              <a:lnSpc>
                <a:spcPct val="90000"/>
              </a:lnSpc>
              <a:spcBef>
                <a:spcPts val="375"/>
              </a:spcBef>
              <a:spcAft>
                <a:spcPts val="0"/>
              </a:spcAft>
              <a:buClr>
                <a:schemeClr val="dk1"/>
              </a:buClr>
              <a:buSzPts val="1500"/>
              <a:buFont typeface="Arial"/>
              <a:buChar char="•"/>
              <a:defRPr sz="1500" b="0" i="0" u="none" strike="noStrike" cap="none">
                <a:solidFill>
                  <a:schemeClr val="dk1"/>
                </a:solidFill>
                <a:latin typeface="Calibri"/>
                <a:ea typeface="Calibri"/>
                <a:cs typeface="Calibri"/>
                <a:sym typeface="Calibri"/>
              </a:defRPr>
            </a:lvl3pPr>
            <a:lvl4pPr marL="1828800" marR="0" lvl="3" indent="-314325" algn="l" rtl="0">
              <a:lnSpc>
                <a:spcPct val="90000"/>
              </a:lnSpc>
              <a:spcBef>
                <a:spcPts val="375"/>
              </a:spcBef>
              <a:spcAft>
                <a:spcPts val="0"/>
              </a:spcAft>
              <a:buClr>
                <a:schemeClr val="dk1"/>
              </a:buClr>
              <a:buSzPts val="1350"/>
              <a:buFont typeface="Arial"/>
              <a:buChar char="•"/>
              <a:defRPr sz="1350" b="0" i="0" u="none" strike="noStrike" cap="none">
                <a:solidFill>
                  <a:schemeClr val="dk1"/>
                </a:solidFill>
                <a:latin typeface="Calibri"/>
                <a:ea typeface="Calibri"/>
                <a:cs typeface="Calibri"/>
                <a:sym typeface="Calibri"/>
              </a:defRPr>
            </a:lvl4pPr>
            <a:lvl5pPr marL="2286000" marR="0" lvl="4" indent="-314325" algn="l" rtl="0">
              <a:lnSpc>
                <a:spcPct val="90000"/>
              </a:lnSpc>
              <a:spcBef>
                <a:spcPts val="375"/>
              </a:spcBef>
              <a:spcAft>
                <a:spcPts val="0"/>
              </a:spcAft>
              <a:buClr>
                <a:schemeClr val="dk1"/>
              </a:buClr>
              <a:buSzPts val="1350"/>
              <a:buFont typeface="Arial"/>
              <a:buChar char="•"/>
              <a:defRPr sz="1350" b="0" i="0" u="none" strike="noStrike" cap="none">
                <a:solidFill>
                  <a:schemeClr val="dk1"/>
                </a:solidFill>
                <a:latin typeface="Calibri"/>
                <a:ea typeface="Calibri"/>
                <a:cs typeface="Calibri"/>
                <a:sym typeface="Calibri"/>
              </a:defRPr>
            </a:lvl5pPr>
            <a:lvl6pPr marL="2743200" marR="0" lvl="5" indent="-314325" algn="l" rtl="0">
              <a:lnSpc>
                <a:spcPct val="90000"/>
              </a:lnSpc>
              <a:spcBef>
                <a:spcPts val="375"/>
              </a:spcBef>
              <a:spcAft>
                <a:spcPts val="0"/>
              </a:spcAft>
              <a:buClr>
                <a:schemeClr val="dk1"/>
              </a:buClr>
              <a:buSzPts val="1350"/>
              <a:buFont typeface="Arial"/>
              <a:buChar char="•"/>
              <a:defRPr sz="1350" b="0" i="0" u="none" strike="noStrike" cap="none">
                <a:solidFill>
                  <a:schemeClr val="dk1"/>
                </a:solidFill>
                <a:latin typeface="Calibri"/>
                <a:ea typeface="Calibri"/>
                <a:cs typeface="Calibri"/>
                <a:sym typeface="Calibri"/>
              </a:defRPr>
            </a:lvl6pPr>
            <a:lvl7pPr marL="3200400" marR="0" lvl="6" indent="-314325" algn="l" rtl="0">
              <a:lnSpc>
                <a:spcPct val="90000"/>
              </a:lnSpc>
              <a:spcBef>
                <a:spcPts val="375"/>
              </a:spcBef>
              <a:spcAft>
                <a:spcPts val="0"/>
              </a:spcAft>
              <a:buClr>
                <a:schemeClr val="dk1"/>
              </a:buClr>
              <a:buSzPts val="1350"/>
              <a:buFont typeface="Arial"/>
              <a:buChar char="•"/>
              <a:defRPr sz="1350" b="0" i="0" u="none" strike="noStrike" cap="none">
                <a:solidFill>
                  <a:schemeClr val="dk1"/>
                </a:solidFill>
                <a:latin typeface="Calibri"/>
                <a:ea typeface="Calibri"/>
                <a:cs typeface="Calibri"/>
                <a:sym typeface="Calibri"/>
              </a:defRPr>
            </a:lvl7pPr>
            <a:lvl8pPr marL="3657600" marR="0" lvl="7" indent="-314325" algn="l" rtl="0">
              <a:lnSpc>
                <a:spcPct val="90000"/>
              </a:lnSpc>
              <a:spcBef>
                <a:spcPts val="375"/>
              </a:spcBef>
              <a:spcAft>
                <a:spcPts val="0"/>
              </a:spcAft>
              <a:buClr>
                <a:schemeClr val="dk1"/>
              </a:buClr>
              <a:buSzPts val="1350"/>
              <a:buFont typeface="Arial"/>
              <a:buChar char="•"/>
              <a:defRPr sz="1350" b="0" i="0" u="none" strike="noStrike" cap="none">
                <a:solidFill>
                  <a:schemeClr val="dk1"/>
                </a:solidFill>
                <a:latin typeface="Calibri"/>
                <a:ea typeface="Calibri"/>
                <a:cs typeface="Calibri"/>
                <a:sym typeface="Calibri"/>
              </a:defRPr>
            </a:lvl8pPr>
            <a:lvl9pPr marL="4114800" marR="0" lvl="8" indent="-314325" algn="l" rtl="0">
              <a:lnSpc>
                <a:spcPct val="90000"/>
              </a:lnSpc>
              <a:spcBef>
                <a:spcPts val="375"/>
              </a:spcBef>
              <a:spcAft>
                <a:spcPts val="0"/>
              </a:spcAft>
              <a:buClr>
                <a:schemeClr val="dk1"/>
              </a:buClr>
              <a:buSzPts val="1350"/>
              <a:buFont typeface="Arial"/>
              <a:buChar char="•"/>
              <a:defRPr sz="1350" b="0" i="0" u="none" strike="noStrike" cap="none">
                <a:solidFill>
                  <a:schemeClr val="dk1"/>
                </a:solidFill>
                <a:latin typeface="Calibri"/>
                <a:ea typeface="Calibri"/>
                <a:cs typeface="Calibri"/>
                <a:sym typeface="Calibri"/>
              </a:defRPr>
            </a:lvl9pPr>
          </a:lstStyle>
          <a:p>
            <a:endParaRPr/>
          </a:p>
        </p:txBody>
      </p:sp>
      <p:sp>
        <p:nvSpPr>
          <p:cNvPr id="12" name="Google Shape;12;p55"/>
          <p:cNvSpPr txBox="1">
            <a:spLocks noGrp="1"/>
          </p:cNvSpPr>
          <p:nvPr>
            <p:ph type="dt" idx="10"/>
          </p:nvPr>
        </p:nvSpPr>
        <p:spPr>
          <a:xfrm>
            <a:off x="838200" y="6356351"/>
            <a:ext cx="2743200" cy="365100"/>
          </a:xfrm>
          <a:prstGeom prst="rect">
            <a:avLst/>
          </a:prstGeom>
          <a:noFill/>
          <a:ln>
            <a:noFill/>
          </a:ln>
        </p:spPr>
        <p:txBody>
          <a:bodyPr spcFirstLastPara="1" wrap="square" lIns="91425" tIns="45700" rIns="91425" bIns="45700" anchor="ctr" anchorCtr="0">
            <a:noAutofit/>
          </a:bodyPr>
          <a:lstStyle>
            <a:lvl1pPr marR="0" lvl="0" algn="l" rtl="0">
              <a:spcBef>
                <a:spcPts val="0"/>
              </a:spcBef>
              <a:spcAft>
                <a:spcPts val="0"/>
              </a:spcAft>
              <a:buSzPts val="1400"/>
              <a:buNone/>
              <a:defRPr sz="900" b="0" i="0" u="none" strike="noStrike" cap="none">
                <a:solidFill>
                  <a:srgbClr val="888888"/>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13" name="Google Shape;13;p55"/>
          <p:cNvSpPr txBox="1">
            <a:spLocks noGrp="1"/>
          </p:cNvSpPr>
          <p:nvPr>
            <p:ph type="ftr" idx="11"/>
          </p:nvPr>
        </p:nvSpPr>
        <p:spPr>
          <a:xfrm>
            <a:off x="4038600" y="6356351"/>
            <a:ext cx="4114800" cy="365100"/>
          </a:xfrm>
          <a:prstGeom prst="rect">
            <a:avLst/>
          </a:prstGeom>
          <a:noFill/>
          <a:ln>
            <a:noFill/>
          </a:ln>
        </p:spPr>
        <p:txBody>
          <a:bodyPr spcFirstLastPara="1" wrap="square" lIns="91425" tIns="45700" rIns="91425" bIns="45700" anchor="ctr" anchorCtr="0">
            <a:noAutofit/>
          </a:bodyPr>
          <a:lstStyle>
            <a:lvl1pPr marR="0" lvl="0" algn="ctr" rtl="0">
              <a:spcBef>
                <a:spcPts val="0"/>
              </a:spcBef>
              <a:spcAft>
                <a:spcPts val="0"/>
              </a:spcAft>
              <a:buSzPts val="1400"/>
              <a:buNone/>
              <a:defRPr sz="900" b="0" i="0" u="none" strike="noStrike" cap="none">
                <a:solidFill>
                  <a:srgbClr val="888888"/>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14" name="Google Shape;14;p55"/>
          <p:cNvSpPr txBox="1">
            <a:spLocks noGrp="1"/>
          </p:cNvSpPr>
          <p:nvPr>
            <p:ph type="sldNum" idx="12"/>
          </p:nvPr>
        </p:nvSpPr>
        <p:spPr>
          <a:xfrm>
            <a:off x="8610600" y="6356351"/>
            <a:ext cx="2743200" cy="365100"/>
          </a:xfrm>
          <a:prstGeom prst="rect">
            <a:avLst/>
          </a:prstGeom>
          <a:noFill/>
          <a:ln>
            <a:noFill/>
          </a:ln>
        </p:spPr>
        <p:txBody>
          <a:bodyPr spcFirstLastPara="1" wrap="square" lIns="91425" tIns="45700" rIns="91425" bIns="45700" anchor="ctr" anchorCtr="0">
            <a:noAutofit/>
          </a:bodyPr>
          <a:lstStyle>
            <a:lvl1pPr marL="0" marR="0" lvl="0" indent="0" algn="r" rtl="0">
              <a:spcBef>
                <a:spcPts val="0"/>
              </a:spcBef>
              <a:buNone/>
              <a:defRPr sz="900" b="0" i="0" u="none" strike="noStrike" cap="none">
                <a:solidFill>
                  <a:srgbClr val="888888"/>
                </a:solidFill>
                <a:latin typeface="Calibri"/>
                <a:ea typeface="Calibri"/>
                <a:cs typeface="Calibri"/>
                <a:sym typeface="Calibri"/>
              </a:defRPr>
            </a:lvl1pPr>
            <a:lvl2pPr marL="0" marR="0" lvl="1" indent="0" algn="r" rtl="0">
              <a:spcBef>
                <a:spcPts val="0"/>
              </a:spcBef>
              <a:buNone/>
              <a:defRPr sz="900" b="0" i="0" u="none" strike="noStrike" cap="none">
                <a:solidFill>
                  <a:srgbClr val="888888"/>
                </a:solidFill>
                <a:latin typeface="Calibri"/>
                <a:ea typeface="Calibri"/>
                <a:cs typeface="Calibri"/>
                <a:sym typeface="Calibri"/>
              </a:defRPr>
            </a:lvl2pPr>
            <a:lvl3pPr marL="0" marR="0" lvl="2" indent="0" algn="r" rtl="0">
              <a:spcBef>
                <a:spcPts val="0"/>
              </a:spcBef>
              <a:buNone/>
              <a:defRPr sz="900" b="0" i="0" u="none" strike="noStrike" cap="none">
                <a:solidFill>
                  <a:srgbClr val="888888"/>
                </a:solidFill>
                <a:latin typeface="Calibri"/>
                <a:ea typeface="Calibri"/>
                <a:cs typeface="Calibri"/>
                <a:sym typeface="Calibri"/>
              </a:defRPr>
            </a:lvl3pPr>
            <a:lvl4pPr marL="0" marR="0" lvl="3" indent="0" algn="r" rtl="0">
              <a:spcBef>
                <a:spcPts val="0"/>
              </a:spcBef>
              <a:buNone/>
              <a:defRPr sz="900" b="0" i="0" u="none" strike="noStrike" cap="none">
                <a:solidFill>
                  <a:srgbClr val="888888"/>
                </a:solidFill>
                <a:latin typeface="Calibri"/>
                <a:ea typeface="Calibri"/>
                <a:cs typeface="Calibri"/>
                <a:sym typeface="Calibri"/>
              </a:defRPr>
            </a:lvl4pPr>
            <a:lvl5pPr marL="0" marR="0" lvl="4" indent="0" algn="r" rtl="0">
              <a:spcBef>
                <a:spcPts val="0"/>
              </a:spcBef>
              <a:buNone/>
              <a:defRPr sz="900" b="0" i="0" u="none" strike="noStrike" cap="none">
                <a:solidFill>
                  <a:srgbClr val="888888"/>
                </a:solidFill>
                <a:latin typeface="Calibri"/>
                <a:ea typeface="Calibri"/>
                <a:cs typeface="Calibri"/>
                <a:sym typeface="Calibri"/>
              </a:defRPr>
            </a:lvl5pPr>
            <a:lvl6pPr marL="0" marR="0" lvl="5" indent="0" algn="r" rtl="0">
              <a:spcBef>
                <a:spcPts val="0"/>
              </a:spcBef>
              <a:buNone/>
              <a:defRPr sz="900" b="0" i="0" u="none" strike="noStrike" cap="none">
                <a:solidFill>
                  <a:srgbClr val="888888"/>
                </a:solidFill>
                <a:latin typeface="Calibri"/>
                <a:ea typeface="Calibri"/>
                <a:cs typeface="Calibri"/>
                <a:sym typeface="Calibri"/>
              </a:defRPr>
            </a:lvl6pPr>
            <a:lvl7pPr marL="0" marR="0" lvl="6" indent="0" algn="r" rtl="0">
              <a:spcBef>
                <a:spcPts val="0"/>
              </a:spcBef>
              <a:buNone/>
              <a:defRPr sz="900" b="0" i="0" u="none" strike="noStrike" cap="none">
                <a:solidFill>
                  <a:srgbClr val="888888"/>
                </a:solidFill>
                <a:latin typeface="Calibri"/>
                <a:ea typeface="Calibri"/>
                <a:cs typeface="Calibri"/>
                <a:sym typeface="Calibri"/>
              </a:defRPr>
            </a:lvl7pPr>
            <a:lvl8pPr marL="0" marR="0" lvl="7" indent="0" algn="r" rtl="0">
              <a:spcBef>
                <a:spcPts val="0"/>
              </a:spcBef>
              <a:buNone/>
              <a:defRPr sz="900" b="0" i="0" u="none" strike="noStrike" cap="none">
                <a:solidFill>
                  <a:srgbClr val="888888"/>
                </a:solidFill>
                <a:latin typeface="Calibri"/>
                <a:ea typeface="Calibri"/>
                <a:cs typeface="Calibri"/>
                <a:sym typeface="Calibri"/>
              </a:defRPr>
            </a:lvl8pPr>
            <a:lvl9pPr marL="0" marR="0" lvl="8" indent="0" algn="r" rtl="0">
              <a:spcBef>
                <a:spcPts val="0"/>
              </a:spcBef>
              <a:buNone/>
              <a:defRPr sz="900" b="0" i="0" u="none" strike="noStrike" cap="none">
                <a:solidFill>
                  <a:srgbClr val="888888"/>
                </a:solidFill>
                <a:latin typeface="Calibri"/>
                <a:ea typeface="Calibri"/>
                <a:cs typeface="Calibri"/>
                <a:sym typeface="Calibri"/>
              </a:defRPr>
            </a:lvl9pPr>
          </a:lstStyle>
          <a:p>
            <a:fld id="{00000000-1234-1234-1234-123412341234}" type="slidenum">
              <a:rPr lang="uk-UA" smtClean="0"/>
              <a:pPr/>
              <a:t>‹#›</a:t>
            </a:fld>
            <a:endParaRPr lang="uk-UA"/>
          </a:p>
        </p:txBody>
      </p:sp>
    </p:spTree>
  </p:cSld>
  <p:clrMap bg1="lt1" tx1="dk1" bg2="dk2" tx2="lt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 id="2147483661" r:id="rId13"/>
    <p:sldLayoutId id="2147483662" r:id="rId14"/>
    <p:sldLayoutId id="2147483663" r:id="rId15"/>
    <p:sldLayoutId id="2147483664" r:id="rId16"/>
    <p:sldLayoutId id="2147483665" r:id="rId17"/>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1.xml"/><Relationship Id="rId1" Type="http://schemas.openxmlformats.org/officeDocument/2006/relationships/slideLayout" Target="../slideLayouts/slideLayout8.xml"/></Relationships>
</file>

<file path=ppt/slides/_rels/slide2.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2.xml"/><Relationship Id="rId1" Type="http://schemas.openxmlformats.org/officeDocument/2006/relationships/slideLayout" Target="../slideLayouts/slideLayout8.xml"/><Relationship Id="rId4" Type="http://schemas.openxmlformats.org/officeDocument/2006/relationships/image" Target="../media/image10.png"/></Relationships>
</file>

<file path=ppt/slides/_rels/slide3.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3.xml"/><Relationship Id="rId1" Type="http://schemas.openxmlformats.org/officeDocument/2006/relationships/slideLayout" Target="../slideLayouts/slideLayout8.xml"/><Relationship Id="rId4" Type="http://schemas.openxmlformats.org/officeDocument/2006/relationships/image" Target="../media/image10.png"/></Relationships>
</file>

<file path=ppt/slides/_rels/slide4.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4.xml"/><Relationship Id="rId1" Type="http://schemas.openxmlformats.org/officeDocument/2006/relationships/slideLayout" Target="../slideLayouts/slideLayout8.xml"/><Relationship Id="rId4" Type="http://schemas.openxmlformats.org/officeDocument/2006/relationships/image" Target="../media/image10.png"/></Relationships>
</file>

<file path=ppt/slides/_rels/slide5.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5.xml"/><Relationship Id="rId1" Type="http://schemas.openxmlformats.org/officeDocument/2006/relationships/slideLayout" Target="../slideLayouts/slideLayout8.xml"/><Relationship Id="rId4" Type="http://schemas.openxmlformats.org/officeDocument/2006/relationships/image" Target="../media/image10.png"/></Relationships>
</file>

<file path=ppt/slides/_rels/slide6.xml.rels><?xml version="1.0" encoding="UTF-8" standalone="yes"?>
<Relationships xmlns="http://schemas.openxmlformats.org/package/2006/relationships"><Relationship Id="rId3" Type="http://schemas.openxmlformats.org/officeDocument/2006/relationships/image" Target="../media/image12.png"/><Relationship Id="rId7" Type="http://schemas.openxmlformats.org/officeDocument/2006/relationships/image" Target="../media/image10.png"/><Relationship Id="rId2" Type="http://schemas.openxmlformats.org/officeDocument/2006/relationships/notesSlide" Target="../notesSlides/notesSlide6.xml"/><Relationship Id="rId1" Type="http://schemas.openxmlformats.org/officeDocument/2006/relationships/slideLayout" Target="../slideLayouts/slideLayout8.xml"/><Relationship Id="rId6" Type="http://schemas.openxmlformats.org/officeDocument/2006/relationships/image" Target="../media/image15.png"/><Relationship Id="rId5" Type="http://schemas.openxmlformats.org/officeDocument/2006/relationships/image" Target="../media/image14.png"/><Relationship Id="rId4" Type="http://schemas.openxmlformats.org/officeDocument/2006/relationships/image" Target="../media/image13.png"/></Relationships>
</file>

<file path=ppt/slides/_rels/slide7.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notesSlide" Target="../notesSlides/notesSlide7.xml"/><Relationship Id="rId1" Type="http://schemas.openxmlformats.org/officeDocument/2006/relationships/slideLayout" Target="../slideLayouts/slideLayout8.xml"/><Relationship Id="rId5" Type="http://schemas.openxmlformats.org/officeDocument/2006/relationships/image" Target="../media/image10.png"/><Relationship Id="rId4" Type="http://schemas.openxmlformats.org/officeDocument/2006/relationships/image" Target="../media/image17.png"/></Relationships>
</file>

<file path=ppt/slides/_rels/slide8.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notesSlide" Target="../notesSlides/notesSlide8.xml"/><Relationship Id="rId1" Type="http://schemas.openxmlformats.org/officeDocument/2006/relationships/slideLayout" Target="../slideLayouts/slideLayout8.xml"/><Relationship Id="rId4" Type="http://schemas.openxmlformats.org/officeDocument/2006/relationships/image" Target="../media/image10.png"/></Relationships>
</file>

<file path=ppt/slides/_rels/slide9.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notesSlide" Target="../notesSlides/notesSlide9.xml"/><Relationship Id="rId1" Type="http://schemas.openxmlformats.org/officeDocument/2006/relationships/slideLayout" Target="../slideLayouts/slideLayout8.xml"/><Relationship Id="rId5" Type="http://schemas.openxmlformats.org/officeDocument/2006/relationships/image" Target="../media/image10.png"/><Relationship Id="rId4" Type="http://schemas.openxmlformats.org/officeDocument/2006/relationships/image" Target="../media/image20.png"/></Relationships>
</file>

<file path=ppt/slides/_rels/slide10.xml.rels><?xml version="1.0" encoding="UTF-8" standalone="yes"?>
<Relationships xmlns="http://schemas.openxmlformats.org/package/2006/relationships"><Relationship Id="rId3" Type="http://schemas.openxmlformats.org/officeDocument/2006/relationships/image" Target="../media/image200.png"/><Relationship Id="rId2" Type="http://schemas.openxmlformats.org/officeDocument/2006/relationships/notesSlide" Target="../notesSlides/notesSlide10.xml"/><Relationship Id="rId1" Type="http://schemas.openxmlformats.org/officeDocument/2006/relationships/slideLayout" Target="../slideLayouts/slideLayout8.xml"/><Relationship Id="rId5" Type="http://schemas.openxmlformats.org/officeDocument/2006/relationships/image" Target="../media/image10.png"/><Relationship Id="rId4" Type="http://schemas.openxmlformats.org/officeDocument/2006/relationships/image" Target="../media/image21.png"/></Relationships>
</file>

<file path=ppt/slides/_rels/slide11.xml.rels><?xml version="1.0" encoding="UTF-8" standalone="yes"?>
<Relationships xmlns="http://schemas.openxmlformats.org/package/2006/relationships"><Relationship Id="rId3" Type="http://schemas.openxmlformats.org/officeDocument/2006/relationships/image" Target="../media/image22.png"/><Relationship Id="rId2" Type="http://schemas.openxmlformats.org/officeDocument/2006/relationships/notesSlide" Target="../notesSlides/notesSlide11.xml"/><Relationship Id="rId1" Type="http://schemas.openxmlformats.org/officeDocument/2006/relationships/slideLayout" Target="../slideLayouts/slideLayout8.xml"/><Relationship Id="rId5" Type="http://schemas.openxmlformats.org/officeDocument/2006/relationships/image" Target="../media/image10.png"/><Relationship Id="rId4" Type="http://schemas.openxmlformats.org/officeDocument/2006/relationships/image" Target="../media/image23.png"/></Relationships>
</file>

<file path=ppt/slides/_rels/slide12.xml.rels><?xml version="1.0" encoding="UTF-8" standalone="yes"?>
<Relationships xmlns="http://schemas.openxmlformats.org/package/2006/relationships"><Relationship Id="rId3" Type="http://schemas.openxmlformats.org/officeDocument/2006/relationships/image" Target="../media/image24.png"/><Relationship Id="rId2" Type="http://schemas.openxmlformats.org/officeDocument/2006/relationships/notesSlide" Target="../notesSlides/notesSlide12.xml"/><Relationship Id="rId1" Type="http://schemas.openxmlformats.org/officeDocument/2006/relationships/slideLayout" Target="../slideLayouts/slideLayout8.xml"/><Relationship Id="rId4" Type="http://schemas.openxmlformats.org/officeDocument/2006/relationships/image" Target="../media/image10.png"/></Relationships>
</file>

<file path=ppt/slides/_rels/slide13.xml.rels><?xml version="1.0" encoding="UTF-8" standalone="yes"?>
<Relationships xmlns="http://schemas.openxmlformats.org/package/2006/relationships"><Relationship Id="rId3" Type="http://schemas.openxmlformats.org/officeDocument/2006/relationships/image" Target="../media/image25.png"/><Relationship Id="rId2" Type="http://schemas.openxmlformats.org/officeDocument/2006/relationships/notesSlide" Target="../notesSlides/notesSlide13.xml"/><Relationship Id="rId1" Type="http://schemas.openxmlformats.org/officeDocument/2006/relationships/slideLayout" Target="../slideLayouts/slideLayout8.xml"/><Relationship Id="rId4" Type="http://schemas.openxmlformats.org/officeDocument/2006/relationships/image" Target="../media/image10.png"/></Relationships>
</file>

<file path=ppt/slides/_rels/slide14.xml.rels><?xml version="1.0" encoding="UTF-8" standalone="yes"?>
<Relationships xmlns="http://schemas.openxmlformats.org/package/2006/relationships"><Relationship Id="rId3" Type="http://schemas.openxmlformats.org/officeDocument/2006/relationships/image" Target="../media/image26.png"/><Relationship Id="rId2" Type="http://schemas.openxmlformats.org/officeDocument/2006/relationships/notesSlide" Target="../notesSlides/notesSlide14.xml"/><Relationship Id="rId1" Type="http://schemas.openxmlformats.org/officeDocument/2006/relationships/slideLayout" Target="../slideLayouts/slideLayout8.xml"/><Relationship Id="rId4" Type="http://schemas.openxmlformats.org/officeDocument/2006/relationships/image" Target="../media/image10.png"/></Relationships>
</file>

<file path=ppt/slides/_rels/slide15.xml.rels><?xml version="1.0" encoding="UTF-8" standalone="yes"?>
<Relationships xmlns="http://schemas.openxmlformats.org/package/2006/relationships"><Relationship Id="rId3" Type="http://schemas.openxmlformats.org/officeDocument/2006/relationships/image" Target="../media/image27.png"/><Relationship Id="rId2" Type="http://schemas.openxmlformats.org/officeDocument/2006/relationships/notesSlide" Target="../notesSlides/notesSlide15.xml"/><Relationship Id="rId1" Type="http://schemas.openxmlformats.org/officeDocument/2006/relationships/slideLayout" Target="../slideLayouts/slideLayout8.xml"/><Relationship Id="rId4" Type="http://schemas.openxmlformats.org/officeDocument/2006/relationships/image" Target="../media/image10.png"/></Relationships>
</file>

<file path=ppt/slides/_rels/slide16.xml.rels><?xml version="1.0" encoding="UTF-8" standalone="yes"?>
<Relationships xmlns="http://schemas.openxmlformats.org/package/2006/relationships"><Relationship Id="rId3" Type="http://schemas.openxmlformats.org/officeDocument/2006/relationships/image" Target="../media/image27.png"/><Relationship Id="rId2" Type="http://schemas.openxmlformats.org/officeDocument/2006/relationships/notesSlide" Target="../notesSlides/notesSlide16.xml"/><Relationship Id="rId1" Type="http://schemas.openxmlformats.org/officeDocument/2006/relationships/slideLayout" Target="../slideLayouts/slideLayout8.xml"/><Relationship Id="rId5" Type="http://schemas.openxmlformats.org/officeDocument/2006/relationships/image" Target="../media/image10.png"/><Relationship Id="rId4" Type="http://schemas.openxmlformats.org/officeDocument/2006/relationships/image" Target="../media/image28.png"/></Relationships>
</file>

<file path=ppt/slides/_rels/slide17.xml.rels><?xml version="1.0" encoding="UTF-8" standalone="yes"?>
<Relationships xmlns="http://schemas.openxmlformats.org/package/2006/relationships"><Relationship Id="rId3" Type="http://schemas.openxmlformats.org/officeDocument/2006/relationships/image" Target="../media/image29.png"/><Relationship Id="rId2" Type="http://schemas.openxmlformats.org/officeDocument/2006/relationships/notesSlide" Target="../notesSlides/notesSlide17.xml"/><Relationship Id="rId1" Type="http://schemas.openxmlformats.org/officeDocument/2006/relationships/slideLayout" Target="../slideLayouts/slideLayout8.xml"/><Relationship Id="rId4" Type="http://schemas.openxmlformats.org/officeDocument/2006/relationships/image" Target="../media/image10.png"/></Relationships>
</file>

<file path=ppt/slides/_rels/slide18.xml.rels><?xml version="1.0" encoding="UTF-8" standalone="yes"?>
<Relationships xmlns="http://schemas.openxmlformats.org/package/2006/relationships"><Relationship Id="rId3" Type="http://schemas.openxmlformats.org/officeDocument/2006/relationships/image" Target="../media/image30.png"/><Relationship Id="rId2" Type="http://schemas.openxmlformats.org/officeDocument/2006/relationships/notesSlide" Target="../notesSlides/notesSlide18.xml"/><Relationship Id="rId1" Type="http://schemas.openxmlformats.org/officeDocument/2006/relationships/slideLayout" Target="../slideLayouts/slideLayout8.xml"/><Relationship Id="rId4" Type="http://schemas.openxmlformats.org/officeDocument/2006/relationships/image" Target="../media/image10.png"/></Relationships>
</file>

<file path=ppt/slides/_rels/slide19.xml.rels><?xml version="1.0" encoding="UTF-8" standalone="yes"?>
<Relationships xmlns="http://schemas.openxmlformats.org/package/2006/relationships"><Relationship Id="rId3" Type="http://schemas.openxmlformats.org/officeDocument/2006/relationships/image" Target="../media/image31.png"/><Relationship Id="rId2" Type="http://schemas.openxmlformats.org/officeDocument/2006/relationships/notesSlide" Target="../notesSlides/notesSlide19.xml"/><Relationship Id="rId1" Type="http://schemas.openxmlformats.org/officeDocument/2006/relationships/slideLayout" Target="../slideLayouts/slideLayout8.xml"/><Relationship Id="rId4" Type="http://schemas.openxmlformats.org/officeDocument/2006/relationships/image" Target="../media/image10.png"/></Relationships>
</file>

<file path=ppt/slides/_rels/slide20.xml.rels><?xml version="1.0" encoding="UTF-8" standalone="yes"?>
<Relationships xmlns="http://schemas.openxmlformats.org/package/2006/relationships"><Relationship Id="rId3" Type="http://schemas.openxmlformats.org/officeDocument/2006/relationships/image" Target="../media/image32.png"/><Relationship Id="rId2" Type="http://schemas.openxmlformats.org/officeDocument/2006/relationships/notesSlide" Target="../notesSlides/notesSlide20.xml"/><Relationship Id="rId1" Type="http://schemas.openxmlformats.org/officeDocument/2006/relationships/slideLayout" Target="../slideLayouts/slideLayout8.xml"/><Relationship Id="rId4" Type="http://schemas.openxmlformats.org/officeDocument/2006/relationships/image" Target="../media/image10.png"/></Relationships>
</file>

<file path=ppt/slides/_rels/slide21.xml.rels><?xml version="1.0" encoding="UTF-8" standalone="yes"?>
<Relationships xmlns="http://schemas.openxmlformats.org/package/2006/relationships"><Relationship Id="rId3" Type="http://schemas.openxmlformats.org/officeDocument/2006/relationships/image" Target="../media/image32.png"/><Relationship Id="rId2" Type="http://schemas.openxmlformats.org/officeDocument/2006/relationships/notesSlide" Target="../notesSlides/notesSlide21.xml"/><Relationship Id="rId1" Type="http://schemas.openxmlformats.org/officeDocument/2006/relationships/slideLayout" Target="../slideLayouts/slideLayout8.xml"/><Relationship Id="rId4" Type="http://schemas.openxmlformats.org/officeDocument/2006/relationships/image" Target="../media/image10.png"/></Relationships>
</file>

<file path=ppt/slides/_rels/slide22.xml.rels><?xml version="1.0" encoding="UTF-8" standalone="yes"?>
<Relationships xmlns="http://schemas.openxmlformats.org/package/2006/relationships"><Relationship Id="rId3" Type="http://schemas.openxmlformats.org/officeDocument/2006/relationships/image" Target="../media/image33.png"/><Relationship Id="rId2" Type="http://schemas.openxmlformats.org/officeDocument/2006/relationships/notesSlide" Target="../notesSlides/notesSlide22.xml"/><Relationship Id="rId1" Type="http://schemas.openxmlformats.org/officeDocument/2006/relationships/slideLayout" Target="../slideLayouts/slideLayout8.xml"/><Relationship Id="rId4" Type="http://schemas.openxmlformats.org/officeDocument/2006/relationships/image" Target="../media/image10.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259"/>
        <p:cNvGrpSpPr/>
        <p:nvPr/>
      </p:nvGrpSpPr>
      <p:grpSpPr>
        <a:xfrm>
          <a:off x="0" y="0"/>
          <a:ext cx="0" cy="0"/>
          <a:chOff x="0" y="0"/>
          <a:chExt cx="0" cy="0"/>
        </a:xfrm>
      </p:grpSpPr>
      <p:sp>
        <p:nvSpPr>
          <p:cNvPr id="261" name="Google Shape;261;g104476d1465_0_0"/>
          <p:cNvSpPr txBox="1">
            <a:spLocks noGrp="1"/>
          </p:cNvSpPr>
          <p:nvPr>
            <p:ph type="ctrTitle" idx="4294967295"/>
          </p:nvPr>
        </p:nvSpPr>
        <p:spPr>
          <a:xfrm>
            <a:off x="5742834" y="2054277"/>
            <a:ext cx="4925167" cy="3194455"/>
          </a:xfrm>
          <a:prstGeom prst="rect">
            <a:avLst/>
          </a:prstGeom>
        </p:spPr>
        <p:txBody>
          <a:bodyPr spcFirstLastPara="1" wrap="square" lIns="91425" tIns="45700" rIns="91425" bIns="45700" anchor="ctr" anchorCtr="0">
            <a:noAutofit/>
          </a:bodyPr>
          <a:lstStyle/>
          <a:p>
            <a:pPr algn="ctr">
              <a:lnSpc>
                <a:spcPct val="100000"/>
              </a:lnSpc>
            </a:pPr>
            <a:r>
              <a:rPr lang="en-US" sz="3800" b="1" dirty="0">
                <a:solidFill>
                  <a:srgbClr val="417DBF"/>
                </a:solidFill>
                <a:latin typeface="Verdana"/>
                <a:ea typeface="Verdana"/>
                <a:cs typeface="Verdana"/>
                <a:sym typeface="Verdana"/>
              </a:rPr>
              <a:t>6</a:t>
            </a:r>
            <a:r>
              <a:rPr lang="en-US" sz="3800" b="1" baseline="30000" dirty="0">
                <a:solidFill>
                  <a:srgbClr val="417DBF"/>
                </a:solidFill>
                <a:latin typeface="Verdana"/>
                <a:ea typeface="Verdana"/>
                <a:cs typeface="Verdana"/>
                <a:sym typeface="Verdana"/>
              </a:rPr>
              <a:t>th</a:t>
            </a:r>
            <a:r>
              <a:rPr lang="en-US" sz="3800" b="1" dirty="0">
                <a:solidFill>
                  <a:srgbClr val="417DBF"/>
                </a:solidFill>
                <a:latin typeface="Verdana"/>
                <a:ea typeface="Verdana"/>
                <a:cs typeface="Verdana"/>
                <a:sym typeface="Verdana"/>
              </a:rPr>
              <a:t> Grade Accelerated Math</a:t>
            </a:r>
            <a:br>
              <a:rPr lang="en-US" sz="3800" b="1" dirty="0">
                <a:solidFill>
                  <a:srgbClr val="417DBF"/>
                </a:solidFill>
                <a:latin typeface="Verdana"/>
                <a:ea typeface="Verdana"/>
                <a:cs typeface="Verdana"/>
                <a:sym typeface="Verdana"/>
              </a:rPr>
            </a:br>
            <a:endParaRPr lang="en-US" sz="3800" b="1" dirty="0">
              <a:solidFill>
                <a:srgbClr val="417DBF"/>
              </a:solidFill>
              <a:latin typeface="Verdana"/>
              <a:ea typeface="Verdana"/>
              <a:cs typeface="Verdana"/>
              <a:sym typeface="Verdana"/>
            </a:endParaRPr>
          </a:p>
          <a:p>
            <a:pPr lvl="0" algn="ctr">
              <a:lnSpc>
                <a:spcPct val="100000"/>
              </a:lnSpc>
              <a:buClr>
                <a:srgbClr val="000000"/>
              </a:buClr>
            </a:pPr>
            <a:r>
              <a:rPr lang="en-US" sz="3800" b="1" dirty="0">
                <a:solidFill>
                  <a:srgbClr val="417DBF"/>
                </a:solidFill>
                <a:latin typeface="Verdana"/>
                <a:ea typeface="Verdana"/>
                <a:cs typeface="Verdana"/>
                <a:sym typeface="Verdana"/>
              </a:rPr>
              <a:t>Unit 15, Lesson 7</a:t>
            </a:r>
            <a:br>
              <a:rPr lang="en-US" sz="3800" b="1" dirty="0">
                <a:solidFill>
                  <a:srgbClr val="417DBF"/>
                </a:solidFill>
                <a:latin typeface="Verdana"/>
                <a:ea typeface="Verdana"/>
                <a:cs typeface="Verdana"/>
                <a:sym typeface="Verdana"/>
              </a:rPr>
            </a:br>
            <a:br>
              <a:rPr lang="en-US" sz="3800" b="1" dirty="0">
                <a:solidFill>
                  <a:srgbClr val="417DBF"/>
                </a:solidFill>
                <a:latin typeface="Verdana"/>
                <a:ea typeface="Verdana"/>
                <a:cs typeface="Verdana"/>
                <a:sym typeface="Verdana"/>
              </a:rPr>
            </a:br>
            <a:r>
              <a:rPr lang="en-US" sz="3800" b="1" dirty="0">
                <a:solidFill>
                  <a:srgbClr val="417DBF"/>
                </a:solidFill>
                <a:latin typeface="Verdana"/>
                <a:ea typeface="Verdana"/>
                <a:cs typeface="Verdana"/>
                <a:sym typeface="Verdana"/>
              </a:rPr>
              <a:t>Experimental and Theoretical Probabilities from Simulations</a:t>
            </a:r>
            <a:br>
              <a:rPr lang="en-US" sz="3800" b="1" dirty="0">
                <a:solidFill>
                  <a:srgbClr val="417DBF"/>
                </a:solidFill>
                <a:latin typeface="Verdana"/>
                <a:ea typeface="Verdana"/>
                <a:cs typeface="Verdana"/>
                <a:sym typeface="Verdana"/>
              </a:rPr>
            </a:br>
            <a:br>
              <a:rPr lang="en-US" sz="3800" b="1" dirty="0">
                <a:solidFill>
                  <a:srgbClr val="417DBF"/>
                </a:solidFill>
                <a:latin typeface="Verdana"/>
                <a:ea typeface="Verdana"/>
                <a:cs typeface="Verdana"/>
                <a:sym typeface="Verdana"/>
              </a:rPr>
            </a:br>
            <a:r>
              <a:rPr lang="en-US" sz="2800" b="1" dirty="0">
                <a:solidFill>
                  <a:srgbClr val="417DBF"/>
                </a:solidFill>
                <a:latin typeface="Verdana"/>
                <a:ea typeface="Verdana"/>
                <a:cs typeface="Verdana"/>
                <a:sym typeface="Verdana"/>
              </a:rPr>
              <a:t>Volume 2, pg. 431</a:t>
            </a:r>
          </a:p>
          <a:p>
            <a:pPr algn="ctr">
              <a:lnSpc>
                <a:spcPct val="100000"/>
              </a:lnSpc>
              <a:buClr>
                <a:srgbClr val="000000"/>
              </a:buClr>
            </a:pPr>
            <a:endParaRPr lang="en-US" sz="3400" b="1" dirty="0">
              <a:solidFill>
                <a:srgbClr val="417DBF"/>
              </a:solidFill>
              <a:latin typeface="Verdana"/>
              <a:ea typeface="Verdana"/>
              <a:cs typeface="Verdana"/>
              <a:sym typeface="Verdana"/>
            </a:endParaRPr>
          </a:p>
          <a:p>
            <a:pPr algn="ctr">
              <a:lnSpc>
                <a:spcPct val="75000"/>
              </a:lnSpc>
            </a:pPr>
            <a:endParaRPr sz="3100" dirty="0">
              <a:solidFill>
                <a:srgbClr val="417DBF"/>
              </a:solidFill>
            </a:endParaRPr>
          </a:p>
        </p:txBody>
      </p:sp>
      <p:cxnSp>
        <p:nvCxnSpPr>
          <p:cNvPr id="262" name="Google Shape;262;g104476d1465_0_0"/>
          <p:cNvCxnSpPr/>
          <p:nvPr/>
        </p:nvCxnSpPr>
        <p:spPr>
          <a:xfrm>
            <a:off x="-1573225" y="3938167"/>
            <a:ext cx="1152600" cy="0"/>
          </a:xfrm>
          <a:prstGeom prst="straightConnector1">
            <a:avLst/>
          </a:prstGeom>
          <a:noFill/>
          <a:ln w="9525" cap="flat" cmpd="sng">
            <a:solidFill>
              <a:schemeClr val="lt1"/>
            </a:solidFill>
            <a:prstDash val="solid"/>
            <a:round/>
            <a:headEnd type="none" w="med" len="med"/>
            <a:tailEnd type="none" w="med" len="med"/>
          </a:ln>
        </p:spPr>
      </p:cxnSp>
      <p:sp>
        <p:nvSpPr>
          <p:cNvPr id="20" name="Google Shape;309;g104476d1465_1_39">
            <a:extLst>
              <a:ext uri="{FF2B5EF4-FFF2-40B4-BE49-F238E27FC236}">
                <a16:creationId xmlns:a16="http://schemas.microsoft.com/office/drawing/2014/main" id="{566F1422-A32C-7745-9E85-5AF7B9DBC697}"/>
              </a:ext>
            </a:extLst>
          </p:cNvPr>
          <p:cNvSpPr/>
          <p:nvPr/>
        </p:nvSpPr>
        <p:spPr>
          <a:xfrm>
            <a:off x="0" y="0"/>
            <a:ext cx="4094106" cy="6866100"/>
          </a:xfrm>
          <a:prstGeom prst="rect">
            <a:avLst/>
          </a:prstGeom>
          <a:solidFill>
            <a:srgbClr val="CE0704"/>
          </a:solidFill>
          <a:ln w="9525" cap="flat" cmpd="sng">
            <a:solidFill>
              <a:srgbClr val="CE0704"/>
            </a:solidFill>
            <a:prstDash val="solid"/>
            <a:round/>
            <a:headEnd type="none" w="sm" len="sm"/>
            <a:tailEnd type="none" w="sm" len="sm"/>
          </a:ln>
          <a:effectLst>
            <a:outerShdw blurRad="50800" dist="38100" dir="2700000" algn="tl" rotWithShape="0">
              <a:prstClr val="black">
                <a:alpha val="40000"/>
              </a:prstClr>
            </a:outerShdw>
          </a:effectLst>
        </p:spPr>
        <p:txBody>
          <a:bodyPr spcFirstLastPara="1" wrap="square" lIns="91425" tIns="91425" rIns="91425" bIns="91425" anchor="ctr" anchorCtr="0">
            <a:noAutofit/>
          </a:bodyPr>
          <a:lstStyle/>
          <a:p>
            <a:endParaRPr/>
          </a:p>
        </p:txBody>
      </p:sp>
      <p:pic>
        <p:nvPicPr>
          <p:cNvPr id="3" name="Picture 2" descr="A blue sign with white text&#10;&#10;Description automatically generated with medium confidence">
            <a:extLst>
              <a:ext uri="{FF2B5EF4-FFF2-40B4-BE49-F238E27FC236}">
                <a16:creationId xmlns:a16="http://schemas.microsoft.com/office/drawing/2014/main" id="{5DE477E5-56CA-9D49-B76A-D5EDA7B79A42}"/>
              </a:ext>
            </a:extLst>
          </p:cNvPr>
          <p:cNvPicPr>
            <a:picLocks noChangeAspect="1"/>
          </p:cNvPicPr>
          <p:nvPr/>
        </p:nvPicPr>
        <p:blipFill>
          <a:blip r:embed="rId3" cstate="screen">
            <a:extLst>
              <a:ext uri="{28A0092B-C50C-407E-A947-70E740481C1C}">
                <a14:useLocalDpi xmlns:a14="http://schemas.microsoft.com/office/drawing/2010/main"/>
              </a:ext>
            </a:extLst>
          </a:blip>
          <a:stretch>
            <a:fillRect/>
          </a:stretch>
        </p:blipFill>
        <p:spPr>
          <a:xfrm>
            <a:off x="411640" y="1745080"/>
            <a:ext cx="3270825" cy="3812847"/>
          </a:xfrm>
          <a:prstGeom prst="rect">
            <a:avLst/>
          </a:prstGeom>
          <a:effectLst>
            <a:outerShdw blurRad="50800" dist="38100" dir="2700000" algn="tl" rotWithShape="0">
              <a:prstClr val="black">
                <a:alpha val="40000"/>
              </a:prstClr>
            </a:outerShdw>
          </a:effectLst>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277"/>
        <p:cNvGrpSpPr/>
        <p:nvPr/>
      </p:nvGrpSpPr>
      <p:grpSpPr>
        <a:xfrm>
          <a:off x="0" y="0"/>
          <a:ext cx="0" cy="0"/>
          <a:chOff x="0" y="0"/>
          <a:chExt cx="0" cy="0"/>
        </a:xfrm>
      </p:grpSpPr>
      <p:sp>
        <p:nvSpPr>
          <p:cNvPr id="278" name="Google Shape;278;g104476d1465_1_17"/>
          <p:cNvSpPr/>
          <p:nvPr/>
        </p:nvSpPr>
        <p:spPr>
          <a:xfrm>
            <a:off x="0" y="-8226"/>
            <a:ext cx="223200" cy="6866100"/>
          </a:xfrm>
          <a:prstGeom prst="rect">
            <a:avLst/>
          </a:prstGeom>
          <a:solidFill>
            <a:srgbClr val="CE0704"/>
          </a:solidFill>
          <a:ln w="9525" cap="flat" cmpd="sng">
            <a:solidFill>
              <a:srgbClr val="CE0704"/>
            </a:solidFill>
            <a:prstDash val="solid"/>
            <a:round/>
            <a:headEnd type="none" w="sm" len="sm"/>
            <a:tailEnd type="none" w="sm" len="sm"/>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endParaRPr/>
          </a:p>
        </p:txBody>
      </p:sp>
      <p:sp>
        <p:nvSpPr>
          <p:cNvPr id="279" name="Google Shape;279;g104476d1465_1_17"/>
          <p:cNvSpPr txBox="1">
            <a:spLocks noGrp="1"/>
          </p:cNvSpPr>
          <p:nvPr>
            <p:ph type="title" idx="4294967295"/>
          </p:nvPr>
        </p:nvSpPr>
        <p:spPr>
          <a:xfrm>
            <a:off x="1454428" y="46383"/>
            <a:ext cx="7509900" cy="1325700"/>
          </a:xfrm>
          <a:prstGeom prst="rect">
            <a:avLst/>
          </a:prstGeom>
          <a:noFill/>
          <a:ln>
            <a:noFill/>
          </a:ln>
        </p:spPr>
        <p:txBody>
          <a:bodyPr spcFirstLastPara="1" wrap="square" lIns="91425" tIns="45700" rIns="91425" bIns="45700" anchor="ctr" anchorCtr="0">
            <a:normAutofit/>
          </a:bodyPr>
          <a:lstStyle/>
          <a:p>
            <a:pPr>
              <a:buSzPts val="5400"/>
            </a:pPr>
            <a:r>
              <a:rPr lang="en-US" sz="4700" b="1" dirty="0">
                <a:solidFill>
                  <a:srgbClr val="54B5D1"/>
                </a:solidFill>
                <a:latin typeface="Verdana"/>
                <a:ea typeface="Verdana"/>
                <a:cs typeface="Verdana"/>
                <a:sym typeface="Verdana"/>
              </a:rPr>
              <a:t>Benchmarks</a:t>
            </a:r>
            <a:endParaRPr sz="3700" b="1" dirty="0">
              <a:solidFill>
                <a:srgbClr val="54B5D1"/>
              </a:solidFill>
              <a:latin typeface="Verdana"/>
              <a:ea typeface="Verdana"/>
              <a:cs typeface="Verdana"/>
              <a:sym typeface="Verdana"/>
            </a:endParaRPr>
          </a:p>
        </p:txBody>
      </p:sp>
      <p:pic>
        <p:nvPicPr>
          <p:cNvPr id="281" name="Google Shape;281;g104476d1465_1_17"/>
          <p:cNvPicPr preferRelativeResize="0"/>
          <p:nvPr/>
        </p:nvPicPr>
        <p:blipFill>
          <a:blip r:embed="rId3">
            <a:alphaModFix/>
          </a:blip>
          <a:stretch>
            <a:fillRect/>
          </a:stretch>
        </p:blipFill>
        <p:spPr>
          <a:xfrm>
            <a:off x="630928" y="282158"/>
            <a:ext cx="747300" cy="747300"/>
          </a:xfrm>
          <a:prstGeom prst="rect">
            <a:avLst/>
          </a:prstGeom>
          <a:noFill/>
          <a:ln>
            <a:noFill/>
          </a:ln>
          <a:effectLst>
            <a:outerShdw blurRad="57150" dist="19050" dir="5400000" algn="bl" rotWithShape="0">
              <a:srgbClr val="000000">
                <a:alpha val="50000"/>
              </a:srgbClr>
            </a:outerShdw>
          </a:effectLst>
        </p:spPr>
      </p:pic>
      <p:sp>
        <p:nvSpPr>
          <p:cNvPr id="282" name="Google Shape;282;g104476d1465_1_17"/>
          <p:cNvSpPr txBox="1"/>
          <p:nvPr/>
        </p:nvSpPr>
        <p:spPr>
          <a:xfrm>
            <a:off x="8698707" y="6457674"/>
            <a:ext cx="2634000" cy="400200"/>
          </a:xfrm>
          <a:prstGeom prst="rect">
            <a:avLst/>
          </a:prstGeom>
          <a:noFill/>
          <a:ln>
            <a:noFill/>
          </a:ln>
        </p:spPr>
        <p:txBody>
          <a:bodyPr spcFirstLastPara="1" wrap="square" lIns="91425" tIns="91425" rIns="91425" bIns="91425" anchor="t" anchorCtr="0">
            <a:spAutoFit/>
          </a:bodyPr>
          <a:lstStyle/>
          <a:p>
            <a:pPr algn="r"/>
            <a:r>
              <a:rPr lang="en-US" i="1" dirty="0">
                <a:latin typeface="Calibri"/>
                <a:ea typeface="Calibri"/>
                <a:cs typeface="Calibri"/>
                <a:sym typeface="Calibri"/>
              </a:rPr>
              <a:t>volume 2, pg. 431</a:t>
            </a:r>
            <a:endParaRPr i="1" dirty="0">
              <a:latin typeface="Calibri"/>
              <a:ea typeface="Calibri"/>
              <a:cs typeface="Calibri"/>
              <a:sym typeface="Calibri"/>
            </a:endParaRPr>
          </a:p>
        </p:txBody>
      </p:sp>
      <p:pic>
        <p:nvPicPr>
          <p:cNvPr id="283" name="Google Shape;283;g104476d1465_1_17"/>
          <p:cNvPicPr preferRelativeResize="0"/>
          <p:nvPr/>
        </p:nvPicPr>
        <p:blipFill>
          <a:blip r:embed="rId4" cstate="screen">
            <a:alphaModFix/>
            <a:extLst>
              <a:ext uri="{28A0092B-C50C-407E-A947-70E740481C1C}">
                <a14:useLocalDpi xmlns:a14="http://schemas.microsoft.com/office/drawing/2010/main"/>
              </a:ext>
            </a:extLst>
          </a:blip>
          <a:stretch>
            <a:fillRect/>
          </a:stretch>
        </p:blipFill>
        <p:spPr>
          <a:xfrm>
            <a:off x="11436933" y="6200599"/>
            <a:ext cx="563850" cy="657276"/>
          </a:xfrm>
          <a:prstGeom prst="rect">
            <a:avLst/>
          </a:prstGeom>
          <a:noFill/>
          <a:ln>
            <a:noFill/>
          </a:ln>
          <a:effectLst>
            <a:outerShdw blurRad="57150" dist="19050" dir="5400000" algn="bl" rotWithShape="0">
              <a:srgbClr val="000000">
                <a:alpha val="50000"/>
              </a:srgbClr>
            </a:outerShdw>
          </a:effectLst>
        </p:spPr>
      </p:pic>
      <p:sp>
        <p:nvSpPr>
          <p:cNvPr id="8" name="Google Shape;280;g104476d1465_1_17">
            <a:extLst>
              <a:ext uri="{FF2B5EF4-FFF2-40B4-BE49-F238E27FC236}">
                <a16:creationId xmlns:a16="http://schemas.microsoft.com/office/drawing/2014/main" id="{527A9F9F-07B8-ED47-B967-E5507C67DBC5}"/>
              </a:ext>
            </a:extLst>
          </p:cNvPr>
          <p:cNvSpPr txBox="1">
            <a:spLocks/>
          </p:cNvSpPr>
          <p:nvPr/>
        </p:nvSpPr>
        <p:spPr>
          <a:xfrm>
            <a:off x="1454428" y="1600200"/>
            <a:ext cx="9283144" cy="4205700"/>
          </a:xfrm>
          <a:prstGeom prst="rect">
            <a:avLst/>
          </a:prstGeom>
          <a:noFill/>
          <a:ln>
            <a:noFill/>
          </a:ln>
        </p:spPr>
        <p:txBody>
          <a:bodyPr spcFirstLastPara="1" wrap="square" lIns="91425" tIns="45700" rIns="91425" bIns="45700" anchor="t" anchorCtr="0">
            <a:normAutofit/>
          </a:bodyPr>
          <a:lstStyle>
            <a:defPPr marR="0" lvl="0" algn="l" rtl="0">
              <a:lnSpc>
                <a:spcPct val="100000"/>
              </a:lnSpc>
              <a:spcBef>
                <a:spcPts val="0"/>
              </a:spcBef>
              <a:spcAft>
                <a:spcPts val="0"/>
              </a:spcAft>
            </a:defPPr>
            <a:lvl1pPr marL="457200" marR="0" lvl="0" indent="-361950" algn="l" rtl="0">
              <a:lnSpc>
                <a:spcPct val="90000"/>
              </a:lnSpc>
              <a:spcBef>
                <a:spcPts val="750"/>
              </a:spcBef>
              <a:spcAft>
                <a:spcPts val="0"/>
              </a:spcAft>
              <a:buClr>
                <a:schemeClr val="dk1"/>
              </a:buClr>
              <a:buSzPts val="2100"/>
              <a:buFont typeface="Arial"/>
              <a:buChar char="•"/>
              <a:defRPr sz="2100" b="0" i="0" u="none" strike="noStrike" cap="none">
                <a:solidFill>
                  <a:schemeClr val="dk1"/>
                </a:solidFill>
                <a:latin typeface="Calibri"/>
                <a:ea typeface="Calibri"/>
                <a:cs typeface="Calibri"/>
                <a:sym typeface="Calibri"/>
              </a:defRPr>
            </a:lvl1pPr>
            <a:lvl2pPr marL="914400" marR="0" lvl="1" indent="-342900" algn="l" rtl="0">
              <a:lnSpc>
                <a:spcPct val="90000"/>
              </a:lnSpc>
              <a:spcBef>
                <a:spcPts val="375"/>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2pPr>
            <a:lvl3pPr marL="1371600" marR="0" lvl="2" indent="-323850" algn="l" rtl="0">
              <a:lnSpc>
                <a:spcPct val="90000"/>
              </a:lnSpc>
              <a:spcBef>
                <a:spcPts val="375"/>
              </a:spcBef>
              <a:spcAft>
                <a:spcPts val="0"/>
              </a:spcAft>
              <a:buClr>
                <a:schemeClr val="dk1"/>
              </a:buClr>
              <a:buSzPts val="1500"/>
              <a:buFont typeface="Arial"/>
              <a:buChar char="•"/>
              <a:defRPr sz="1500" b="0" i="0" u="none" strike="noStrike" cap="none">
                <a:solidFill>
                  <a:schemeClr val="dk1"/>
                </a:solidFill>
                <a:latin typeface="Calibri"/>
                <a:ea typeface="Calibri"/>
                <a:cs typeface="Calibri"/>
                <a:sym typeface="Calibri"/>
              </a:defRPr>
            </a:lvl3pPr>
            <a:lvl4pPr marL="1828800" marR="0" lvl="3" indent="-314325" algn="l" rtl="0">
              <a:lnSpc>
                <a:spcPct val="90000"/>
              </a:lnSpc>
              <a:spcBef>
                <a:spcPts val="375"/>
              </a:spcBef>
              <a:spcAft>
                <a:spcPts val="0"/>
              </a:spcAft>
              <a:buClr>
                <a:schemeClr val="dk1"/>
              </a:buClr>
              <a:buSzPts val="1350"/>
              <a:buFont typeface="Arial"/>
              <a:buChar char="•"/>
              <a:defRPr sz="1350" b="0" i="0" u="none" strike="noStrike" cap="none">
                <a:solidFill>
                  <a:schemeClr val="dk1"/>
                </a:solidFill>
                <a:latin typeface="Calibri"/>
                <a:ea typeface="Calibri"/>
                <a:cs typeface="Calibri"/>
                <a:sym typeface="Calibri"/>
              </a:defRPr>
            </a:lvl4pPr>
            <a:lvl5pPr marL="2286000" marR="0" lvl="4" indent="-314325" algn="l" rtl="0">
              <a:lnSpc>
                <a:spcPct val="90000"/>
              </a:lnSpc>
              <a:spcBef>
                <a:spcPts val="375"/>
              </a:spcBef>
              <a:spcAft>
                <a:spcPts val="0"/>
              </a:spcAft>
              <a:buClr>
                <a:schemeClr val="dk1"/>
              </a:buClr>
              <a:buSzPts val="1350"/>
              <a:buFont typeface="Arial"/>
              <a:buChar char="•"/>
              <a:defRPr sz="1350" b="0" i="0" u="none" strike="noStrike" cap="none">
                <a:solidFill>
                  <a:schemeClr val="dk1"/>
                </a:solidFill>
                <a:latin typeface="Calibri"/>
                <a:ea typeface="Calibri"/>
                <a:cs typeface="Calibri"/>
                <a:sym typeface="Calibri"/>
              </a:defRPr>
            </a:lvl5pPr>
            <a:lvl6pPr marL="2743200" marR="0" lvl="5" indent="-314325" algn="l" rtl="0">
              <a:lnSpc>
                <a:spcPct val="90000"/>
              </a:lnSpc>
              <a:spcBef>
                <a:spcPts val="375"/>
              </a:spcBef>
              <a:spcAft>
                <a:spcPts val="0"/>
              </a:spcAft>
              <a:buClr>
                <a:schemeClr val="dk1"/>
              </a:buClr>
              <a:buSzPts val="1350"/>
              <a:buFont typeface="Arial"/>
              <a:buChar char="•"/>
              <a:defRPr sz="1350" b="0" i="0" u="none" strike="noStrike" cap="none">
                <a:solidFill>
                  <a:schemeClr val="dk1"/>
                </a:solidFill>
                <a:latin typeface="Calibri"/>
                <a:ea typeface="Calibri"/>
                <a:cs typeface="Calibri"/>
                <a:sym typeface="Calibri"/>
              </a:defRPr>
            </a:lvl6pPr>
            <a:lvl7pPr marL="3200400" marR="0" lvl="6" indent="-314325" algn="l" rtl="0">
              <a:lnSpc>
                <a:spcPct val="90000"/>
              </a:lnSpc>
              <a:spcBef>
                <a:spcPts val="375"/>
              </a:spcBef>
              <a:spcAft>
                <a:spcPts val="0"/>
              </a:spcAft>
              <a:buClr>
                <a:schemeClr val="dk1"/>
              </a:buClr>
              <a:buSzPts val="1350"/>
              <a:buFont typeface="Arial"/>
              <a:buChar char="•"/>
              <a:defRPr sz="1350" b="0" i="0" u="none" strike="noStrike" cap="none">
                <a:solidFill>
                  <a:schemeClr val="dk1"/>
                </a:solidFill>
                <a:latin typeface="Calibri"/>
                <a:ea typeface="Calibri"/>
                <a:cs typeface="Calibri"/>
                <a:sym typeface="Calibri"/>
              </a:defRPr>
            </a:lvl7pPr>
            <a:lvl8pPr marL="3657600" marR="0" lvl="7" indent="-314325" algn="l" rtl="0">
              <a:lnSpc>
                <a:spcPct val="90000"/>
              </a:lnSpc>
              <a:spcBef>
                <a:spcPts val="375"/>
              </a:spcBef>
              <a:spcAft>
                <a:spcPts val="0"/>
              </a:spcAft>
              <a:buClr>
                <a:schemeClr val="dk1"/>
              </a:buClr>
              <a:buSzPts val="1350"/>
              <a:buFont typeface="Arial"/>
              <a:buChar char="•"/>
              <a:defRPr sz="1350" b="0" i="0" u="none" strike="noStrike" cap="none">
                <a:solidFill>
                  <a:schemeClr val="dk1"/>
                </a:solidFill>
                <a:latin typeface="Calibri"/>
                <a:ea typeface="Calibri"/>
                <a:cs typeface="Calibri"/>
                <a:sym typeface="Calibri"/>
              </a:defRPr>
            </a:lvl8pPr>
            <a:lvl9pPr marL="4114800" marR="0" lvl="8" indent="-314325" algn="l" rtl="0">
              <a:lnSpc>
                <a:spcPct val="90000"/>
              </a:lnSpc>
              <a:spcBef>
                <a:spcPts val="375"/>
              </a:spcBef>
              <a:spcAft>
                <a:spcPts val="0"/>
              </a:spcAft>
              <a:buClr>
                <a:schemeClr val="dk1"/>
              </a:buClr>
              <a:buSzPts val="1350"/>
              <a:buFont typeface="Arial"/>
              <a:buChar char="•"/>
              <a:defRPr sz="1350" b="0" i="0" u="none" strike="noStrike" cap="none">
                <a:solidFill>
                  <a:schemeClr val="dk1"/>
                </a:solidFill>
                <a:latin typeface="Calibri"/>
                <a:ea typeface="Calibri"/>
                <a:cs typeface="Calibri"/>
                <a:sym typeface="Calibri"/>
              </a:defRPr>
            </a:lvl9pPr>
          </a:lstStyle>
          <a:p>
            <a:pPr marL="0" indent="0">
              <a:buSzPts val="1100"/>
              <a:buNone/>
            </a:pPr>
            <a:r>
              <a:rPr lang="en-US" sz="2400" dirty="0">
                <a:solidFill>
                  <a:schemeClr val="tx1"/>
                </a:solidFill>
                <a:latin typeface="Verdana"/>
                <a:ea typeface="Verdana"/>
                <a:cs typeface="Verdana"/>
                <a:sym typeface="Verdana"/>
              </a:rPr>
              <a:t>MA.7.DP.2.3</a:t>
            </a:r>
          </a:p>
          <a:p>
            <a:pPr indent="0">
              <a:buNone/>
            </a:pPr>
            <a:r>
              <a:rPr lang="en-US" sz="2400" dirty="0">
                <a:solidFill>
                  <a:schemeClr val="tx1"/>
                </a:solidFill>
                <a:latin typeface="Verdana"/>
                <a:ea typeface="Verdana"/>
                <a:cs typeface="Verdana"/>
                <a:sym typeface="Verdana"/>
              </a:rPr>
              <a:t>Find the theoretical probability of an event related to a simple experiment.</a:t>
            </a:r>
          </a:p>
          <a:p>
            <a:pPr indent="0">
              <a:buNone/>
            </a:pPr>
            <a:endParaRPr lang="en-US" sz="2400" dirty="0">
              <a:solidFill>
                <a:schemeClr val="tx1"/>
              </a:solidFill>
              <a:latin typeface="Verdana"/>
              <a:ea typeface="Verdana"/>
              <a:cs typeface="Verdana"/>
              <a:sym typeface="Verdana"/>
            </a:endParaRPr>
          </a:p>
          <a:p>
            <a:pPr marL="0" indent="0">
              <a:buSzPts val="1100"/>
              <a:buNone/>
            </a:pPr>
            <a:r>
              <a:rPr lang="en-US" sz="2400" dirty="0">
                <a:solidFill>
                  <a:schemeClr val="tx1"/>
                </a:solidFill>
                <a:latin typeface="Verdana"/>
                <a:ea typeface="Verdana"/>
                <a:cs typeface="Verdana"/>
                <a:sym typeface="Verdana"/>
              </a:rPr>
              <a:t>MA.7.DP.2.4</a:t>
            </a:r>
          </a:p>
          <a:p>
            <a:pPr indent="0">
              <a:buNone/>
            </a:pPr>
            <a:r>
              <a:rPr lang="en-US" sz="2400" dirty="0">
                <a:solidFill>
                  <a:schemeClr val="tx1"/>
                </a:solidFill>
                <a:latin typeface="Verdana"/>
                <a:ea typeface="Verdana"/>
                <a:cs typeface="Verdana"/>
                <a:sym typeface="Verdana"/>
              </a:rPr>
              <a:t>Use a simulation of a simple experiment to find experimental probabilities and compare them to theoretical probabilities.</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277"/>
        <p:cNvGrpSpPr/>
        <p:nvPr/>
      </p:nvGrpSpPr>
      <p:grpSpPr>
        <a:xfrm>
          <a:off x="0" y="0"/>
          <a:ext cx="0" cy="0"/>
          <a:chOff x="0" y="0"/>
          <a:chExt cx="0" cy="0"/>
        </a:xfrm>
      </p:grpSpPr>
      <p:pic>
        <p:nvPicPr>
          <p:cNvPr id="281" name="Google Shape;281;g104476d1465_1_17"/>
          <p:cNvPicPr preferRelativeResize="0"/>
          <p:nvPr/>
        </p:nvPicPr>
        <p:blipFill>
          <a:blip r:embed="rId3">
            <a:alphaModFix/>
          </a:blip>
          <a:stretch>
            <a:fillRect/>
          </a:stretch>
        </p:blipFill>
        <p:spPr>
          <a:xfrm>
            <a:off x="865707" y="372300"/>
            <a:ext cx="747300" cy="747300"/>
          </a:xfrm>
          <a:prstGeom prst="rect">
            <a:avLst/>
          </a:prstGeom>
          <a:noFill/>
          <a:ln>
            <a:noFill/>
          </a:ln>
          <a:effectLst>
            <a:outerShdw blurRad="57150" dist="19050" dir="5400000" algn="bl" rotWithShape="0">
              <a:srgbClr val="000000">
                <a:alpha val="50000"/>
              </a:srgbClr>
            </a:outerShdw>
          </a:effectLst>
        </p:spPr>
      </p:pic>
      <p:sp>
        <p:nvSpPr>
          <p:cNvPr id="8" name="Google Shape;295;g103996e1364_0_10">
            <a:extLst>
              <a:ext uri="{FF2B5EF4-FFF2-40B4-BE49-F238E27FC236}">
                <a16:creationId xmlns:a16="http://schemas.microsoft.com/office/drawing/2014/main" id="{08B3C7FF-E6D0-2145-9A84-003D15672764}"/>
              </a:ext>
            </a:extLst>
          </p:cNvPr>
          <p:cNvSpPr txBox="1">
            <a:spLocks/>
          </p:cNvSpPr>
          <p:nvPr/>
        </p:nvSpPr>
        <p:spPr>
          <a:xfrm>
            <a:off x="1690357" y="129667"/>
            <a:ext cx="8024426" cy="1325700"/>
          </a:xfrm>
          <a:prstGeom prst="rect">
            <a:avLst/>
          </a:prstGeom>
          <a:noFill/>
          <a:ln>
            <a:noFill/>
          </a:ln>
        </p:spPr>
        <p:txBody>
          <a:bodyPr spcFirstLastPara="1" wrap="square" lIns="91425" tIns="45700" rIns="91425" bIns="45700"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a:lnSpc>
                <a:spcPct val="90000"/>
              </a:lnSpc>
              <a:buClr>
                <a:schemeClr val="dk1"/>
              </a:buClr>
              <a:buSzPts val="5400"/>
              <a:buFont typeface="Century Gothic"/>
              <a:buNone/>
            </a:pPr>
            <a:r>
              <a:rPr lang="en-US" sz="3000" b="1" dirty="0">
                <a:solidFill>
                  <a:srgbClr val="54B5D1"/>
                </a:solidFill>
                <a:latin typeface="Verdana"/>
                <a:ea typeface="Verdana"/>
                <a:cs typeface="Verdana"/>
                <a:sym typeface="Verdana"/>
              </a:rPr>
              <a:t>Integrated Mathematical Thinking and Reasoning Standards</a:t>
            </a:r>
          </a:p>
        </p:txBody>
      </p:sp>
      <p:sp>
        <p:nvSpPr>
          <p:cNvPr id="11" name="Google Shape;296;g103996e1364_0_10">
            <a:extLst>
              <a:ext uri="{FF2B5EF4-FFF2-40B4-BE49-F238E27FC236}">
                <a16:creationId xmlns:a16="http://schemas.microsoft.com/office/drawing/2014/main" id="{A6E18E39-B007-D647-9935-55A748533A45}"/>
              </a:ext>
            </a:extLst>
          </p:cNvPr>
          <p:cNvSpPr txBox="1">
            <a:spLocks/>
          </p:cNvSpPr>
          <p:nvPr/>
        </p:nvSpPr>
        <p:spPr>
          <a:xfrm>
            <a:off x="1613007" y="1596390"/>
            <a:ext cx="9553746" cy="4205700"/>
          </a:xfrm>
          <a:prstGeom prst="rect">
            <a:avLst/>
          </a:prstGeom>
          <a:noFill/>
          <a:ln>
            <a:noFill/>
          </a:ln>
        </p:spPr>
        <p:txBody>
          <a:bodyPr spcFirstLastPara="1" wrap="square" lIns="91425" tIns="45700" rIns="91425" bIns="45700" anchor="t"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a:buSzPts val="523"/>
            </a:pPr>
            <a:r>
              <a:rPr lang="en-US" sz="2400" dirty="0">
                <a:solidFill>
                  <a:schemeClr val="tx1"/>
                </a:solidFill>
                <a:latin typeface="Verdana" panose="020B0604030504040204" pitchFamily="34" charset="0"/>
                <a:ea typeface="Verdana" panose="020B0604030504040204" pitchFamily="34" charset="0"/>
                <a:cs typeface="Verdana" panose="020B0604030504040204" pitchFamily="34" charset="0"/>
                <a:sym typeface="Verdana"/>
              </a:rPr>
              <a:t>MA.K12.MTR.1.1 Actively participate in effortful learning both individually and collectively.</a:t>
            </a:r>
          </a:p>
          <a:p>
            <a:pPr marL="457200">
              <a:buSzPts val="523"/>
            </a:pPr>
            <a:endParaRPr lang="en-US" sz="2400" dirty="0">
              <a:solidFill>
                <a:schemeClr val="tx1"/>
              </a:solidFill>
              <a:latin typeface="Verdana" panose="020B0604030504040204" pitchFamily="34" charset="0"/>
              <a:ea typeface="Verdana" panose="020B0604030504040204" pitchFamily="34" charset="0"/>
              <a:cs typeface="Verdana" panose="020B0604030504040204" pitchFamily="34" charset="0"/>
              <a:sym typeface="Verdana"/>
            </a:endParaRPr>
          </a:p>
          <a:p>
            <a:pPr>
              <a:buSzPts val="523"/>
            </a:pPr>
            <a:r>
              <a:rPr lang="en-US" sz="2400" dirty="0">
                <a:solidFill>
                  <a:schemeClr val="tx1"/>
                </a:solidFill>
                <a:latin typeface="Verdana" panose="020B0604030504040204" pitchFamily="34" charset="0"/>
                <a:ea typeface="Verdana" panose="020B0604030504040204" pitchFamily="34" charset="0"/>
                <a:cs typeface="Verdana" panose="020B0604030504040204" pitchFamily="34" charset="0"/>
                <a:sym typeface="Verdana"/>
              </a:rPr>
              <a:t>MA.K12.MTR.4.1 Engage in discussions that reflect on the mathematical thinking of self </a:t>
            </a:r>
            <a:br>
              <a:rPr lang="en-US" sz="2400" dirty="0">
                <a:solidFill>
                  <a:schemeClr val="tx1"/>
                </a:solidFill>
                <a:latin typeface="Verdana" panose="020B0604030504040204" pitchFamily="34" charset="0"/>
                <a:ea typeface="Verdana" panose="020B0604030504040204" pitchFamily="34" charset="0"/>
                <a:cs typeface="Verdana" panose="020B0604030504040204" pitchFamily="34" charset="0"/>
                <a:sym typeface="Verdana"/>
              </a:rPr>
            </a:br>
            <a:r>
              <a:rPr lang="en-US" sz="2400" dirty="0">
                <a:solidFill>
                  <a:schemeClr val="tx1"/>
                </a:solidFill>
                <a:latin typeface="Verdana" panose="020B0604030504040204" pitchFamily="34" charset="0"/>
                <a:ea typeface="Verdana" panose="020B0604030504040204" pitchFamily="34" charset="0"/>
                <a:cs typeface="Verdana" panose="020B0604030504040204" pitchFamily="34" charset="0"/>
                <a:sym typeface="Verdana"/>
              </a:rPr>
              <a:t>and others.</a:t>
            </a:r>
          </a:p>
          <a:p>
            <a:pPr marL="457200">
              <a:buSzPts val="523"/>
            </a:pPr>
            <a:endParaRPr lang="en-US" sz="2400" dirty="0">
              <a:solidFill>
                <a:schemeClr val="tx1"/>
              </a:solidFill>
              <a:latin typeface="Verdana" panose="020B0604030504040204" pitchFamily="34" charset="0"/>
              <a:ea typeface="Verdana" panose="020B0604030504040204" pitchFamily="34" charset="0"/>
              <a:cs typeface="Verdana" panose="020B0604030504040204" pitchFamily="34" charset="0"/>
              <a:sym typeface="Verdana"/>
            </a:endParaRPr>
          </a:p>
          <a:p>
            <a:pPr>
              <a:buSzPts val="523"/>
            </a:pPr>
            <a:r>
              <a:rPr lang="en-US" sz="2400" dirty="0">
                <a:solidFill>
                  <a:schemeClr val="tx1"/>
                </a:solidFill>
                <a:latin typeface="Verdana" panose="020B0604030504040204" pitchFamily="34" charset="0"/>
                <a:ea typeface="Verdana" panose="020B0604030504040204" pitchFamily="34" charset="0"/>
                <a:cs typeface="Verdana" panose="020B0604030504040204" pitchFamily="34" charset="0"/>
                <a:sym typeface="Verdana"/>
              </a:rPr>
              <a:t>MA.K12.MTR.5.1 Use patterns and structure to help understand and connect mathematical concepts.</a:t>
            </a:r>
          </a:p>
          <a:p>
            <a:pPr>
              <a:buSzPts val="523"/>
            </a:pPr>
            <a:endParaRPr lang="en-US" sz="2400" dirty="0">
              <a:solidFill>
                <a:schemeClr val="tx1"/>
              </a:solidFill>
              <a:latin typeface="Verdana" panose="020B0604030504040204" pitchFamily="34" charset="0"/>
              <a:ea typeface="Verdana" panose="020B0604030504040204" pitchFamily="34" charset="0"/>
              <a:cs typeface="Verdana" panose="020B0604030504040204" pitchFamily="34" charset="0"/>
              <a:sym typeface="Verdana"/>
            </a:endParaRPr>
          </a:p>
          <a:p>
            <a:pPr>
              <a:buSzPts val="523"/>
            </a:pPr>
            <a:r>
              <a:rPr lang="en-US" sz="2400" dirty="0">
                <a:solidFill>
                  <a:schemeClr val="tx1"/>
                </a:solidFill>
                <a:latin typeface="Verdana" panose="020B0604030504040204" pitchFamily="34" charset="0"/>
                <a:ea typeface="Verdana" panose="020B0604030504040204" pitchFamily="34" charset="0"/>
                <a:cs typeface="Verdana" panose="020B0604030504040204" pitchFamily="34" charset="0"/>
                <a:sym typeface="Verdana"/>
              </a:rPr>
              <a:t>MA.K12.MTR.7.1 </a:t>
            </a:r>
            <a:r>
              <a:rPr lang="en-US" sz="2400" dirty="0">
                <a:solidFill>
                  <a:schemeClr val="tx1"/>
                </a:solidFill>
                <a:latin typeface="Verdana" panose="020B0604030504040204" pitchFamily="34" charset="0"/>
                <a:ea typeface="Verdana" panose="020B0604030504040204" pitchFamily="34" charset="0"/>
                <a:cs typeface="Verdana" panose="020B0604030504040204" pitchFamily="34" charset="0"/>
              </a:rPr>
              <a:t>Apply mathematics to </a:t>
            </a:r>
            <a:br>
              <a:rPr lang="en-US" sz="2400" dirty="0">
                <a:solidFill>
                  <a:schemeClr val="tx1"/>
                </a:solidFill>
                <a:latin typeface="Verdana" panose="020B0604030504040204" pitchFamily="34" charset="0"/>
                <a:ea typeface="Verdana" panose="020B0604030504040204" pitchFamily="34" charset="0"/>
                <a:cs typeface="Verdana" panose="020B0604030504040204" pitchFamily="34" charset="0"/>
              </a:rPr>
            </a:br>
            <a:r>
              <a:rPr lang="en-US" sz="2400" dirty="0">
                <a:solidFill>
                  <a:schemeClr val="tx1"/>
                </a:solidFill>
                <a:latin typeface="Verdana" panose="020B0604030504040204" pitchFamily="34" charset="0"/>
                <a:ea typeface="Verdana" panose="020B0604030504040204" pitchFamily="34" charset="0"/>
                <a:cs typeface="Verdana" panose="020B0604030504040204" pitchFamily="34" charset="0"/>
              </a:rPr>
              <a:t>real-world contexts.</a:t>
            </a:r>
            <a:endParaRPr lang="en-US" sz="2400" dirty="0">
              <a:solidFill>
                <a:schemeClr val="tx1"/>
              </a:solidFill>
              <a:latin typeface="Verdana" panose="020B0604030504040204" pitchFamily="34" charset="0"/>
              <a:ea typeface="Verdana" panose="020B0604030504040204" pitchFamily="34" charset="0"/>
              <a:cs typeface="Verdana" panose="020B0604030504040204" pitchFamily="34" charset="0"/>
              <a:sym typeface="Verdana"/>
            </a:endParaRPr>
          </a:p>
        </p:txBody>
      </p:sp>
      <p:sp>
        <p:nvSpPr>
          <p:cNvPr id="12" name="Google Shape;278;g104476d1465_1_17">
            <a:extLst>
              <a:ext uri="{FF2B5EF4-FFF2-40B4-BE49-F238E27FC236}">
                <a16:creationId xmlns:a16="http://schemas.microsoft.com/office/drawing/2014/main" id="{79998D09-ED40-CB40-ADB3-2C926DC27F8F}"/>
              </a:ext>
            </a:extLst>
          </p:cNvPr>
          <p:cNvSpPr/>
          <p:nvPr/>
        </p:nvSpPr>
        <p:spPr>
          <a:xfrm>
            <a:off x="0" y="-8226"/>
            <a:ext cx="223200" cy="6866100"/>
          </a:xfrm>
          <a:prstGeom prst="rect">
            <a:avLst/>
          </a:prstGeom>
          <a:solidFill>
            <a:srgbClr val="CE0704"/>
          </a:solidFill>
          <a:ln w="9525" cap="flat" cmpd="sng">
            <a:solidFill>
              <a:srgbClr val="CE0704"/>
            </a:solidFill>
            <a:prstDash val="solid"/>
            <a:round/>
            <a:headEnd type="none" w="sm" len="sm"/>
            <a:tailEnd type="none" w="sm" len="sm"/>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endParaRPr/>
          </a:p>
        </p:txBody>
      </p:sp>
      <p:sp>
        <p:nvSpPr>
          <p:cNvPr id="10" name="Google Shape;282;g104476d1465_1_17"/>
          <p:cNvSpPr txBox="1"/>
          <p:nvPr/>
        </p:nvSpPr>
        <p:spPr>
          <a:xfrm>
            <a:off x="8698707" y="6457674"/>
            <a:ext cx="2634000" cy="400200"/>
          </a:xfrm>
          <a:prstGeom prst="rect">
            <a:avLst/>
          </a:prstGeom>
          <a:noFill/>
          <a:ln>
            <a:noFill/>
          </a:ln>
        </p:spPr>
        <p:txBody>
          <a:bodyPr spcFirstLastPara="1" wrap="square" lIns="91425" tIns="91425" rIns="91425" bIns="91425" anchor="t" anchorCtr="0">
            <a:spAutoFit/>
          </a:bodyPr>
          <a:lstStyle/>
          <a:p>
            <a:pPr algn="r"/>
            <a:r>
              <a:rPr lang="en-US" i="1" dirty="0">
                <a:latin typeface="Calibri"/>
                <a:ea typeface="Calibri"/>
                <a:cs typeface="Calibri"/>
                <a:sym typeface="Calibri"/>
              </a:rPr>
              <a:t>volume 2, pg. 431</a:t>
            </a:r>
            <a:endParaRPr i="1" dirty="0">
              <a:latin typeface="Calibri"/>
              <a:ea typeface="Calibri"/>
              <a:cs typeface="Calibri"/>
              <a:sym typeface="Calibri"/>
            </a:endParaRPr>
          </a:p>
        </p:txBody>
      </p:sp>
      <p:pic>
        <p:nvPicPr>
          <p:cNvPr id="13" name="Google Shape;283;g104476d1465_1_17"/>
          <p:cNvPicPr preferRelativeResize="0"/>
          <p:nvPr/>
        </p:nvPicPr>
        <p:blipFill>
          <a:blip r:embed="rId4" cstate="screen">
            <a:alphaModFix/>
            <a:extLst>
              <a:ext uri="{28A0092B-C50C-407E-A947-70E740481C1C}">
                <a14:useLocalDpi xmlns:a14="http://schemas.microsoft.com/office/drawing/2010/main"/>
              </a:ext>
            </a:extLst>
          </a:blip>
          <a:stretch>
            <a:fillRect/>
          </a:stretch>
        </p:blipFill>
        <p:spPr>
          <a:xfrm>
            <a:off x="11436933" y="6200599"/>
            <a:ext cx="563850" cy="657276"/>
          </a:xfrm>
          <a:prstGeom prst="rect">
            <a:avLst/>
          </a:prstGeom>
          <a:noFill/>
          <a:ln>
            <a:noFill/>
          </a:ln>
          <a:effectLst>
            <a:outerShdw blurRad="57150" dist="19050" dir="5400000" algn="bl" rotWithShape="0">
              <a:srgbClr val="000000">
                <a:alpha val="50000"/>
              </a:srgbClr>
            </a:outerShdw>
          </a:effectLst>
        </p:spPr>
      </p:pic>
    </p:spTree>
    <p:extLst>
      <p:ext uri="{BB962C8B-B14F-4D97-AF65-F5344CB8AC3E}">
        <p14:creationId xmlns:p14="http://schemas.microsoft.com/office/powerpoint/2010/main" val="208084223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1">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11">
                                            <p:txEl>
                                              <p:pRg st="2" end="2"/>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11">
                                            <p:txEl>
                                              <p:pRg st="4" end="4"/>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11">
                                            <p:txEl>
                                              <p:pRg st="6" end="6"/>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277"/>
        <p:cNvGrpSpPr/>
        <p:nvPr/>
      </p:nvGrpSpPr>
      <p:grpSpPr>
        <a:xfrm>
          <a:off x="0" y="0"/>
          <a:ext cx="0" cy="0"/>
          <a:chOff x="0" y="0"/>
          <a:chExt cx="0" cy="0"/>
        </a:xfrm>
      </p:grpSpPr>
      <p:sp>
        <p:nvSpPr>
          <p:cNvPr id="10" name="Google Shape;301;g103996e1364_0_16">
            <a:extLst>
              <a:ext uri="{FF2B5EF4-FFF2-40B4-BE49-F238E27FC236}">
                <a16:creationId xmlns:a16="http://schemas.microsoft.com/office/drawing/2014/main" id="{5771FBFA-7311-BB45-8AFF-04B380531EE6}"/>
              </a:ext>
            </a:extLst>
          </p:cNvPr>
          <p:cNvSpPr txBox="1">
            <a:spLocks/>
          </p:cNvSpPr>
          <p:nvPr/>
        </p:nvSpPr>
        <p:spPr>
          <a:xfrm>
            <a:off x="1604391" y="0"/>
            <a:ext cx="7958400" cy="1325700"/>
          </a:xfrm>
          <a:prstGeom prst="rect">
            <a:avLst/>
          </a:prstGeom>
          <a:noFill/>
          <a:ln>
            <a:noFill/>
          </a:ln>
        </p:spPr>
        <p:txBody>
          <a:bodyPr spcFirstLastPara="1" wrap="square" lIns="91425" tIns="45700" rIns="91425" bIns="45700"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a:lnSpc>
                <a:spcPct val="90000"/>
              </a:lnSpc>
              <a:buClr>
                <a:schemeClr val="dk1"/>
              </a:buClr>
              <a:buSzPts val="5400"/>
              <a:buFont typeface="Century Gothic"/>
              <a:buNone/>
            </a:pPr>
            <a:r>
              <a:rPr lang="en-US" sz="4700" b="1">
                <a:solidFill>
                  <a:srgbClr val="52BDA6"/>
                </a:solidFill>
                <a:latin typeface="Verdana"/>
                <a:ea typeface="Verdana"/>
                <a:cs typeface="Verdana"/>
                <a:sym typeface="Verdana"/>
              </a:rPr>
              <a:t>Learning Target</a:t>
            </a:r>
            <a:endParaRPr lang="en-US" sz="4700" b="1" dirty="0">
              <a:solidFill>
                <a:srgbClr val="52BDA6"/>
              </a:solidFill>
              <a:latin typeface="Verdana"/>
              <a:ea typeface="Verdana"/>
              <a:cs typeface="Verdana"/>
              <a:sym typeface="Verdana"/>
            </a:endParaRPr>
          </a:p>
        </p:txBody>
      </p:sp>
      <p:pic>
        <p:nvPicPr>
          <p:cNvPr id="12" name="Google Shape;303;g103996e1364_0_16">
            <a:extLst>
              <a:ext uri="{FF2B5EF4-FFF2-40B4-BE49-F238E27FC236}">
                <a16:creationId xmlns:a16="http://schemas.microsoft.com/office/drawing/2014/main" id="{81DC7EB0-4FED-FC45-BAEC-D699ED5C2169}"/>
              </a:ext>
            </a:extLst>
          </p:cNvPr>
          <p:cNvPicPr preferRelativeResize="0"/>
          <p:nvPr/>
        </p:nvPicPr>
        <p:blipFill>
          <a:blip r:embed="rId3">
            <a:alphaModFix/>
          </a:blip>
          <a:stretch>
            <a:fillRect/>
          </a:stretch>
        </p:blipFill>
        <p:spPr>
          <a:xfrm>
            <a:off x="822229" y="289200"/>
            <a:ext cx="747300" cy="747300"/>
          </a:xfrm>
          <a:prstGeom prst="rect">
            <a:avLst/>
          </a:prstGeom>
          <a:noFill/>
          <a:ln>
            <a:noFill/>
          </a:ln>
          <a:effectLst>
            <a:outerShdw blurRad="50800" dist="38100" dir="2700000" algn="tl" rotWithShape="0">
              <a:prstClr val="black">
                <a:alpha val="40000"/>
              </a:prstClr>
            </a:outerShdw>
          </a:effectLst>
        </p:spPr>
      </p:pic>
      <p:sp>
        <p:nvSpPr>
          <p:cNvPr id="14" name="Google Shape;302;g103996e1364_0_16">
            <a:extLst>
              <a:ext uri="{FF2B5EF4-FFF2-40B4-BE49-F238E27FC236}">
                <a16:creationId xmlns:a16="http://schemas.microsoft.com/office/drawing/2014/main" id="{9B7C98EC-F13C-9146-B728-D7044DB4247D}"/>
              </a:ext>
            </a:extLst>
          </p:cNvPr>
          <p:cNvSpPr txBox="1">
            <a:spLocks/>
          </p:cNvSpPr>
          <p:nvPr/>
        </p:nvSpPr>
        <p:spPr>
          <a:xfrm>
            <a:off x="1715266" y="1600200"/>
            <a:ext cx="8761468" cy="4205700"/>
          </a:xfrm>
          <a:prstGeom prst="rect">
            <a:avLst/>
          </a:prstGeom>
          <a:noFill/>
          <a:ln>
            <a:noFill/>
          </a:ln>
        </p:spPr>
        <p:txBody>
          <a:bodyPr spcFirstLastPara="1" wrap="square" lIns="91425" tIns="45700" rIns="91425" bIns="45700" anchor="t"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marL="628650" indent="-622300">
              <a:buClr>
                <a:srgbClr val="434343"/>
              </a:buClr>
              <a:buSzPts val="3500"/>
              <a:buFont typeface="Verdana"/>
              <a:buChar char="❏"/>
            </a:pPr>
            <a:r>
              <a:rPr lang="en-US" sz="3500" dirty="0">
                <a:solidFill>
                  <a:schemeClr val="tx1"/>
                </a:solidFill>
                <a:latin typeface="Verdana"/>
                <a:ea typeface="Verdana"/>
                <a:cs typeface="Verdana"/>
                <a:sym typeface="Verdana"/>
              </a:rPr>
              <a:t>I can determine the probability of an event from a simulation and compare it to the theoretical probability of the event.</a:t>
            </a:r>
          </a:p>
        </p:txBody>
      </p:sp>
      <p:sp>
        <p:nvSpPr>
          <p:cNvPr id="9" name="Google Shape;278;g104476d1465_1_17">
            <a:extLst>
              <a:ext uri="{FF2B5EF4-FFF2-40B4-BE49-F238E27FC236}">
                <a16:creationId xmlns:a16="http://schemas.microsoft.com/office/drawing/2014/main" id="{4411E69F-FF2D-4E45-A95C-56414991DB11}"/>
              </a:ext>
            </a:extLst>
          </p:cNvPr>
          <p:cNvSpPr/>
          <p:nvPr/>
        </p:nvSpPr>
        <p:spPr>
          <a:xfrm>
            <a:off x="0" y="-8226"/>
            <a:ext cx="223200" cy="6866100"/>
          </a:xfrm>
          <a:prstGeom prst="rect">
            <a:avLst/>
          </a:prstGeom>
          <a:solidFill>
            <a:srgbClr val="CE0704"/>
          </a:solidFill>
          <a:ln w="9525" cap="flat" cmpd="sng">
            <a:solidFill>
              <a:srgbClr val="CE0704"/>
            </a:solidFill>
            <a:prstDash val="solid"/>
            <a:round/>
            <a:headEnd type="none" w="sm" len="sm"/>
            <a:tailEnd type="none" w="sm" len="sm"/>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endParaRPr/>
          </a:p>
        </p:txBody>
      </p:sp>
      <p:sp>
        <p:nvSpPr>
          <p:cNvPr id="11" name="Google Shape;282;g104476d1465_1_17"/>
          <p:cNvSpPr txBox="1"/>
          <p:nvPr/>
        </p:nvSpPr>
        <p:spPr>
          <a:xfrm>
            <a:off x="8698707" y="6457674"/>
            <a:ext cx="2634000" cy="400200"/>
          </a:xfrm>
          <a:prstGeom prst="rect">
            <a:avLst/>
          </a:prstGeom>
          <a:noFill/>
          <a:ln>
            <a:noFill/>
          </a:ln>
        </p:spPr>
        <p:txBody>
          <a:bodyPr spcFirstLastPara="1" wrap="square" lIns="91425" tIns="91425" rIns="91425" bIns="91425" anchor="t" anchorCtr="0">
            <a:spAutoFit/>
          </a:bodyPr>
          <a:lstStyle/>
          <a:p>
            <a:pPr algn="r"/>
            <a:r>
              <a:rPr lang="en-US" i="1" dirty="0">
                <a:latin typeface="Calibri"/>
                <a:ea typeface="Calibri"/>
                <a:cs typeface="Calibri"/>
                <a:sym typeface="Calibri"/>
              </a:rPr>
              <a:t>volume 2, pg. 431</a:t>
            </a:r>
            <a:endParaRPr i="1" dirty="0">
              <a:latin typeface="Calibri"/>
              <a:ea typeface="Calibri"/>
              <a:cs typeface="Calibri"/>
              <a:sym typeface="Calibri"/>
            </a:endParaRPr>
          </a:p>
        </p:txBody>
      </p:sp>
      <p:pic>
        <p:nvPicPr>
          <p:cNvPr id="13" name="Google Shape;283;g104476d1465_1_17"/>
          <p:cNvPicPr preferRelativeResize="0"/>
          <p:nvPr/>
        </p:nvPicPr>
        <p:blipFill>
          <a:blip r:embed="rId4" cstate="screen">
            <a:alphaModFix/>
            <a:extLst>
              <a:ext uri="{28A0092B-C50C-407E-A947-70E740481C1C}">
                <a14:useLocalDpi xmlns:a14="http://schemas.microsoft.com/office/drawing/2010/main"/>
              </a:ext>
            </a:extLst>
          </a:blip>
          <a:stretch>
            <a:fillRect/>
          </a:stretch>
        </p:blipFill>
        <p:spPr>
          <a:xfrm>
            <a:off x="11436933" y="6200599"/>
            <a:ext cx="563850" cy="657276"/>
          </a:xfrm>
          <a:prstGeom prst="rect">
            <a:avLst/>
          </a:prstGeom>
          <a:noFill/>
          <a:ln>
            <a:noFill/>
          </a:ln>
          <a:effectLst>
            <a:outerShdw blurRad="57150" dist="19050" dir="5400000" algn="bl" rotWithShape="0">
              <a:srgbClr val="000000">
                <a:alpha val="50000"/>
              </a:srgbClr>
            </a:outerShdw>
          </a:effectLst>
        </p:spPr>
      </p:pic>
    </p:spTree>
    <p:extLst>
      <p:ext uri="{BB962C8B-B14F-4D97-AF65-F5344CB8AC3E}">
        <p14:creationId xmlns:p14="http://schemas.microsoft.com/office/powerpoint/2010/main" val="207142034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4">
                                            <p:txEl>
                                              <p:pRg st="0" end="0"/>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Shape 308"/>
        <p:cNvGrpSpPr/>
        <p:nvPr/>
      </p:nvGrpSpPr>
      <p:grpSpPr>
        <a:xfrm>
          <a:off x="0" y="0"/>
          <a:ext cx="0" cy="0"/>
          <a:chOff x="0" y="0"/>
          <a:chExt cx="0" cy="0"/>
        </a:xfrm>
      </p:grpSpPr>
      <p:sp>
        <p:nvSpPr>
          <p:cNvPr id="309" name="Google Shape;309;g104476d1465_1_39"/>
          <p:cNvSpPr/>
          <p:nvPr/>
        </p:nvSpPr>
        <p:spPr>
          <a:xfrm>
            <a:off x="0" y="0"/>
            <a:ext cx="2731200" cy="6866100"/>
          </a:xfrm>
          <a:prstGeom prst="rect">
            <a:avLst/>
          </a:prstGeom>
          <a:solidFill>
            <a:srgbClr val="CE0704"/>
          </a:solidFill>
          <a:ln w="9525" cap="flat" cmpd="sng">
            <a:solidFill>
              <a:srgbClr val="CE0704"/>
            </a:solidFill>
            <a:prstDash val="solid"/>
            <a:round/>
            <a:headEnd type="none" w="sm" len="sm"/>
            <a:tailEnd type="none" w="sm" len="sm"/>
          </a:ln>
          <a:effectLst>
            <a:outerShdw blurRad="50800" dist="38100" dir="2700000" algn="tl" rotWithShape="0">
              <a:prstClr val="black">
                <a:alpha val="40000"/>
              </a:prstClr>
            </a:outerShdw>
          </a:effectLst>
        </p:spPr>
        <p:txBody>
          <a:bodyPr spcFirstLastPara="1" wrap="square" lIns="91425" tIns="91425" rIns="91425" bIns="91425" anchor="ctr" anchorCtr="0">
            <a:noAutofit/>
          </a:bodyPr>
          <a:lstStyle/>
          <a:p>
            <a:endParaRPr/>
          </a:p>
        </p:txBody>
      </p:sp>
      <p:pic>
        <p:nvPicPr>
          <p:cNvPr id="312" name="Google Shape;312;g104476d1465_1_39"/>
          <p:cNvPicPr preferRelativeResize="0"/>
          <p:nvPr/>
        </p:nvPicPr>
        <p:blipFill>
          <a:blip r:embed="rId3">
            <a:alphaModFix/>
          </a:blip>
          <a:stretch>
            <a:fillRect/>
          </a:stretch>
        </p:blipFill>
        <p:spPr>
          <a:xfrm>
            <a:off x="4635550" y="2879325"/>
            <a:ext cx="1031750" cy="1031750"/>
          </a:xfrm>
          <a:prstGeom prst="rect">
            <a:avLst/>
          </a:prstGeom>
          <a:noFill/>
          <a:ln>
            <a:noFill/>
          </a:ln>
          <a:effectLst>
            <a:outerShdw blurRad="50800" dist="38100" dir="2700000" algn="tl" rotWithShape="0">
              <a:prstClr val="black">
                <a:alpha val="40000"/>
              </a:prstClr>
            </a:outerShdw>
          </a:effectLst>
        </p:spPr>
      </p:pic>
      <p:sp>
        <p:nvSpPr>
          <p:cNvPr id="313" name="Google Shape;313;g104476d1465_1_39"/>
          <p:cNvSpPr txBox="1">
            <a:spLocks noGrp="1"/>
          </p:cNvSpPr>
          <p:nvPr>
            <p:ph type="title" idx="4294967295"/>
          </p:nvPr>
        </p:nvSpPr>
        <p:spPr>
          <a:xfrm>
            <a:off x="5844350" y="2766145"/>
            <a:ext cx="4048200" cy="1325700"/>
          </a:xfrm>
          <a:prstGeom prst="rect">
            <a:avLst/>
          </a:prstGeom>
          <a:noFill/>
          <a:ln>
            <a:noFill/>
          </a:ln>
        </p:spPr>
        <p:txBody>
          <a:bodyPr spcFirstLastPara="1" wrap="square" lIns="91425" tIns="45700" rIns="91425" bIns="45700" anchor="ctr" anchorCtr="0">
            <a:normAutofit/>
          </a:bodyPr>
          <a:lstStyle/>
          <a:p>
            <a:pPr algn="ctr">
              <a:buClr>
                <a:schemeClr val="lt1"/>
              </a:buClr>
              <a:buSzPts val="4800"/>
            </a:pPr>
            <a:r>
              <a:rPr lang="en-US" sz="5500" b="1" dirty="0">
                <a:solidFill>
                  <a:srgbClr val="3F2A67"/>
                </a:solidFill>
                <a:latin typeface="Verdana"/>
                <a:ea typeface="Verdana"/>
                <a:cs typeface="Verdana"/>
                <a:sym typeface="Verdana"/>
              </a:rPr>
              <a:t>Warm-Up</a:t>
            </a:r>
            <a:endParaRPr sz="5100" b="1" dirty="0">
              <a:solidFill>
                <a:srgbClr val="3F2A67"/>
              </a:solidFill>
              <a:latin typeface="Verdana"/>
              <a:ea typeface="Verdana"/>
              <a:cs typeface="Verdana"/>
              <a:sym typeface="Verdana"/>
            </a:endParaRPr>
          </a:p>
        </p:txBody>
      </p:sp>
      <p:sp>
        <p:nvSpPr>
          <p:cNvPr id="7" name="Google Shape;282;g104476d1465_1_17"/>
          <p:cNvSpPr txBox="1"/>
          <p:nvPr/>
        </p:nvSpPr>
        <p:spPr>
          <a:xfrm>
            <a:off x="8698707" y="6457674"/>
            <a:ext cx="2634000" cy="400200"/>
          </a:xfrm>
          <a:prstGeom prst="rect">
            <a:avLst/>
          </a:prstGeom>
          <a:noFill/>
          <a:ln>
            <a:noFill/>
          </a:ln>
        </p:spPr>
        <p:txBody>
          <a:bodyPr spcFirstLastPara="1" wrap="square" lIns="91425" tIns="91425" rIns="91425" bIns="91425" anchor="t" anchorCtr="0">
            <a:spAutoFit/>
          </a:bodyPr>
          <a:lstStyle/>
          <a:p>
            <a:pPr algn="r"/>
            <a:r>
              <a:rPr lang="en-US" i="1" dirty="0">
                <a:latin typeface="Calibri"/>
                <a:ea typeface="Calibri"/>
                <a:cs typeface="Calibri"/>
                <a:sym typeface="Calibri"/>
              </a:rPr>
              <a:t>volume 2, pg. 432</a:t>
            </a:r>
            <a:endParaRPr i="1" dirty="0">
              <a:latin typeface="Calibri"/>
              <a:ea typeface="Calibri"/>
              <a:cs typeface="Calibri"/>
              <a:sym typeface="Calibri"/>
            </a:endParaRPr>
          </a:p>
        </p:txBody>
      </p:sp>
      <p:pic>
        <p:nvPicPr>
          <p:cNvPr id="9" name="Google Shape;283;g104476d1465_1_17"/>
          <p:cNvPicPr preferRelativeResize="0"/>
          <p:nvPr/>
        </p:nvPicPr>
        <p:blipFill>
          <a:blip r:embed="rId4" cstate="screen">
            <a:alphaModFix/>
            <a:extLst>
              <a:ext uri="{28A0092B-C50C-407E-A947-70E740481C1C}">
                <a14:useLocalDpi xmlns:a14="http://schemas.microsoft.com/office/drawing/2010/main"/>
              </a:ext>
            </a:extLst>
          </a:blip>
          <a:stretch>
            <a:fillRect/>
          </a:stretch>
        </p:blipFill>
        <p:spPr>
          <a:xfrm>
            <a:off x="11436933" y="6200599"/>
            <a:ext cx="563850" cy="657276"/>
          </a:xfrm>
          <a:prstGeom prst="rect">
            <a:avLst/>
          </a:prstGeom>
          <a:noFill/>
          <a:ln>
            <a:noFill/>
          </a:ln>
          <a:effectLst>
            <a:outerShdw blurRad="57150" dist="19050" dir="5400000" algn="bl" rotWithShape="0">
              <a:srgbClr val="000000">
                <a:alpha val="50000"/>
              </a:srgbClr>
            </a:outerShdw>
          </a:effectLst>
        </p:spPr>
      </p:pic>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Shape 277"/>
        <p:cNvGrpSpPr/>
        <p:nvPr/>
      </p:nvGrpSpPr>
      <p:grpSpPr>
        <a:xfrm>
          <a:off x="0" y="0"/>
          <a:ext cx="0" cy="0"/>
          <a:chOff x="0" y="0"/>
          <a:chExt cx="0" cy="0"/>
        </a:xfrm>
      </p:grpSpPr>
      <p:sp>
        <p:nvSpPr>
          <p:cNvPr id="8" name="Google Shape;324;g103996e1364_0_25">
            <a:extLst>
              <a:ext uri="{FF2B5EF4-FFF2-40B4-BE49-F238E27FC236}">
                <a16:creationId xmlns:a16="http://schemas.microsoft.com/office/drawing/2014/main" id="{DB5796CA-12EB-BB4C-8338-B127D750A026}"/>
              </a:ext>
            </a:extLst>
          </p:cNvPr>
          <p:cNvSpPr txBox="1">
            <a:spLocks/>
          </p:cNvSpPr>
          <p:nvPr/>
        </p:nvSpPr>
        <p:spPr>
          <a:xfrm>
            <a:off x="1446766" y="60325"/>
            <a:ext cx="8019300" cy="1325700"/>
          </a:xfrm>
          <a:prstGeom prst="rect">
            <a:avLst/>
          </a:prstGeom>
          <a:noFill/>
          <a:ln>
            <a:noFill/>
          </a:ln>
        </p:spPr>
        <p:txBody>
          <a:bodyPr spcFirstLastPara="1" wrap="square" lIns="91425" tIns="45700" rIns="91425" bIns="45700"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a:lnSpc>
                <a:spcPct val="90000"/>
              </a:lnSpc>
              <a:buClr>
                <a:schemeClr val="dk1"/>
              </a:buClr>
              <a:buSzPts val="5400"/>
              <a:buFont typeface="Century Gothic"/>
              <a:buNone/>
            </a:pPr>
            <a:r>
              <a:rPr lang="en-US" sz="3600" b="1" dirty="0">
                <a:solidFill>
                  <a:srgbClr val="3F2A67"/>
                </a:solidFill>
                <a:latin typeface="Verdana"/>
                <a:ea typeface="Verdana"/>
                <a:cs typeface="Verdana"/>
                <a:sym typeface="Verdana"/>
              </a:rPr>
              <a:t>15.7.1 Warm-Up: Visualizing Probabilities</a:t>
            </a:r>
          </a:p>
        </p:txBody>
      </p:sp>
      <p:pic>
        <p:nvPicPr>
          <p:cNvPr id="13" name="Google Shape;326;g103996e1364_0_25">
            <a:extLst>
              <a:ext uri="{FF2B5EF4-FFF2-40B4-BE49-F238E27FC236}">
                <a16:creationId xmlns:a16="http://schemas.microsoft.com/office/drawing/2014/main" id="{0B25478F-1F7B-DF44-A9BD-898178E878B3}"/>
              </a:ext>
            </a:extLst>
          </p:cNvPr>
          <p:cNvPicPr preferRelativeResize="0"/>
          <p:nvPr/>
        </p:nvPicPr>
        <p:blipFill>
          <a:blip r:embed="rId3">
            <a:alphaModFix/>
          </a:blip>
          <a:stretch>
            <a:fillRect/>
          </a:stretch>
        </p:blipFill>
        <p:spPr>
          <a:xfrm>
            <a:off x="699466" y="197485"/>
            <a:ext cx="747300" cy="747300"/>
          </a:xfrm>
          <a:prstGeom prst="rect">
            <a:avLst/>
          </a:prstGeom>
          <a:noFill/>
          <a:ln>
            <a:noFill/>
          </a:ln>
          <a:effectLst>
            <a:outerShdw blurRad="50800" dist="38100" dir="2700000" algn="tl" rotWithShape="0">
              <a:prstClr val="black">
                <a:alpha val="40000"/>
              </a:prstClr>
            </a:outerShdw>
          </a:effectLst>
        </p:spPr>
      </p:pic>
      <mc:AlternateContent xmlns:mc="http://schemas.openxmlformats.org/markup-compatibility/2006" xmlns:a14="http://schemas.microsoft.com/office/drawing/2010/main">
        <mc:Choice Requires="a14">
          <p:sp>
            <p:nvSpPr>
              <p:cNvPr id="2" name="TextBox 1">
                <a:extLst>
                  <a:ext uri="{FF2B5EF4-FFF2-40B4-BE49-F238E27FC236}">
                    <a16:creationId xmlns:a16="http://schemas.microsoft.com/office/drawing/2014/main" id="{E1D7562E-134F-D14B-AF1A-DF40E11EF758}"/>
                  </a:ext>
                </a:extLst>
              </p:cNvPr>
              <p:cNvSpPr txBox="1"/>
              <p:nvPr/>
            </p:nvSpPr>
            <p:spPr>
              <a:xfrm>
                <a:off x="1099751" y="1386025"/>
                <a:ext cx="10248530" cy="3631763"/>
              </a:xfrm>
              <a:prstGeom prst="rect">
                <a:avLst/>
              </a:prstGeom>
              <a:noFill/>
            </p:spPr>
            <p:txBody>
              <a:bodyPr wrap="square" rtlCol="0">
                <a:spAutoFit/>
              </a:bodyPr>
              <a:lstStyle/>
              <a:p>
                <a:r>
                  <a:rPr lang="en-US" sz="2000" dirty="0">
                    <a:latin typeface="Verdana"/>
                    <a:ea typeface="Times New Roman"/>
                    <a:cs typeface="Cambria"/>
                  </a:rPr>
                  <a:t>Ashley places </a:t>
                </a:r>
                <a14:m>
                  <m:oMath xmlns:m="http://schemas.openxmlformats.org/officeDocument/2006/math">
                    <m:r>
                      <a:rPr lang="en-US" sz="2000" i="1">
                        <a:latin typeface="Cambria Math"/>
                        <a:ea typeface="Times New Roman"/>
                        <a:cs typeface="Cambria"/>
                      </a:rPr>
                      <m:t>2</m:t>
                    </m:r>
                  </m:oMath>
                </a14:m>
                <a:r>
                  <a:rPr lang="en-US" sz="2000" dirty="0">
                    <a:latin typeface="Verdana"/>
                    <a:ea typeface="Times New Roman"/>
                    <a:cs typeface="Cambria"/>
                  </a:rPr>
                  <a:t> red marble, </a:t>
                </a:r>
                <a14:m>
                  <m:oMath xmlns:m="http://schemas.openxmlformats.org/officeDocument/2006/math">
                    <m:r>
                      <a:rPr lang="en-US" sz="2000" i="1">
                        <a:latin typeface="Cambria Math"/>
                        <a:ea typeface="Times New Roman"/>
                        <a:cs typeface="Cambria"/>
                      </a:rPr>
                      <m:t>3</m:t>
                    </m:r>
                  </m:oMath>
                </a14:m>
                <a:r>
                  <a:rPr lang="en-US" sz="2000" dirty="0">
                    <a:latin typeface="Verdana"/>
                    <a:ea typeface="Times New Roman"/>
                    <a:cs typeface="Cambria"/>
                  </a:rPr>
                  <a:t> blue marbles, </a:t>
                </a:r>
                <a14:m>
                  <m:oMath xmlns:m="http://schemas.openxmlformats.org/officeDocument/2006/math">
                    <m:r>
                      <a:rPr lang="en-US" sz="2000" i="1">
                        <a:latin typeface="Cambria Math"/>
                        <a:ea typeface="Times New Roman"/>
                        <a:cs typeface="Cambria"/>
                      </a:rPr>
                      <m:t>4</m:t>
                    </m:r>
                  </m:oMath>
                </a14:m>
                <a:r>
                  <a:rPr lang="en-US" sz="2000" dirty="0">
                    <a:latin typeface="Verdana"/>
                    <a:ea typeface="Times New Roman"/>
                    <a:cs typeface="Cambria"/>
                  </a:rPr>
                  <a:t> yellow marbles, </a:t>
                </a:r>
                <a:br>
                  <a:rPr lang="en-US" sz="2000" dirty="0">
                    <a:latin typeface="Verdana"/>
                    <a:ea typeface="Times New Roman"/>
                    <a:cs typeface="Cambria"/>
                  </a:rPr>
                </a:br>
                <a14:m>
                  <m:oMath xmlns:m="http://schemas.openxmlformats.org/officeDocument/2006/math">
                    <m:r>
                      <a:rPr lang="en-US" sz="2000" i="1">
                        <a:latin typeface="Cambria Math"/>
                        <a:ea typeface="Times New Roman"/>
                        <a:cs typeface="Cambria"/>
                      </a:rPr>
                      <m:t>5</m:t>
                    </m:r>
                  </m:oMath>
                </a14:m>
                <a:r>
                  <a:rPr lang="en-US" sz="2000" dirty="0">
                    <a:latin typeface="Verdana"/>
                    <a:ea typeface="Times New Roman"/>
                    <a:cs typeface="Cambria"/>
                  </a:rPr>
                  <a:t> orange marbles, and </a:t>
                </a:r>
                <a14:m>
                  <m:oMath xmlns:m="http://schemas.openxmlformats.org/officeDocument/2006/math">
                    <m:r>
                      <a:rPr lang="en-US" sz="2000" i="1">
                        <a:latin typeface="Cambria Math"/>
                        <a:ea typeface="Times New Roman"/>
                        <a:cs typeface="Cambria"/>
                      </a:rPr>
                      <m:t>6</m:t>
                    </m:r>
                  </m:oMath>
                </a14:m>
                <a:r>
                  <a:rPr lang="en-US" sz="2000" dirty="0">
                    <a:latin typeface="Verdana"/>
                    <a:ea typeface="Times New Roman"/>
                    <a:cs typeface="Cambria"/>
                  </a:rPr>
                  <a:t> purple marbles in a bag.</a:t>
                </a:r>
              </a:p>
              <a:p>
                <a:pPr>
                  <a:spcBef>
                    <a:spcPts val="1200"/>
                  </a:spcBef>
                </a:pPr>
                <a:r>
                  <a:rPr lang="en-US" sz="2000" dirty="0">
                    <a:latin typeface="Verdana"/>
                    <a:ea typeface="Times New Roman"/>
                    <a:cs typeface="Cambria"/>
                  </a:rPr>
                  <a:t>A representation of the marbles is shown.</a:t>
                </a:r>
              </a:p>
              <a:p>
                <a:pPr>
                  <a:spcBef>
                    <a:spcPts val="1200"/>
                  </a:spcBef>
                </a:pPr>
                <a:endParaRPr lang="en-US" sz="2000" dirty="0">
                  <a:latin typeface="Verdana"/>
                  <a:ea typeface="Verdana" panose="020B0604030504040204" pitchFamily="34" charset="0"/>
                  <a:cs typeface="Verdana" panose="020B0604030504040204" pitchFamily="34" charset="0"/>
                </a:endParaRPr>
              </a:p>
              <a:p>
                <a:pPr>
                  <a:spcBef>
                    <a:spcPts val="1200"/>
                  </a:spcBef>
                </a:pPr>
                <a:endParaRPr lang="en-US" sz="2000" dirty="0">
                  <a:latin typeface="Verdana"/>
                  <a:ea typeface="Verdana" panose="020B0604030504040204" pitchFamily="34" charset="0"/>
                  <a:cs typeface="Verdana" panose="020B0604030504040204" pitchFamily="34" charset="0"/>
                </a:endParaRPr>
              </a:p>
              <a:p>
                <a:pPr marL="457200" indent="-457200">
                  <a:spcBef>
                    <a:spcPts val="1200"/>
                  </a:spcBef>
                  <a:buFont typeface="+mj-lt"/>
                  <a:buAutoNum type="arabicPeriod"/>
                </a:pPr>
                <a:r>
                  <a:rPr lang="en-US" sz="2000" dirty="0">
                    <a:latin typeface="Verdana"/>
                    <a:ea typeface="Times New Roman"/>
                    <a:cs typeface="Cambria"/>
                  </a:rPr>
                  <a:t>Complete the double number line diagrams below by writing values at each tick mark. The top line represents probabilities, and the bottom line represents the number of marbles in the bag.</a:t>
                </a:r>
              </a:p>
              <a:p>
                <a:pPr marL="914400" indent="-457200">
                  <a:spcBef>
                    <a:spcPts val="1200"/>
                  </a:spcBef>
                  <a:buFont typeface="+mj-lt"/>
                  <a:buAutoNum type="alphaLcPeriod"/>
                </a:pPr>
                <a:r>
                  <a:rPr lang="en-US" sz="2000" dirty="0">
                    <a:latin typeface="Verdana" panose="020B0604030504040204" pitchFamily="34" charset="0"/>
                    <a:ea typeface="Verdana" panose="020B0604030504040204" pitchFamily="34" charset="0"/>
                    <a:cs typeface="Verdana" panose="020B0604030504040204" pitchFamily="34" charset="0"/>
                  </a:rPr>
                  <a:t> </a:t>
                </a:r>
              </a:p>
            </p:txBody>
          </p:sp>
        </mc:Choice>
        <mc:Fallback xmlns="">
          <p:sp>
            <p:nvSpPr>
              <p:cNvPr id="2" name="TextBox 1">
                <a:extLst>
                  <a:ext uri="{FF2B5EF4-FFF2-40B4-BE49-F238E27FC236}">
                    <a16:creationId xmlns:a16="http://schemas.microsoft.com/office/drawing/2014/main" xmlns:a14="http://schemas.microsoft.com/office/drawing/2010/main" xmlns="" id="{E1D7562E-134F-D14B-AF1A-DF40E11EF758}"/>
                  </a:ext>
                </a:extLst>
              </p:cNvPr>
              <p:cNvSpPr txBox="1">
                <a:spLocks noRot="1" noChangeAspect="1" noMove="1" noResize="1" noEditPoints="1" noAdjustHandles="1" noChangeArrowheads="1" noChangeShapeType="1" noTextEdit="1"/>
              </p:cNvSpPr>
              <p:nvPr/>
            </p:nvSpPr>
            <p:spPr>
              <a:xfrm>
                <a:off x="1099751" y="1386025"/>
                <a:ext cx="10248530" cy="3631763"/>
              </a:xfrm>
              <a:prstGeom prst="rect">
                <a:avLst/>
              </a:prstGeom>
              <a:blipFill rotWithShape="0">
                <a:blip r:embed="rId4"/>
                <a:stretch>
                  <a:fillRect l="-654" t="-839" b="-2181"/>
                </a:stretch>
              </a:blipFill>
            </p:spPr>
            <p:txBody>
              <a:bodyPr/>
              <a:lstStyle/>
              <a:p>
                <a:r>
                  <a:rPr lang="en-US">
                    <a:noFill/>
                  </a:rPr>
                  <a:t> </a:t>
                </a:r>
              </a:p>
            </p:txBody>
          </p:sp>
        </mc:Fallback>
      </mc:AlternateContent>
      <p:sp>
        <p:nvSpPr>
          <p:cNvPr id="10" name="Google Shape;278;g104476d1465_1_17">
            <a:extLst>
              <a:ext uri="{FF2B5EF4-FFF2-40B4-BE49-F238E27FC236}">
                <a16:creationId xmlns:a16="http://schemas.microsoft.com/office/drawing/2014/main" id="{733F64CC-F62E-3D45-B066-56DBFBB732F6}"/>
              </a:ext>
            </a:extLst>
          </p:cNvPr>
          <p:cNvSpPr/>
          <p:nvPr/>
        </p:nvSpPr>
        <p:spPr>
          <a:xfrm>
            <a:off x="0" y="-19736"/>
            <a:ext cx="223200" cy="6866100"/>
          </a:xfrm>
          <a:prstGeom prst="rect">
            <a:avLst/>
          </a:prstGeom>
          <a:solidFill>
            <a:srgbClr val="CE0704"/>
          </a:solidFill>
          <a:ln w="9525" cap="flat" cmpd="sng">
            <a:solidFill>
              <a:srgbClr val="CE0704"/>
            </a:solidFill>
            <a:prstDash val="solid"/>
            <a:round/>
            <a:headEnd type="none" w="sm" len="sm"/>
            <a:tailEnd type="none" w="sm" len="sm"/>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endParaRPr/>
          </a:p>
        </p:txBody>
      </p:sp>
      <p:pic>
        <p:nvPicPr>
          <p:cNvPr id="1026" name="Picture 2"/>
          <p:cNvPicPr>
            <a:picLocks noChangeAspect="1" noChangeArrowheads="1"/>
          </p:cNvPicPr>
          <p:nvPr/>
        </p:nvPicPr>
        <p:blipFill>
          <a:blip r:embed="rId5" cstate="screen">
            <a:extLst>
              <a:ext uri="{28A0092B-C50C-407E-A947-70E740481C1C}">
                <a14:useLocalDpi xmlns:a14="http://schemas.microsoft.com/office/drawing/2010/main"/>
              </a:ext>
            </a:extLst>
          </a:blip>
          <a:srcRect/>
          <a:stretch>
            <a:fillRect/>
          </a:stretch>
        </p:blipFill>
        <p:spPr bwMode="auto">
          <a:xfrm>
            <a:off x="2060448" y="2698750"/>
            <a:ext cx="8327136" cy="57291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1027" name="Picture 3"/>
          <p:cNvPicPr>
            <a:picLocks noChangeAspect="1" noChangeArrowheads="1"/>
          </p:cNvPicPr>
          <p:nvPr/>
        </p:nvPicPr>
        <p:blipFill>
          <a:blip r:embed="rId6" cstate="screen">
            <a:extLst>
              <a:ext uri="{28A0092B-C50C-407E-A947-70E740481C1C}">
                <a14:useLocalDpi xmlns:a14="http://schemas.microsoft.com/office/drawing/2010/main"/>
              </a:ext>
            </a:extLst>
          </a:blip>
          <a:srcRect/>
          <a:stretch>
            <a:fillRect/>
          </a:stretch>
        </p:blipFill>
        <p:spPr bwMode="auto">
          <a:xfrm>
            <a:off x="2898248" y="4954832"/>
            <a:ext cx="6766913" cy="148455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12" name="Google Shape;282;g104476d1465_1_17"/>
          <p:cNvSpPr txBox="1"/>
          <p:nvPr/>
        </p:nvSpPr>
        <p:spPr>
          <a:xfrm>
            <a:off x="8698707" y="6457674"/>
            <a:ext cx="2634000" cy="400200"/>
          </a:xfrm>
          <a:prstGeom prst="rect">
            <a:avLst/>
          </a:prstGeom>
          <a:noFill/>
          <a:ln>
            <a:noFill/>
          </a:ln>
        </p:spPr>
        <p:txBody>
          <a:bodyPr spcFirstLastPara="1" wrap="square" lIns="91425" tIns="91425" rIns="91425" bIns="91425" anchor="t" anchorCtr="0">
            <a:spAutoFit/>
          </a:bodyPr>
          <a:lstStyle/>
          <a:p>
            <a:pPr algn="r"/>
            <a:r>
              <a:rPr lang="en-US" i="1" dirty="0">
                <a:latin typeface="Calibri"/>
                <a:ea typeface="Calibri"/>
                <a:cs typeface="Calibri"/>
                <a:sym typeface="Calibri"/>
              </a:rPr>
              <a:t>volume 2, pg. </a:t>
            </a:r>
            <a:r>
              <a:rPr lang="en-US" i="1">
                <a:latin typeface="Calibri"/>
                <a:ea typeface="Calibri"/>
                <a:cs typeface="Calibri"/>
                <a:sym typeface="Calibri"/>
              </a:rPr>
              <a:t>432</a:t>
            </a:r>
            <a:endParaRPr i="1" dirty="0">
              <a:latin typeface="Calibri"/>
              <a:ea typeface="Calibri"/>
              <a:cs typeface="Calibri"/>
              <a:sym typeface="Calibri"/>
            </a:endParaRPr>
          </a:p>
        </p:txBody>
      </p:sp>
      <p:pic>
        <p:nvPicPr>
          <p:cNvPr id="14" name="Google Shape;283;g104476d1465_1_17"/>
          <p:cNvPicPr preferRelativeResize="0"/>
          <p:nvPr/>
        </p:nvPicPr>
        <p:blipFill>
          <a:blip r:embed="rId7" cstate="screen">
            <a:alphaModFix/>
            <a:extLst>
              <a:ext uri="{28A0092B-C50C-407E-A947-70E740481C1C}">
                <a14:useLocalDpi xmlns:a14="http://schemas.microsoft.com/office/drawing/2010/main"/>
              </a:ext>
            </a:extLst>
          </a:blip>
          <a:stretch>
            <a:fillRect/>
          </a:stretch>
        </p:blipFill>
        <p:spPr>
          <a:xfrm>
            <a:off x="11436933" y="6200599"/>
            <a:ext cx="563850" cy="657276"/>
          </a:xfrm>
          <a:prstGeom prst="rect">
            <a:avLst/>
          </a:prstGeom>
          <a:noFill/>
          <a:ln>
            <a:noFill/>
          </a:ln>
          <a:effectLst>
            <a:outerShdw blurRad="57150" dist="19050" dir="5400000" algn="bl" rotWithShape="0">
              <a:srgbClr val="000000">
                <a:alpha val="50000"/>
              </a:srgbClr>
            </a:outerShdw>
          </a:effectLst>
        </p:spPr>
      </p:pic>
    </p:spTree>
    <p:extLst>
      <p:ext uri="{BB962C8B-B14F-4D97-AF65-F5344CB8AC3E}">
        <p14:creationId xmlns:p14="http://schemas.microsoft.com/office/powerpoint/2010/main" val="2949029910"/>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Shape 277"/>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14" name="TextBox 13">
                <a:extLst>
                  <a:ext uri="{FF2B5EF4-FFF2-40B4-BE49-F238E27FC236}">
                    <a16:creationId xmlns:a16="http://schemas.microsoft.com/office/drawing/2014/main" id="{2FA392D8-3ED3-7940-83A8-1451AA8A08D4}"/>
                  </a:ext>
                </a:extLst>
              </p:cNvPr>
              <p:cNvSpPr txBox="1"/>
              <p:nvPr/>
            </p:nvSpPr>
            <p:spPr>
              <a:xfrm>
                <a:off x="1346886" y="520394"/>
                <a:ext cx="9648894" cy="3939540"/>
              </a:xfrm>
              <a:prstGeom prst="rect">
                <a:avLst/>
              </a:prstGeom>
              <a:noFill/>
            </p:spPr>
            <p:txBody>
              <a:bodyPr wrap="square" rtlCol="0">
                <a:spAutoFit/>
              </a:bodyPr>
              <a:lstStyle/>
              <a:p>
                <a:pPr marL="914400" indent="-457200">
                  <a:buFont typeface="+mj-lt"/>
                  <a:buAutoNum type="alphaLcPeriod" startAt="2"/>
                </a:pPr>
                <a:r>
                  <a:rPr lang="en-US" sz="2000" dirty="0">
                    <a:latin typeface="Verdana" panose="020B0604030504040204" pitchFamily="34" charset="0"/>
                    <a:ea typeface="Verdana" panose="020B0604030504040204" pitchFamily="34" charset="0"/>
                    <a:cs typeface="Verdana" panose="020B0604030504040204" pitchFamily="34" charset="0"/>
                  </a:rPr>
                  <a:t> </a:t>
                </a:r>
              </a:p>
              <a:p>
                <a:pPr marL="914400" indent="-457200">
                  <a:buFont typeface="+mj-lt"/>
                  <a:buAutoNum type="alphaLcPeriod" startAt="2"/>
                </a:pPr>
                <a:endParaRPr lang="en-US" sz="2000" dirty="0">
                  <a:latin typeface="Verdana" panose="020B0604030504040204" pitchFamily="34" charset="0"/>
                  <a:ea typeface="Verdana" panose="020B0604030504040204" pitchFamily="34" charset="0"/>
                  <a:cs typeface="Verdana" panose="020B0604030504040204" pitchFamily="34" charset="0"/>
                </a:endParaRPr>
              </a:p>
              <a:p>
                <a:pPr marL="914400" indent="-457200">
                  <a:buFont typeface="+mj-lt"/>
                  <a:buAutoNum type="alphaLcPeriod" startAt="2"/>
                </a:pPr>
                <a:endParaRPr lang="en-US" sz="2000" dirty="0">
                  <a:latin typeface="Verdana" panose="020B0604030504040204" pitchFamily="34" charset="0"/>
                  <a:ea typeface="Verdana" panose="020B0604030504040204" pitchFamily="34" charset="0"/>
                  <a:cs typeface="Verdana" panose="020B0604030504040204" pitchFamily="34" charset="0"/>
                </a:endParaRPr>
              </a:p>
              <a:p>
                <a:pPr marL="914400" indent="-457200">
                  <a:buFont typeface="+mj-lt"/>
                  <a:buAutoNum type="alphaLcPeriod" startAt="2"/>
                </a:pPr>
                <a:endParaRPr lang="en-US" sz="2000" dirty="0">
                  <a:latin typeface="Verdana" panose="020B0604030504040204" pitchFamily="34" charset="0"/>
                  <a:ea typeface="Verdana" panose="020B0604030504040204" pitchFamily="34" charset="0"/>
                  <a:cs typeface="Verdana" panose="020B0604030504040204" pitchFamily="34" charset="0"/>
                </a:endParaRPr>
              </a:p>
              <a:p>
                <a:pPr marL="914400" indent="-457200">
                  <a:buFont typeface="+mj-lt"/>
                  <a:buAutoNum type="alphaLcPeriod" startAt="2"/>
                </a:pPr>
                <a:endParaRPr lang="en-US" sz="2000" dirty="0">
                  <a:latin typeface="Verdana" panose="020B0604030504040204" pitchFamily="34" charset="0"/>
                  <a:ea typeface="Verdana" panose="020B0604030504040204" pitchFamily="34" charset="0"/>
                  <a:cs typeface="Verdana" panose="020B0604030504040204" pitchFamily="34" charset="0"/>
                </a:endParaRPr>
              </a:p>
              <a:p>
                <a:pPr marL="914400" indent="-457200">
                  <a:buFont typeface="+mj-lt"/>
                  <a:buAutoNum type="alphaLcPeriod" startAt="2"/>
                </a:pPr>
                <a:endParaRPr lang="en-US" sz="2000" dirty="0">
                  <a:latin typeface="Verdana" panose="020B0604030504040204" pitchFamily="34" charset="0"/>
                  <a:ea typeface="Verdana" panose="020B0604030504040204" pitchFamily="34" charset="0"/>
                  <a:cs typeface="Verdana" panose="020B0604030504040204" pitchFamily="34" charset="0"/>
                </a:endParaRPr>
              </a:p>
              <a:p>
                <a:pPr marL="457200" indent="-457200">
                  <a:buFont typeface="+mj-lt"/>
                  <a:buAutoNum type="arabicPeriod" startAt="2"/>
                </a:pPr>
                <a:r>
                  <a:rPr lang="en-US" sz="2000" dirty="0">
                    <a:latin typeface="Verdana"/>
                    <a:ea typeface="Times New Roman"/>
                    <a:cs typeface="Times New Roman"/>
                  </a:rPr>
                  <a:t>Write a color on each blank to complete the statements.</a:t>
                </a:r>
                <a:br>
                  <a:rPr lang="en-US" sz="2000" dirty="0">
                    <a:latin typeface="Verdana"/>
                    <a:ea typeface="Times New Roman"/>
                    <a:cs typeface="Times New Roman"/>
                  </a:rPr>
                </a:br>
                <a:endParaRPr lang="en-US" sz="2000" dirty="0">
                  <a:latin typeface="Verdana"/>
                  <a:ea typeface="Times New Roman"/>
                  <a:cs typeface="Times New Roman"/>
                </a:endParaRPr>
              </a:p>
              <a:p>
                <a:pPr marL="457200">
                  <a:lnSpc>
                    <a:spcPct val="150000"/>
                  </a:lnSpc>
                </a:pPr>
                <a:r>
                  <a:rPr lang="en-US" sz="2000" dirty="0">
                    <a:latin typeface="Verdana"/>
                    <a:ea typeface="Times New Roman"/>
                    <a:cs typeface="Times New Roman"/>
                  </a:rPr>
                  <a:t>The probability of pulling a ________________ marble out of the bag without looking is </a:t>
                </a:r>
                <a14:m>
                  <m:oMath xmlns:m="http://schemas.openxmlformats.org/officeDocument/2006/math">
                    <m:r>
                      <a:rPr lang="en-US" sz="2000" i="1">
                        <a:latin typeface="Cambria Math"/>
                        <a:ea typeface="Times New Roman"/>
                        <a:cs typeface="Times New Roman"/>
                      </a:rPr>
                      <m:t>0.2</m:t>
                    </m:r>
                  </m:oMath>
                </a14:m>
                <a:r>
                  <a:rPr lang="en-US" sz="2000" dirty="0">
                    <a:latin typeface="Verdana"/>
                    <a:ea typeface="Times New Roman"/>
                    <a:cs typeface="Times New Roman"/>
                  </a:rPr>
                  <a:t>. The probability of pulling a ________________ marble out of the bag without looking is </a:t>
                </a:r>
                <a14:m>
                  <m:oMath xmlns:m="http://schemas.openxmlformats.org/officeDocument/2006/math">
                    <m:r>
                      <a:rPr lang="en-US" sz="2000" i="1">
                        <a:latin typeface="Cambria Math"/>
                        <a:ea typeface="Times New Roman"/>
                        <a:cs typeface="Times New Roman"/>
                      </a:rPr>
                      <m:t>0.25</m:t>
                    </m:r>
                  </m:oMath>
                </a14:m>
                <a:r>
                  <a:rPr lang="en-US" sz="2000" dirty="0">
                    <a:latin typeface="Verdana"/>
                    <a:ea typeface="Times New Roman"/>
                    <a:cs typeface="Times New Roman"/>
                  </a:rPr>
                  <a:t>.</a:t>
                </a:r>
              </a:p>
            </p:txBody>
          </p:sp>
        </mc:Choice>
        <mc:Fallback xmlns="">
          <p:sp>
            <p:nvSpPr>
              <p:cNvPr id="14" name="TextBox 13">
                <a:extLst>
                  <a:ext uri="{FF2B5EF4-FFF2-40B4-BE49-F238E27FC236}">
                    <a16:creationId xmlns:a16="http://schemas.microsoft.com/office/drawing/2014/main" xmlns:a14="http://schemas.microsoft.com/office/drawing/2010/main" xmlns="" id="{2FA392D8-3ED3-7940-83A8-1451AA8A08D4}"/>
                  </a:ext>
                </a:extLst>
              </p:cNvPr>
              <p:cNvSpPr txBox="1">
                <a:spLocks noRot="1" noChangeAspect="1" noMove="1" noResize="1" noEditPoints="1" noAdjustHandles="1" noChangeArrowheads="1" noChangeShapeType="1" noTextEdit="1"/>
              </p:cNvSpPr>
              <p:nvPr/>
            </p:nvSpPr>
            <p:spPr>
              <a:xfrm>
                <a:off x="1346886" y="520394"/>
                <a:ext cx="9648894" cy="3939540"/>
              </a:xfrm>
              <a:prstGeom prst="rect">
                <a:avLst/>
              </a:prstGeom>
              <a:blipFill rotWithShape="0">
                <a:blip r:embed="rId3"/>
                <a:stretch>
                  <a:fillRect l="-695" t="-927" r="-1137" b="-155"/>
                </a:stretch>
              </a:blipFill>
            </p:spPr>
            <p:txBody>
              <a:bodyPr/>
              <a:lstStyle/>
              <a:p>
                <a:r>
                  <a:rPr lang="en-US">
                    <a:noFill/>
                  </a:rPr>
                  <a:t> </a:t>
                </a:r>
              </a:p>
            </p:txBody>
          </p:sp>
        </mc:Fallback>
      </mc:AlternateContent>
      <p:sp>
        <p:nvSpPr>
          <p:cNvPr id="7" name="Google Shape;278;g104476d1465_1_17">
            <a:extLst>
              <a:ext uri="{FF2B5EF4-FFF2-40B4-BE49-F238E27FC236}">
                <a16:creationId xmlns:a16="http://schemas.microsoft.com/office/drawing/2014/main" id="{9B2481D9-8B52-C443-ABEF-765D2549936D}"/>
              </a:ext>
            </a:extLst>
          </p:cNvPr>
          <p:cNvSpPr/>
          <p:nvPr/>
        </p:nvSpPr>
        <p:spPr>
          <a:xfrm>
            <a:off x="0" y="0"/>
            <a:ext cx="223200" cy="6866100"/>
          </a:xfrm>
          <a:prstGeom prst="rect">
            <a:avLst/>
          </a:prstGeom>
          <a:solidFill>
            <a:srgbClr val="CE0704"/>
          </a:solidFill>
          <a:ln w="9525" cap="flat" cmpd="sng">
            <a:solidFill>
              <a:srgbClr val="CE0704"/>
            </a:solidFill>
            <a:prstDash val="solid"/>
            <a:round/>
            <a:headEnd type="none" w="sm" len="sm"/>
            <a:tailEnd type="none" w="sm" len="sm"/>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endParaRPr/>
          </a:p>
        </p:txBody>
      </p:sp>
      <p:pic>
        <p:nvPicPr>
          <p:cNvPr id="2050" name="Picture 2"/>
          <p:cNvPicPr>
            <a:picLocks noChangeAspect="1" noChangeArrowheads="1"/>
          </p:cNvPicPr>
          <p:nvPr/>
        </p:nvPicPr>
        <p:blipFill>
          <a:blip r:embed="rId4" cstate="screen">
            <a:extLst>
              <a:ext uri="{28A0092B-C50C-407E-A947-70E740481C1C}">
                <a14:useLocalDpi xmlns:a14="http://schemas.microsoft.com/office/drawing/2010/main"/>
              </a:ext>
            </a:extLst>
          </a:blip>
          <a:srcRect/>
          <a:stretch>
            <a:fillRect/>
          </a:stretch>
        </p:blipFill>
        <p:spPr bwMode="auto">
          <a:xfrm>
            <a:off x="2944319" y="598880"/>
            <a:ext cx="6766913" cy="148934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8" name="Google Shape;282;g104476d1465_1_17"/>
          <p:cNvSpPr txBox="1"/>
          <p:nvPr/>
        </p:nvSpPr>
        <p:spPr>
          <a:xfrm>
            <a:off x="8698707" y="6457674"/>
            <a:ext cx="2634000" cy="400200"/>
          </a:xfrm>
          <a:prstGeom prst="rect">
            <a:avLst/>
          </a:prstGeom>
          <a:noFill/>
          <a:ln>
            <a:noFill/>
          </a:ln>
        </p:spPr>
        <p:txBody>
          <a:bodyPr spcFirstLastPara="1" wrap="square" lIns="91425" tIns="91425" rIns="91425" bIns="91425" anchor="t" anchorCtr="0">
            <a:spAutoFit/>
          </a:bodyPr>
          <a:lstStyle/>
          <a:p>
            <a:pPr algn="r"/>
            <a:r>
              <a:rPr lang="en-US" i="1" dirty="0">
                <a:latin typeface="Calibri"/>
                <a:ea typeface="Calibri"/>
                <a:cs typeface="Calibri"/>
                <a:sym typeface="Calibri"/>
              </a:rPr>
              <a:t>volume 2, pg. </a:t>
            </a:r>
            <a:r>
              <a:rPr lang="en-US" i="1">
                <a:latin typeface="Calibri"/>
                <a:ea typeface="Calibri"/>
                <a:cs typeface="Calibri"/>
                <a:sym typeface="Calibri"/>
              </a:rPr>
              <a:t>432</a:t>
            </a:r>
            <a:endParaRPr i="1" dirty="0">
              <a:latin typeface="Calibri"/>
              <a:ea typeface="Calibri"/>
              <a:cs typeface="Calibri"/>
              <a:sym typeface="Calibri"/>
            </a:endParaRPr>
          </a:p>
        </p:txBody>
      </p:sp>
      <p:pic>
        <p:nvPicPr>
          <p:cNvPr id="10" name="Google Shape;283;g104476d1465_1_17"/>
          <p:cNvPicPr preferRelativeResize="0"/>
          <p:nvPr/>
        </p:nvPicPr>
        <p:blipFill>
          <a:blip r:embed="rId5" cstate="screen">
            <a:alphaModFix/>
            <a:extLst>
              <a:ext uri="{28A0092B-C50C-407E-A947-70E740481C1C}">
                <a14:useLocalDpi xmlns:a14="http://schemas.microsoft.com/office/drawing/2010/main"/>
              </a:ext>
            </a:extLst>
          </a:blip>
          <a:stretch>
            <a:fillRect/>
          </a:stretch>
        </p:blipFill>
        <p:spPr>
          <a:xfrm>
            <a:off x="11436933" y="6200599"/>
            <a:ext cx="563850" cy="657276"/>
          </a:xfrm>
          <a:prstGeom prst="rect">
            <a:avLst/>
          </a:prstGeom>
          <a:noFill/>
          <a:ln>
            <a:noFill/>
          </a:ln>
          <a:effectLst>
            <a:outerShdw blurRad="57150" dist="19050" dir="5400000" algn="bl" rotWithShape="0">
              <a:srgbClr val="000000">
                <a:alpha val="50000"/>
              </a:srgbClr>
            </a:outerShdw>
          </a:effectLst>
        </p:spPr>
      </p:pic>
    </p:spTree>
    <p:extLst>
      <p:ext uri="{BB962C8B-B14F-4D97-AF65-F5344CB8AC3E}">
        <p14:creationId xmlns:p14="http://schemas.microsoft.com/office/powerpoint/2010/main" val="2598233039"/>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Shape 308"/>
        <p:cNvGrpSpPr/>
        <p:nvPr/>
      </p:nvGrpSpPr>
      <p:grpSpPr>
        <a:xfrm>
          <a:off x="0" y="0"/>
          <a:ext cx="0" cy="0"/>
          <a:chOff x="0" y="0"/>
          <a:chExt cx="0" cy="0"/>
        </a:xfrm>
      </p:grpSpPr>
      <p:sp>
        <p:nvSpPr>
          <p:cNvPr id="309" name="Google Shape;309;g104476d1465_1_39"/>
          <p:cNvSpPr/>
          <p:nvPr/>
        </p:nvSpPr>
        <p:spPr>
          <a:xfrm>
            <a:off x="0" y="0"/>
            <a:ext cx="2731200" cy="6866100"/>
          </a:xfrm>
          <a:prstGeom prst="rect">
            <a:avLst/>
          </a:prstGeom>
          <a:solidFill>
            <a:srgbClr val="CE0704"/>
          </a:solidFill>
          <a:ln w="9525" cap="flat" cmpd="sng">
            <a:solidFill>
              <a:srgbClr val="CE0704"/>
            </a:solidFill>
            <a:prstDash val="solid"/>
            <a:round/>
            <a:headEnd type="none" w="sm" len="sm"/>
            <a:tailEnd type="none" w="sm" len="sm"/>
          </a:ln>
          <a:effectLst>
            <a:outerShdw blurRad="50800" dist="38100" dir="2700000" algn="tl" rotWithShape="0">
              <a:prstClr val="black">
                <a:alpha val="40000"/>
              </a:prstClr>
            </a:outerShdw>
          </a:effectLst>
        </p:spPr>
        <p:txBody>
          <a:bodyPr spcFirstLastPara="1" wrap="square" lIns="91425" tIns="91425" rIns="91425" bIns="91425" anchor="ctr" anchorCtr="0">
            <a:noAutofit/>
          </a:bodyPr>
          <a:lstStyle/>
          <a:p>
            <a:endParaRPr/>
          </a:p>
        </p:txBody>
      </p:sp>
      <p:sp>
        <p:nvSpPr>
          <p:cNvPr id="313" name="Google Shape;313;g104476d1465_1_39"/>
          <p:cNvSpPr txBox="1">
            <a:spLocks noGrp="1"/>
          </p:cNvSpPr>
          <p:nvPr>
            <p:ph type="title" idx="4294967295"/>
          </p:nvPr>
        </p:nvSpPr>
        <p:spPr>
          <a:xfrm>
            <a:off x="5665258" y="2766145"/>
            <a:ext cx="5002742" cy="1325700"/>
          </a:xfrm>
          <a:prstGeom prst="rect">
            <a:avLst/>
          </a:prstGeom>
          <a:noFill/>
          <a:ln>
            <a:noFill/>
          </a:ln>
        </p:spPr>
        <p:txBody>
          <a:bodyPr spcFirstLastPara="1" wrap="square" lIns="91425" tIns="45700" rIns="91425" bIns="45700" anchor="ctr" anchorCtr="0">
            <a:normAutofit fontScale="90000"/>
          </a:bodyPr>
          <a:lstStyle/>
          <a:p>
            <a:pPr algn="ctr">
              <a:buClr>
                <a:schemeClr val="lt1"/>
              </a:buClr>
              <a:buSzPts val="4800"/>
            </a:pPr>
            <a:r>
              <a:rPr lang="en-US" sz="5500" b="1" dirty="0">
                <a:solidFill>
                  <a:srgbClr val="33BEA6"/>
                </a:solidFill>
                <a:latin typeface="Verdana"/>
                <a:ea typeface="Verdana"/>
                <a:cs typeface="Verdana"/>
                <a:sym typeface="Verdana"/>
              </a:rPr>
              <a:t>Collaboration</a:t>
            </a:r>
            <a:endParaRPr sz="5100" b="1" dirty="0">
              <a:solidFill>
                <a:srgbClr val="33BEA6"/>
              </a:solidFill>
              <a:latin typeface="Verdana"/>
              <a:ea typeface="Verdana"/>
              <a:cs typeface="Verdana"/>
              <a:sym typeface="Verdana"/>
            </a:endParaRPr>
          </a:p>
        </p:txBody>
      </p:sp>
      <p:pic>
        <p:nvPicPr>
          <p:cNvPr id="3074" name="Picture 2">
            <a:extLst>
              <a:ext uri="{FF2B5EF4-FFF2-40B4-BE49-F238E27FC236}">
                <a16:creationId xmlns:a16="http://schemas.microsoft.com/office/drawing/2014/main" id="{D0821C8B-4657-A74D-94B5-D6CF373A1741}"/>
              </a:ext>
            </a:extLst>
          </p:cNvPr>
          <p:cNvPicPr>
            <a:picLocks noChangeAspect="1" noChangeArrowheads="1"/>
          </p:cNvPicPr>
          <p:nvPr/>
        </p:nvPicPr>
        <p:blipFill>
          <a:blip r:embed="rId3">
            <a:extLst>
              <a:ext uri="{28A0092B-C50C-407E-A947-70E740481C1C}">
                <a14:useLocalDpi xmlns:a14="http://schemas.microsoft.com/office/drawing/2010/main"/>
              </a:ext>
            </a:extLst>
          </a:blip>
          <a:srcRect/>
          <a:stretch>
            <a:fillRect/>
          </a:stretch>
        </p:blipFill>
        <p:spPr bwMode="auto">
          <a:xfrm>
            <a:off x="4513114" y="2852923"/>
            <a:ext cx="1152144" cy="1152144"/>
          </a:xfrm>
          <a:prstGeom prst="rect">
            <a:avLst/>
          </a:prstGeom>
          <a:noFill/>
          <a:effectLst>
            <a:outerShdw blurRad="50800" dist="38100" dir="2700000" algn="tl" rotWithShape="0">
              <a:prstClr val="black">
                <a:alpha val="40000"/>
              </a:prstClr>
            </a:outerShdw>
          </a:effectLst>
          <a:extLst>
            <a:ext uri="{909E8E84-426E-40DD-AFC4-6F175D3DCCD1}">
              <a14:hiddenFill xmlns:a14="http://schemas.microsoft.com/office/drawing/2010/main">
                <a:solidFill>
                  <a:srgbClr val="FFFFFF"/>
                </a:solidFill>
              </a14:hiddenFill>
            </a:ext>
          </a:extLst>
        </p:spPr>
      </p:pic>
      <p:sp>
        <p:nvSpPr>
          <p:cNvPr id="7" name="Google Shape;282;g104476d1465_1_17"/>
          <p:cNvSpPr txBox="1"/>
          <p:nvPr/>
        </p:nvSpPr>
        <p:spPr>
          <a:xfrm>
            <a:off x="8698707" y="6457674"/>
            <a:ext cx="2634000" cy="400200"/>
          </a:xfrm>
          <a:prstGeom prst="rect">
            <a:avLst/>
          </a:prstGeom>
          <a:noFill/>
          <a:ln>
            <a:noFill/>
          </a:ln>
        </p:spPr>
        <p:txBody>
          <a:bodyPr spcFirstLastPara="1" wrap="square" lIns="91425" tIns="91425" rIns="91425" bIns="91425" anchor="t" anchorCtr="0">
            <a:spAutoFit/>
          </a:bodyPr>
          <a:lstStyle/>
          <a:p>
            <a:pPr algn="r"/>
            <a:r>
              <a:rPr lang="en-US" i="1" dirty="0">
                <a:latin typeface="Calibri"/>
                <a:ea typeface="Calibri"/>
                <a:cs typeface="Calibri"/>
                <a:sym typeface="Calibri"/>
              </a:rPr>
              <a:t>volume 2, pg. </a:t>
            </a:r>
            <a:r>
              <a:rPr lang="en-US" i="1">
                <a:latin typeface="Calibri"/>
                <a:ea typeface="Calibri"/>
                <a:cs typeface="Calibri"/>
                <a:sym typeface="Calibri"/>
              </a:rPr>
              <a:t>432</a:t>
            </a:r>
            <a:endParaRPr i="1" dirty="0">
              <a:latin typeface="Calibri"/>
              <a:ea typeface="Calibri"/>
              <a:cs typeface="Calibri"/>
              <a:sym typeface="Calibri"/>
            </a:endParaRPr>
          </a:p>
        </p:txBody>
      </p:sp>
      <p:pic>
        <p:nvPicPr>
          <p:cNvPr id="9" name="Google Shape;283;g104476d1465_1_17"/>
          <p:cNvPicPr preferRelativeResize="0"/>
          <p:nvPr/>
        </p:nvPicPr>
        <p:blipFill>
          <a:blip r:embed="rId4" cstate="screen">
            <a:alphaModFix/>
            <a:extLst>
              <a:ext uri="{28A0092B-C50C-407E-A947-70E740481C1C}">
                <a14:useLocalDpi xmlns:a14="http://schemas.microsoft.com/office/drawing/2010/main"/>
              </a:ext>
            </a:extLst>
          </a:blip>
          <a:stretch>
            <a:fillRect/>
          </a:stretch>
        </p:blipFill>
        <p:spPr>
          <a:xfrm>
            <a:off x="11436933" y="6200599"/>
            <a:ext cx="563850" cy="657276"/>
          </a:xfrm>
          <a:prstGeom prst="rect">
            <a:avLst/>
          </a:prstGeom>
          <a:noFill/>
          <a:ln>
            <a:noFill/>
          </a:ln>
          <a:effectLst>
            <a:outerShdw blurRad="57150" dist="19050" dir="5400000" algn="bl" rotWithShape="0">
              <a:srgbClr val="000000">
                <a:alpha val="50000"/>
              </a:srgbClr>
            </a:outerShdw>
          </a:effectLst>
        </p:spPr>
      </p:pic>
    </p:spTree>
    <p:extLst>
      <p:ext uri="{BB962C8B-B14F-4D97-AF65-F5344CB8AC3E}">
        <p14:creationId xmlns:p14="http://schemas.microsoft.com/office/powerpoint/2010/main" val="3560788707"/>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Shape 277"/>
        <p:cNvGrpSpPr/>
        <p:nvPr/>
      </p:nvGrpSpPr>
      <p:grpSpPr>
        <a:xfrm>
          <a:off x="0" y="0"/>
          <a:ext cx="0" cy="0"/>
          <a:chOff x="0" y="0"/>
          <a:chExt cx="0" cy="0"/>
        </a:xfrm>
      </p:grpSpPr>
      <p:sp>
        <p:nvSpPr>
          <p:cNvPr id="8" name="Google Shape;324;g103996e1364_0_25">
            <a:extLst>
              <a:ext uri="{FF2B5EF4-FFF2-40B4-BE49-F238E27FC236}">
                <a16:creationId xmlns:a16="http://schemas.microsoft.com/office/drawing/2014/main" id="{DB5796CA-12EB-BB4C-8338-B127D750A026}"/>
              </a:ext>
            </a:extLst>
          </p:cNvPr>
          <p:cNvSpPr txBox="1">
            <a:spLocks/>
          </p:cNvSpPr>
          <p:nvPr/>
        </p:nvSpPr>
        <p:spPr>
          <a:xfrm>
            <a:off x="1445512" y="60325"/>
            <a:ext cx="8019300" cy="1325700"/>
          </a:xfrm>
          <a:prstGeom prst="rect">
            <a:avLst/>
          </a:prstGeom>
          <a:noFill/>
          <a:ln>
            <a:noFill/>
          </a:ln>
        </p:spPr>
        <p:txBody>
          <a:bodyPr spcFirstLastPara="1" wrap="square" lIns="91425" tIns="45700" rIns="91425" bIns="45700"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a:lnSpc>
                <a:spcPct val="90000"/>
              </a:lnSpc>
              <a:buClr>
                <a:schemeClr val="dk1"/>
              </a:buClr>
              <a:buSzPts val="5400"/>
              <a:buFont typeface="Century Gothic"/>
              <a:buNone/>
            </a:pPr>
            <a:r>
              <a:rPr lang="en-US" sz="3600" b="1" dirty="0">
                <a:solidFill>
                  <a:srgbClr val="33BEA6"/>
                </a:solidFill>
                <a:latin typeface="Verdana"/>
                <a:ea typeface="Verdana"/>
                <a:cs typeface="Verdana"/>
                <a:sym typeface="Verdana"/>
              </a:rPr>
              <a:t>15.7.2 Collaboration: Simulating Probabilities</a:t>
            </a:r>
          </a:p>
        </p:txBody>
      </p:sp>
      <p:pic>
        <p:nvPicPr>
          <p:cNvPr id="9" name="Picture 2">
            <a:extLst>
              <a:ext uri="{FF2B5EF4-FFF2-40B4-BE49-F238E27FC236}">
                <a16:creationId xmlns:a16="http://schemas.microsoft.com/office/drawing/2014/main" id="{A80EBD0F-404F-0B4B-AC09-DA5A6DF6026E}"/>
              </a:ext>
            </a:extLst>
          </p:cNvPr>
          <p:cNvPicPr>
            <a:picLocks noChangeAspect="1" noChangeArrowheads="1"/>
          </p:cNvPicPr>
          <p:nvPr/>
        </p:nvPicPr>
        <p:blipFill>
          <a:blip r:embed="rId3" cstate="screen">
            <a:extLst>
              <a:ext uri="{28A0092B-C50C-407E-A947-70E740481C1C}">
                <a14:useLocalDpi xmlns:a14="http://schemas.microsoft.com/office/drawing/2010/main"/>
              </a:ext>
            </a:extLst>
          </a:blip>
          <a:srcRect/>
          <a:stretch>
            <a:fillRect/>
          </a:stretch>
        </p:blipFill>
        <p:spPr bwMode="auto">
          <a:xfrm>
            <a:off x="695704" y="348271"/>
            <a:ext cx="749808" cy="749808"/>
          </a:xfrm>
          <a:prstGeom prst="rect">
            <a:avLst/>
          </a:prstGeom>
          <a:noFill/>
          <a:effectLst>
            <a:outerShdw blurRad="50800" dist="38100" dir="2700000" algn="tl" rotWithShape="0">
              <a:prstClr val="black">
                <a:alpha val="40000"/>
              </a:prstClr>
            </a:outerShdw>
          </a:effectLst>
          <a:extLst>
            <a:ext uri="{909E8E84-426E-40DD-AFC4-6F175D3DCCD1}">
              <a14:hiddenFill xmlns:a14="http://schemas.microsoft.com/office/drawing/2010/main">
                <a:solidFill>
                  <a:srgbClr val="FFFFFF"/>
                </a:solidFill>
              </a14:hiddenFill>
            </a:ext>
          </a:extLst>
        </p:spPr>
      </p:pic>
      <mc:AlternateContent xmlns:mc="http://schemas.openxmlformats.org/markup-compatibility/2006">
        <mc:Choice xmlns:a14="http://schemas.microsoft.com/office/drawing/2010/main" Requires="a14">
          <p:sp>
            <p:nvSpPr>
              <p:cNvPr id="10" name="TextBox 9">
                <a:extLst>
                  <a:ext uri="{FF2B5EF4-FFF2-40B4-BE49-F238E27FC236}">
                    <a16:creationId xmlns:a16="http://schemas.microsoft.com/office/drawing/2014/main" id="{E44DF7DE-9172-3E4E-B74A-7A51585FB6EA}"/>
                  </a:ext>
                </a:extLst>
              </p:cNvPr>
              <p:cNvSpPr txBox="1"/>
              <p:nvPr/>
            </p:nvSpPr>
            <p:spPr>
              <a:xfrm>
                <a:off x="1544595" y="1386025"/>
                <a:ext cx="9358842" cy="4066370"/>
              </a:xfrm>
              <a:prstGeom prst="rect">
                <a:avLst/>
              </a:prstGeom>
              <a:noFill/>
            </p:spPr>
            <p:txBody>
              <a:bodyPr wrap="square" rtlCol="0">
                <a:spAutoFit/>
              </a:bodyPr>
              <a:lstStyle/>
              <a:p>
                <a:pPr marL="457200" indent="-457200">
                  <a:buFont typeface="+mj-lt"/>
                  <a:buAutoNum type="arabicPeriod"/>
                </a:pPr>
                <a:r>
                  <a:rPr lang="en-US" sz="2000" dirty="0">
                    <a:latin typeface="Verdana"/>
                    <a:ea typeface="Times New Roman"/>
                    <a:cs typeface="Times New Roman"/>
                  </a:rPr>
                  <a:t>In the 2019-2020 NBA regular season, Miami Heat player Jimmy Butler made </a:t>
                </a:r>
                <a14:m>
                  <m:oMath xmlns:m="http://schemas.openxmlformats.org/officeDocument/2006/math">
                    <m:f>
                      <m:fPr>
                        <m:ctrlPr>
                          <a:rPr lang="en-US" sz="2000" i="1">
                            <a:latin typeface="Cambria Math" panose="02040503050406030204" pitchFamily="18" charset="0"/>
                            <a:ea typeface="Times New Roman"/>
                            <a:cs typeface="Times New Roman"/>
                          </a:rPr>
                        </m:ctrlPr>
                      </m:fPr>
                      <m:num>
                        <m:r>
                          <a:rPr lang="en-US" sz="2000" i="1">
                            <a:latin typeface="Cambria Math"/>
                            <a:ea typeface="Times New Roman"/>
                            <a:cs typeface="Times New Roman"/>
                          </a:rPr>
                          <m:t>1</m:t>
                        </m:r>
                      </m:num>
                      <m:den>
                        <m:r>
                          <a:rPr lang="en-US" sz="2000" i="1">
                            <a:latin typeface="Cambria Math"/>
                            <a:ea typeface="Times New Roman"/>
                            <a:cs typeface="Times New Roman"/>
                          </a:rPr>
                          <m:t>4</m:t>
                        </m:r>
                      </m:den>
                    </m:f>
                  </m:oMath>
                </a14:m>
                <a:r>
                  <a:rPr lang="en-US" sz="2000" dirty="0">
                    <a:latin typeface="Verdana"/>
                    <a:ea typeface="Times New Roman"/>
                    <a:cs typeface="Times New Roman"/>
                  </a:rPr>
                  <a:t> of the three-point shots he attempted. What was the probability of Jimmy Butler making a three-point shot in the 2019-2020 regular season, represented as a decimal?</a:t>
                </a:r>
              </a:p>
              <a:p>
                <a:pPr marL="457200" indent="-457200">
                  <a:buFont typeface="+mj-lt"/>
                  <a:buAutoNum type="arabicPeriod"/>
                </a:pPr>
                <a:endParaRPr lang="en-US" sz="2000" dirty="0">
                  <a:latin typeface="Verdana"/>
                  <a:ea typeface="Times New Roman"/>
                  <a:cs typeface="Times New Roman"/>
                </a:endParaRPr>
              </a:p>
              <a:p>
                <a:pPr marL="457200" indent="-457200">
                  <a:buFont typeface="+mj-lt"/>
                  <a:buAutoNum type="arabicPeriod"/>
                </a:pPr>
                <a:endParaRPr lang="en-US" sz="2000" dirty="0">
                  <a:latin typeface="Verdana"/>
                  <a:ea typeface="Times New Roman"/>
                  <a:cs typeface="Times New Roman"/>
                </a:endParaRPr>
              </a:p>
              <a:p>
                <a:pPr marL="457200" indent="-457200">
                  <a:buFont typeface="+mj-lt"/>
                  <a:buAutoNum type="arabicPeriod"/>
                </a:pPr>
                <a:r>
                  <a:rPr lang="en-US" sz="2000" dirty="0">
                    <a:latin typeface="Verdana"/>
                    <a:ea typeface="Times New Roman"/>
                    <a:cs typeface="Times New Roman"/>
                  </a:rPr>
                  <a:t>Work with your partner to complete each statement to describe ways Jimmy’s three-point shot probability could be simulated using different simple experiments.</a:t>
                </a:r>
              </a:p>
              <a:p>
                <a:pPr marL="914400" indent="-457200">
                  <a:spcBef>
                    <a:spcPts val="1200"/>
                  </a:spcBef>
                  <a:buFont typeface="+mj-lt"/>
                  <a:buAutoNum type="alphaLcPeriod"/>
                </a:pPr>
                <a:r>
                  <a:rPr lang="en-US" sz="2000" dirty="0">
                    <a:latin typeface="Verdana"/>
                    <a:ea typeface="Times New Roman"/>
                    <a:cs typeface="Times New Roman"/>
                  </a:rPr>
                  <a:t>Create a spinner with ____ equal section(s), where ____ section(s) represent(s) Jimmy Butler making a three-point shot and the other(s) represent(s) misses.</a:t>
                </a:r>
                <a:endParaRPr lang="en-US" sz="2000" dirty="0">
                  <a:latin typeface="Verdana" panose="020B0604030504040204" pitchFamily="34" charset="0"/>
                  <a:ea typeface="Verdana" panose="020B0604030504040204" pitchFamily="34" charset="0"/>
                  <a:cs typeface="Verdana" panose="020B0604030504040204" pitchFamily="34" charset="0"/>
                </a:endParaRPr>
              </a:p>
            </p:txBody>
          </p:sp>
        </mc:Choice>
        <mc:Fallback>
          <p:sp>
            <p:nvSpPr>
              <p:cNvPr id="10" name="TextBox 9">
                <a:extLst>
                  <a:ext uri="{FF2B5EF4-FFF2-40B4-BE49-F238E27FC236}">
                    <a16:creationId xmlns:a16="http://schemas.microsoft.com/office/drawing/2014/main" id="{E44DF7DE-9172-3E4E-B74A-7A51585FB6EA}"/>
                  </a:ext>
                </a:extLst>
              </p:cNvPr>
              <p:cNvSpPr txBox="1">
                <a:spLocks noRot="1" noChangeAspect="1" noMove="1" noResize="1" noEditPoints="1" noAdjustHandles="1" noChangeArrowheads="1" noChangeShapeType="1" noTextEdit="1"/>
              </p:cNvSpPr>
              <p:nvPr/>
            </p:nvSpPr>
            <p:spPr>
              <a:xfrm>
                <a:off x="1544595" y="1386025"/>
                <a:ext cx="9358842" cy="4066370"/>
              </a:xfrm>
              <a:prstGeom prst="rect">
                <a:avLst/>
              </a:prstGeom>
              <a:blipFill>
                <a:blip r:embed="rId4"/>
                <a:stretch>
                  <a:fillRect l="-716" t="-900" r="-521" b="-1799"/>
                </a:stretch>
              </a:blipFill>
            </p:spPr>
            <p:txBody>
              <a:bodyPr/>
              <a:lstStyle/>
              <a:p>
                <a:r>
                  <a:rPr lang="en-US">
                    <a:noFill/>
                  </a:rPr>
                  <a:t> </a:t>
                </a:r>
              </a:p>
            </p:txBody>
          </p:sp>
        </mc:Fallback>
      </mc:AlternateContent>
      <p:sp>
        <p:nvSpPr>
          <p:cNvPr id="12" name="Google Shape;278;g104476d1465_1_17">
            <a:extLst>
              <a:ext uri="{FF2B5EF4-FFF2-40B4-BE49-F238E27FC236}">
                <a16:creationId xmlns:a16="http://schemas.microsoft.com/office/drawing/2014/main" id="{6A18DD6C-446D-A641-972C-BC7EF386945F}"/>
              </a:ext>
            </a:extLst>
          </p:cNvPr>
          <p:cNvSpPr/>
          <p:nvPr/>
        </p:nvSpPr>
        <p:spPr>
          <a:xfrm>
            <a:off x="0" y="0"/>
            <a:ext cx="223200" cy="6866100"/>
          </a:xfrm>
          <a:prstGeom prst="rect">
            <a:avLst/>
          </a:prstGeom>
          <a:solidFill>
            <a:srgbClr val="CE0704"/>
          </a:solidFill>
          <a:ln w="9525" cap="flat" cmpd="sng">
            <a:solidFill>
              <a:srgbClr val="CE0704"/>
            </a:solidFill>
            <a:prstDash val="solid"/>
            <a:round/>
            <a:headEnd type="none" w="sm" len="sm"/>
            <a:tailEnd type="none" w="sm" len="sm"/>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endParaRPr/>
          </a:p>
        </p:txBody>
      </p:sp>
      <p:sp>
        <p:nvSpPr>
          <p:cNvPr id="11" name="Google Shape;282;g104476d1465_1_17"/>
          <p:cNvSpPr txBox="1"/>
          <p:nvPr/>
        </p:nvSpPr>
        <p:spPr>
          <a:xfrm>
            <a:off x="8698707" y="6425649"/>
            <a:ext cx="2634000" cy="400200"/>
          </a:xfrm>
          <a:prstGeom prst="rect">
            <a:avLst/>
          </a:prstGeom>
          <a:noFill/>
          <a:ln>
            <a:noFill/>
          </a:ln>
        </p:spPr>
        <p:txBody>
          <a:bodyPr spcFirstLastPara="1" wrap="square" lIns="91425" tIns="91425" rIns="91425" bIns="91425" anchor="t" anchorCtr="0">
            <a:spAutoFit/>
          </a:bodyPr>
          <a:lstStyle/>
          <a:p>
            <a:pPr algn="r"/>
            <a:r>
              <a:rPr lang="en-US" i="1" dirty="0">
                <a:latin typeface="Calibri"/>
                <a:ea typeface="Calibri"/>
                <a:cs typeface="Calibri"/>
                <a:sym typeface="Calibri"/>
              </a:rPr>
              <a:t>volume 2, pg. </a:t>
            </a:r>
            <a:r>
              <a:rPr lang="en-US" i="1">
                <a:latin typeface="Calibri"/>
                <a:ea typeface="Calibri"/>
                <a:cs typeface="Calibri"/>
                <a:sym typeface="Calibri"/>
              </a:rPr>
              <a:t>432</a:t>
            </a:r>
            <a:endParaRPr i="1" dirty="0">
              <a:latin typeface="Calibri"/>
              <a:ea typeface="Calibri"/>
              <a:cs typeface="Calibri"/>
              <a:sym typeface="Calibri"/>
            </a:endParaRPr>
          </a:p>
        </p:txBody>
      </p:sp>
      <p:pic>
        <p:nvPicPr>
          <p:cNvPr id="14" name="Google Shape;283;g104476d1465_1_17"/>
          <p:cNvPicPr preferRelativeResize="0"/>
          <p:nvPr/>
        </p:nvPicPr>
        <p:blipFill>
          <a:blip r:embed="rId5" cstate="screen">
            <a:alphaModFix/>
            <a:extLst>
              <a:ext uri="{28A0092B-C50C-407E-A947-70E740481C1C}">
                <a14:useLocalDpi xmlns:a14="http://schemas.microsoft.com/office/drawing/2010/main"/>
              </a:ext>
            </a:extLst>
          </a:blip>
          <a:stretch>
            <a:fillRect/>
          </a:stretch>
        </p:blipFill>
        <p:spPr>
          <a:xfrm>
            <a:off x="11436933" y="6200599"/>
            <a:ext cx="563850" cy="657276"/>
          </a:xfrm>
          <a:prstGeom prst="rect">
            <a:avLst/>
          </a:prstGeom>
          <a:noFill/>
          <a:ln>
            <a:noFill/>
          </a:ln>
          <a:effectLst>
            <a:outerShdw blurRad="57150" dist="19050" dir="5400000" algn="bl" rotWithShape="0">
              <a:srgbClr val="000000">
                <a:alpha val="50000"/>
              </a:srgbClr>
            </a:outerShdw>
          </a:effectLst>
        </p:spPr>
      </p:pic>
    </p:spTree>
    <p:extLst>
      <p:ext uri="{BB962C8B-B14F-4D97-AF65-F5344CB8AC3E}">
        <p14:creationId xmlns:p14="http://schemas.microsoft.com/office/powerpoint/2010/main" val="1674437042"/>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Shape 277"/>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5" name="TextBox 4">
                <a:extLst>
                  <a:ext uri="{FF2B5EF4-FFF2-40B4-BE49-F238E27FC236}">
                    <a16:creationId xmlns:a16="http://schemas.microsoft.com/office/drawing/2014/main" id="{2AA35BC6-D428-FC41-BDE5-6438AB8840FC}"/>
                  </a:ext>
                </a:extLst>
              </p:cNvPr>
              <p:cNvSpPr txBox="1"/>
              <p:nvPr/>
            </p:nvSpPr>
            <p:spPr>
              <a:xfrm>
                <a:off x="1000897" y="410665"/>
                <a:ext cx="10340872" cy="2400657"/>
              </a:xfrm>
              <a:prstGeom prst="rect">
                <a:avLst/>
              </a:prstGeom>
              <a:noFill/>
            </p:spPr>
            <p:txBody>
              <a:bodyPr wrap="square" rtlCol="0">
                <a:spAutoFit/>
              </a:bodyPr>
              <a:lstStyle/>
              <a:p>
                <a:pPr marL="914400" indent="-457200">
                  <a:buFont typeface="+mj-lt"/>
                  <a:buAutoNum type="alphaLcPeriod" startAt="2"/>
                </a:pPr>
                <a:r>
                  <a:rPr lang="en-US" sz="2000" dirty="0">
                    <a:latin typeface="Verdana"/>
                    <a:ea typeface="Times New Roman"/>
                    <a:cs typeface="Times New Roman"/>
                  </a:rPr>
                  <a:t>Place twelve equal-sized slips of paper with the numbers </a:t>
                </a:r>
                <a14:m>
                  <m:oMath xmlns:m="http://schemas.openxmlformats.org/officeDocument/2006/math">
                    <m:r>
                      <a:rPr lang="en-US" sz="2000" i="1">
                        <a:latin typeface="Cambria Math"/>
                        <a:ea typeface="Times New Roman"/>
                        <a:cs typeface="Times New Roman"/>
                      </a:rPr>
                      <m:t>1−12</m:t>
                    </m:r>
                  </m:oMath>
                </a14:m>
                <a:r>
                  <a:rPr lang="en-US" sz="2000" dirty="0">
                    <a:latin typeface="Verdana"/>
                    <a:ea typeface="Times New Roman"/>
                    <a:cs typeface="Times New Roman"/>
                  </a:rPr>
                  <a:t> written on them in a bag. Papers with the numbers ______________ represent Jimmy Butler making a three-point shot and the others represent misses.</a:t>
                </a:r>
              </a:p>
              <a:p>
                <a:pPr marL="914400" indent="-457200">
                  <a:spcBef>
                    <a:spcPts val="1200"/>
                  </a:spcBef>
                  <a:buFont typeface="+mj-lt"/>
                  <a:buAutoNum type="alphaLcPeriod" startAt="2"/>
                </a:pPr>
                <a:r>
                  <a:rPr lang="en-US" sz="2000" dirty="0">
                    <a:latin typeface="Verdana"/>
                    <a:ea typeface="Times New Roman"/>
                    <a:cs typeface="Times New Roman"/>
                  </a:rPr>
                  <a:t>Use a standard deck of </a:t>
                </a:r>
                <a14:m>
                  <m:oMath xmlns:m="http://schemas.openxmlformats.org/officeDocument/2006/math">
                    <m:r>
                      <a:rPr lang="en-US" sz="2000" i="1">
                        <a:latin typeface="Cambria Math"/>
                        <a:ea typeface="Times New Roman"/>
                        <a:cs typeface="Times New Roman"/>
                      </a:rPr>
                      <m:t>52</m:t>
                    </m:r>
                  </m:oMath>
                </a14:m>
                <a:r>
                  <a:rPr lang="en-US" sz="2000" dirty="0">
                    <a:latin typeface="Verdana"/>
                    <a:ea typeface="Times New Roman"/>
                    <a:cs typeface="Times New Roman"/>
                  </a:rPr>
                  <a:t> cards where _____________</a:t>
                </a:r>
                <a:br>
                  <a:rPr lang="en-US" sz="2000" dirty="0">
                    <a:latin typeface="Verdana"/>
                    <a:ea typeface="Times New Roman"/>
                    <a:cs typeface="Times New Roman"/>
                  </a:rPr>
                </a:br>
                <a:r>
                  <a:rPr lang="en-US" sz="2000" dirty="0">
                    <a:latin typeface="Verdana"/>
                    <a:ea typeface="Times New Roman"/>
                    <a:cs typeface="Times New Roman"/>
                  </a:rPr>
                  <a:t>represent Jimmy Butler making a three-point shot and the other cards represent misses.</a:t>
                </a:r>
                <a:endParaRPr lang="en-US" sz="2000" dirty="0">
                  <a:latin typeface="Verdana" panose="020B0604030504040204" pitchFamily="34" charset="0"/>
                  <a:ea typeface="Verdana" panose="020B0604030504040204" pitchFamily="34" charset="0"/>
                  <a:cs typeface="Verdana" panose="020B0604030504040204" pitchFamily="34" charset="0"/>
                </a:endParaRPr>
              </a:p>
            </p:txBody>
          </p:sp>
        </mc:Choice>
        <mc:Fallback xmlns="">
          <p:sp>
            <p:nvSpPr>
              <p:cNvPr id="5" name="TextBox 4">
                <a:extLst>
                  <a:ext uri="{FF2B5EF4-FFF2-40B4-BE49-F238E27FC236}">
                    <a16:creationId xmlns:a16="http://schemas.microsoft.com/office/drawing/2014/main" xmlns:a14="http://schemas.microsoft.com/office/drawing/2010/main" xmlns="" id="{2AA35BC6-D428-FC41-BDE5-6438AB8840FC}"/>
                  </a:ext>
                </a:extLst>
              </p:cNvPr>
              <p:cNvSpPr txBox="1">
                <a:spLocks noRot="1" noChangeAspect="1" noMove="1" noResize="1" noEditPoints="1" noAdjustHandles="1" noChangeArrowheads="1" noChangeShapeType="1" noTextEdit="1"/>
              </p:cNvSpPr>
              <p:nvPr/>
            </p:nvSpPr>
            <p:spPr>
              <a:xfrm>
                <a:off x="1000897" y="410665"/>
                <a:ext cx="10340872" cy="2400657"/>
              </a:xfrm>
              <a:prstGeom prst="rect">
                <a:avLst/>
              </a:prstGeom>
              <a:blipFill rotWithShape="0">
                <a:blip r:embed="rId3"/>
                <a:stretch>
                  <a:fillRect t="-1523" r="-1179" b="-3553"/>
                </a:stretch>
              </a:blipFill>
            </p:spPr>
            <p:txBody>
              <a:bodyPr/>
              <a:lstStyle/>
              <a:p>
                <a:r>
                  <a:rPr lang="en-US">
                    <a:noFill/>
                  </a:rPr>
                  <a:t> </a:t>
                </a:r>
              </a:p>
            </p:txBody>
          </p:sp>
        </mc:Fallback>
      </mc:AlternateContent>
      <p:sp>
        <p:nvSpPr>
          <p:cNvPr id="7" name="Google Shape;278;g104476d1465_1_17">
            <a:extLst>
              <a:ext uri="{FF2B5EF4-FFF2-40B4-BE49-F238E27FC236}">
                <a16:creationId xmlns:a16="http://schemas.microsoft.com/office/drawing/2014/main" id="{C2F4C951-E46B-E944-87E2-3B81D09643B6}"/>
              </a:ext>
            </a:extLst>
          </p:cNvPr>
          <p:cNvSpPr/>
          <p:nvPr/>
        </p:nvSpPr>
        <p:spPr>
          <a:xfrm>
            <a:off x="0" y="-8226"/>
            <a:ext cx="223200" cy="6866100"/>
          </a:xfrm>
          <a:prstGeom prst="rect">
            <a:avLst/>
          </a:prstGeom>
          <a:solidFill>
            <a:srgbClr val="CE0704"/>
          </a:solidFill>
          <a:ln w="9525" cap="flat" cmpd="sng">
            <a:solidFill>
              <a:srgbClr val="CE0704"/>
            </a:solidFill>
            <a:prstDash val="solid"/>
            <a:round/>
            <a:headEnd type="none" w="sm" len="sm"/>
            <a:tailEnd type="none" w="sm" len="sm"/>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endParaRPr/>
          </a:p>
        </p:txBody>
      </p:sp>
      <p:pic>
        <p:nvPicPr>
          <p:cNvPr id="3074" name="Picture 2"/>
          <p:cNvPicPr>
            <a:picLocks noChangeAspect="1" noChangeArrowheads="1"/>
          </p:cNvPicPr>
          <p:nvPr/>
        </p:nvPicPr>
        <p:blipFill>
          <a:blip r:embed="rId4">
            <a:extLst>
              <a:ext uri="{28A0092B-C50C-407E-A947-70E740481C1C}">
                <a14:useLocalDpi xmlns:a14="http://schemas.microsoft.com/office/drawing/2010/main"/>
              </a:ext>
            </a:extLst>
          </a:blip>
          <a:srcRect/>
          <a:stretch>
            <a:fillRect/>
          </a:stretch>
        </p:blipFill>
        <p:spPr bwMode="auto">
          <a:xfrm>
            <a:off x="2985975" y="3166724"/>
            <a:ext cx="6877050" cy="29210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8" name="Google Shape;282;g104476d1465_1_17"/>
          <p:cNvSpPr txBox="1"/>
          <p:nvPr/>
        </p:nvSpPr>
        <p:spPr>
          <a:xfrm>
            <a:off x="8698707" y="6457674"/>
            <a:ext cx="2634000" cy="400200"/>
          </a:xfrm>
          <a:prstGeom prst="rect">
            <a:avLst/>
          </a:prstGeom>
          <a:noFill/>
          <a:ln>
            <a:noFill/>
          </a:ln>
        </p:spPr>
        <p:txBody>
          <a:bodyPr spcFirstLastPara="1" wrap="square" lIns="91425" tIns="91425" rIns="91425" bIns="91425" anchor="t" anchorCtr="0">
            <a:spAutoFit/>
          </a:bodyPr>
          <a:lstStyle/>
          <a:p>
            <a:pPr algn="r"/>
            <a:r>
              <a:rPr lang="en-US" i="1" dirty="0">
                <a:latin typeface="Calibri"/>
                <a:ea typeface="Calibri"/>
                <a:cs typeface="Calibri"/>
                <a:sym typeface="Calibri"/>
              </a:rPr>
              <a:t>volume 2, pg. </a:t>
            </a:r>
            <a:r>
              <a:rPr lang="en-US" i="1">
                <a:latin typeface="Calibri"/>
                <a:ea typeface="Calibri"/>
                <a:cs typeface="Calibri"/>
                <a:sym typeface="Calibri"/>
              </a:rPr>
              <a:t>432</a:t>
            </a:r>
            <a:endParaRPr i="1" dirty="0">
              <a:latin typeface="Calibri"/>
              <a:ea typeface="Calibri"/>
              <a:cs typeface="Calibri"/>
              <a:sym typeface="Calibri"/>
            </a:endParaRPr>
          </a:p>
        </p:txBody>
      </p:sp>
      <p:pic>
        <p:nvPicPr>
          <p:cNvPr id="10" name="Google Shape;283;g104476d1465_1_17"/>
          <p:cNvPicPr preferRelativeResize="0"/>
          <p:nvPr/>
        </p:nvPicPr>
        <p:blipFill>
          <a:blip r:embed="rId5" cstate="screen">
            <a:alphaModFix/>
            <a:extLst>
              <a:ext uri="{28A0092B-C50C-407E-A947-70E740481C1C}">
                <a14:useLocalDpi xmlns:a14="http://schemas.microsoft.com/office/drawing/2010/main"/>
              </a:ext>
            </a:extLst>
          </a:blip>
          <a:stretch>
            <a:fillRect/>
          </a:stretch>
        </p:blipFill>
        <p:spPr>
          <a:xfrm>
            <a:off x="11436933" y="6200599"/>
            <a:ext cx="563850" cy="657276"/>
          </a:xfrm>
          <a:prstGeom prst="rect">
            <a:avLst/>
          </a:prstGeom>
          <a:noFill/>
          <a:ln>
            <a:noFill/>
          </a:ln>
          <a:effectLst>
            <a:outerShdw blurRad="57150" dist="19050" dir="5400000" algn="bl" rotWithShape="0">
              <a:srgbClr val="000000">
                <a:alpha val="50000"/>
              </a:srgbClr>
            </a:outerShdw>
          </a:effectLst>
        </p:spPr>
      </p:pic>
    </p:spTree>
    <p:extLst>
      <p:ext uri="{BB962C8B-B14F-4D97-AF65-F5344CB8AC3E}">
        <p14:creationId xmlns:p14="http://schemas.microsoft.com/office/powerpoint/2010/main" val="1251846843"/>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Shape 277"/>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5" name="TextBox 4">
                <a:extLst>
                  <a:ext uri="{FF2B5EF4-FFF2-40B4-BE49-F238E27FC236}">
                    <a16:creationId xmlns:a16="http://schemas.microsoft.com/office/drawing/2014/main" id="{2AA35BC6-D428-FC41-BDE5-6438AB8840FC}"/>
                  </a:ext>
                </a:extLst>
              </p:cNvPr>
              <p:cNvSpPr txBox="1"/>
              <p:nvPr/>
            </p:nvSpPr>
            <p:spPr>
              <a:xfrm>
                <a:off x="753762" y="410666"/>
                <a:ext cx="10835142" cy="1785104"/>
              </a:xfrm>
              <a:prstGeom prst="rect">
                <a:avLst/>
              </a:prstGeom>
              <a:noFill/>
            </p:spPr>
            <p:txBody>
              <a:bodyPr wrap="square" rtlCol="0">
                <a:spAutoFit/>
              </a:bodyPr>
              <a:lstStyle/>
              <a:p>
                <a:pPr marL="457200" indent="-457200">
                  <a:buFont typeface="+mj-lt"/>
                  <a:buAutoNum type="arabicPeriod" startAt="3"/>
                </a:pPr>
                <a:r>
                  <a:rPr lang="en-US" sz="2000" dirty="0">
                    <a:latin typeface="Verdana"/>
                    <a:ea typeface="Times New Roman"/>
                    <a:cs typeface="Times New Roman"/>
                  </a:rPr>
                  <a:t>Suppose in the first post-season game that year, Jimmy Butler attempted </a:t>
                </a:r>
                <a14:m>
                  <m:oMath xmlns:m="http://schemas.openxmlformats.org/officeDocument/2006/math">
                    <m:r>
                      <a:rPr lang="en-US" sz="2000" i="1">
                        <a:latin typeface="Cambria Math"/>
                        <a:ea typeface="Times New Roman"/>
                        <a:cs typeface="Times New Roman"/>
                      </a:rPr>
                      <m:t>5</m:t>
                    </m:r>
                  </m:oMath>
                </a14:m>
                <a:r>
                  <a:rPr lang="en-US" sz="2000" dirty="0">
                    <a:latin typeface="Verdana"/>
                    <a:ea typeface="Times New Roman"/>
                    <a:cs typeface="Times New Roman"/>
                  </a:rPr>
                  <a:t> three-point shots. Choose one of the simulations from the previous question and work with your partner or group to simulate the number of three-point shots Jimmy made.</a:t>
                </a:r>
              </a:p>
              <a:p>
                <a:pPr marL="914400" indent="-457200">
                  <a:spcBef>
                    <a:spcPts val="1200"/>
                  </a:spcBef>
                  <a:buFont typeface="+mj-lt"/>
                  <a:buAutoNum type="alphaLcPeriod"/>
                </a:pPr>
                <a:r>
                  <a:rPr lang="en-US" sz="2000" dirty="0">
                    <a:latin typeface="Verdana"/>
                    <a:ea typeface="Times New Roman"/>
                    <a:cs typeface="Times New Roman"/>
                  </a:rPr>
                  <a:t>Repeat the simulation </a:t>
                </a:r>
                <a14:m>
                  <m:oMath xmlns:m="http://schemas.openxmlformats.org/officeDocument/2006/math">
                    <m:r>
                      <a:rPr lang="en-US" sz="2000" i="1">
                        <a:latin typeface="Cambria Math"/>
                        <a:ea typeface="Times New Roman"/>
                        <a:cs typeface="Times New Roman"/>
                      </a:rPr>
                      <m:t>5</m:t>
                    </m:r>
                  </m:oMath>
                </a14:m>
                <a:r>
                  <a:rPr lang="en-US" sz="2000" dirty="0">
                    <a:latin typeface="Verdana"/>
                    <a:ea typeface="Times New Roman"/>
                    <a:cs typeface="Times New Roman"/>
                  </a:rPr>
                  <a:t> times and record your results in the table.</a:t>
                </a:r>
                <a:endParaRPr lang="en-US" sz="2000" dirty="0">
                  <a:latin typeface="Verdana" panose="020B0604030504040204" pitchFamily="34" charset="0"/>
                  <a:ea typeface="Verdana" panose="020B0604030504040204" pitchFamily="34" charset="0"/>
                  <a:cs typeface="Verdana" panose="020B0604030504040204" pitchFamily="34" charset="0"/>
                </a:endParaRPr>
              </a:p>
            </p:txBody>
          </p:sp>
        </mc:Choice>
        <mc:Fallback xmlns="">
          <p:sp>
            <p:nvSpPr>
              <p:cNvPr id="5" name="TextBox 4">
                <a:extLst>
                  <a:ext uri="{FF2B5EF4-FFF2-40B4-BE49-F238E27FC236}">
                    <a16:creationId xmlns:a16="http://schemas.microsoft.com/office/drawing/2014/main" xmlns:a14="http://schemas.microsoft.com/office/drawing/2010/main" xmlns="" id="{2AA35BC6-D428-FC41-BDE5-6438AB8840FC}"/>
                  </a:ext>
                </a:extLst>
              </p:cNvPr>
              <p:cNvSpPr txBox="1">
                <a:spLocks noRot="1" noChangeAspect="1" noMove="1" noResize="1" noEditPoints="1" noAdjustHandles="1" noChangeArrowheads="1" noChangeShapeType="1" noTextEdit="1"/>
              </p:cNvSpPr>
              <p:nvPr/>
            </p:nvSpPr>
            <p:spPr>
              <a:xfrm>
                <a:off x="753762" y="410666"/>
                <a:ext cx="10835142" cy="1785104"/>
              </a:xfrm>
              <a:prstGeom prst="rect">
                <a:avLst/>
              </a:prstGeom>
              <a:blipFill rotWithShape="0">
                <a:blip r:embed="rId3"/>
                <a:stretch>
                  <a:fillRect l="-619" t="-2048" b="-5461"/>
                </a:stretch>
              </a:blipFill>
            </p:spPr>
            <p:txBody>
              <a:bodyPr/>
              <a:lstStyle/>
              <a:p>
                <a:r>
                  <a:rPr lang="en-US">
                    <a:noFill/>
                  </a:rPr>
                  <a:t> </a:t>
                </a:r>
              </a:p>
            </p:txBody>
          </p:sp>
        </mc:Fallback>
      </mc:AlternateContent>
      <p:sp>
        <p:nvSpPr>
          <p:cNvPr id="7" name="Google Shape;278;g104476d1465_1_17">
            <a:extLst>
              <a:ext uri="{FF2B5EF4-FFF2-40B4-BE49-F238E27FC236}">
                <a16:creationId xmlns:a16="http://schemas.microsoft.com/office/drawing/2014/main" id="{C2F4C951-E46B-E944-87E2-3B81D09643B6}"/>
              </a:ext>
            </a:extLst>
          </p:cNvPr>
          <p:cNvSpPr/>
          <p:nvPr/>
        </p:nvSpPr>
        <p:spPr>
          <a:xfrm>
            <a:off x="0" y="-8226"/>
            <a:ext cx="223200" cy="6866100"/>
          </a:xfrm>
          <a:prstGeom prst="rect">
            <a:avLst/>
          </a:prstGeom>
          <a:solidFill>
            <a:srgbClr val="CE0704"/>
          </a:solidFill>
          <a:ln w="9525" cap="flat" cmpd="sng">
            <a:solidFill>
              <a:srgbClr val="CE0704"/>
            </a:solidFill>
            <a:prstDash val="solid"/>
            <a:round/>
            <a:headEnd type="none" w="sm" len="sm"/>
            <a:tailEnd type="none" w="sm" len="sm"/>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endParaRPr/>
          </a:p>
        </p:txBody>
      </p:sp>
      <mc:AlternateContent xmlns:mc="http://schemas.openxmlformats.org/markup-compatibility/2006" xmlns:a14="http://schemas.microsoft.com/office/drawing/2010/main">
        <mc:Choice Requires="a14">
          <p:graphicFrame>
            <p:nvGraphicFramePr>
              <p:cNvPr id="2" name="Table 1"/>
              <p:cNvGraphicFramePr>
                <a:graphicFrameLocks noGrp="1"/>
              </p:cNvGraphicFramePr>
              <p:nvPr>
                <p:extLst>
                  <p:ext uri="{D42A27DB-BD31-4B8C-83A1-F6EECF244321}">
                    <p14:modId xmlns:p14="http://schemas.microsoft.com/office/powerpoint/2010/main" val="1046515359"/>
                  </p:ext>
                </p:extLst>
              </p:nvPr>
            </p:nvGraphicFramePr>
            <p:xfrm>
              <a:off x="2559453" y="2896384"/>
              <a:ext cx="7223760" cy="2860675"/>
            </p:xfrm>
            <a:graphic>
              <a:graphicData uri="http://schemas.openxmlformats.org/drawingml/2006/table">
                <a:tbl>
                  <a:tblPr firstRow="1" bandRow="1">
                    <a:tableStyleId>{A91F0D33-8C57-4600-99A7-42BC86742BE1}</a:tableStyleId>
                  </a:tblPr>
                  <a:tblGrid>
                    <a:gridCol w="1828800">
                      <a:extLst>
                        <a:ext uri="{9D8B030D-6E8A-4147-A177-3AD203B41FA5}">
                          <a16:colId xmlns:a16="http://schemas.microsoft.com/office/drawing/2014/main" val="20000"/>
                        </a:ext>
                      </a:extLst>
                    </a:gridCol>
                    <a:gridCol w="822960">
                      <a:extLst>
                        <a:ext uri="{9D8B030D-6E8A-4147-A177-3AD203B41FA5}">
                          <a16:colId xmlns:a16="http://schemas.microsoft.com/office/drawing/2014/main" val="20001"/>
                        </a:ext>
                      </a:extLst>
                    </a:gridCol>
                    <a:gridCol w="822960">
                      <a:extLst>
                        <a:ext uri="{9D8B030D-6E8A-4147-A177-3AD203B41FA5}">
                          <a16:colId xmlns:a16="http://schemas.microsoft.com/office/drawing/2014/main" val="20002"/>
                        </a:ext>
                      </a:extLst>
                    </a:gridCol>
                    <a:gridCol w="822960">
                      <a:extLst>
                        <a:ext uri="{9D8B030D-6E8A-4147-A177-3AD203B41FA5}">
                          <a16:colId xmlns:a16="http://schemas.microsoft.com/office/drawing/2014/main" val="20003"/>
                        </a:ext>
                      </a:extLst>
                    </a:gridCol>
                    <a:gridCol w="822960">
                      <a:extLst>
                        <a:ext uri="{9D8B030D-6E8A-4147-A177-3AD203B41FA5}">
                          <a16:colId xmlns:a16="http://schemas.microsoft.com/office/drawing/2014/main" val="20004"/>
                        </a:ext>
                      </a:extLst>
                    </a:gridCol>
                    <a:gridCol w="822960">
                      <a:extLst>
                        <a:ext uri="{9D8B030D-6E8A-4147-A177-3AD203B41FA5}">
                          <a16:colId xmlns:a16="http://schemas.microsoft.com/office/drawing/2014/main" val="20005"/>
                        </a:ext>
                      </a:extLst>
                    </a:gridCol>
                    <a:gridCol w="1280160">
                      <a:extLst>
                        <a:ext uri="{9D8B030D-6E8A-4147-A177-3AD203B41FA5}">
                          <a16:colId xmlns:a16="http://schemas.microsoft.com/office/drawing/2014/main" val="20006"/>
                        </a:ext>
                      </a:extLst>
                    </a:gridCol>
                  </a:tblGrid>
                  <a:tr h="370840">
                    <a:tc>
                      <a:txBody>
                        <a:bodyPr/>
                        <a:lstStyle/>
                        <a:p>
                          <a:pPr algn="ctr"/>
                          <a:endParaRPr lang="en-US" sz="1800" dirty="0">
                            <a:latin typeface="Verdana" pitchFamily="34" charset="0"/>
                            <a:ea typeface="Verdana" pitchFamily="34" charset="0"/>
                          </a:endParaRPr>
                        </a:p>
                      </a:txBody>
                      <a:tcPr anchor="ctr">
                        <a:lnL w="12700" cap="flat" cmpd="sng" algn="ctr">
                          <a:no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n-US" sz="1800" b="1" dirty="0">
                              <a:latin typeface="Verdana" pitchFamily="34" charset="0"/>
                              <a:ea typeface="Verdana" pitchFamily="34" charset="0"/>
                            </a:rPr>
                            <a:t>Shot 1</a:t>
                          </a:r>
                        </a:p>
                      </a:txBody>
                      <a:tcPr marL="0" marR="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75000"/>
                          </a:schemeClr>
                        </a:solidFill>
                      </a:tcPr>
                    </a:tc>
                    <a:tc>
                      <a:txBody>
                        <a:bodyPr/>
                        <a:lstStyle/>
                        <a:p>
                          <a:pPr algn="ctr"/>
                          <a:r>
                            <a:rPr lang="en-US" sz="1800" b="1" dirty="0">
                              <a:latin typeface="Verdana" pitchFamily="34" charset="0"/>
                              <a:ea typeface="Verdana" pitchFamily="34" charset="0"/>
                            </a:rPr>
                            <a:t>Shot 2</a:t>
                          </a:r>
                        </a:p>
                      </a:txBody>
                      <a:tcPr marL="0" marR="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75000"/>
                          </a:schemeClr>
                        </a:solidFill>
                      </a:tcPr>
                    </a:tc>
                    <a:tc>
                      <a:txBody>
                        <a:bodyPr/>
                        <a:lstStyle/>
                        <a:p>
                          <a:pPr algn="ctr"/>
                          <a:r>
                            <a:rPr lang="en-US" sz="1800" b="1" dirty="0">
                              <a:latin typeface="Verdana" pitchFamily="34" charset="0"/>
                              <a:ea typeface="Verdana" pitchFamily="34" charset="0"/>
                            </a:rPr>
                            <a:t>Shot</a:t>
                          </a:r>
                          <a:r>
                            <a:rPr lang="en-US" sz="1800" b="1" baseline="0" dirty="0">
                              <a:latin typeface="Verdana" pitchFamily="34" charset="0"/>
                              <a:ea typeface="Verdana" pitchFamily="34" charset="0"/>
                            </a:rPr>
                            <a:t> 3</a:t>
                          </a:r>
                          <a:endParaRPr lang="en-US" sz="1800" b="1" dirty="0">
                            <a:latin typeface="Verdana" pitchFamily="34" charset="0"/>
                            <a:ea typeface="Verdana" pitchFamily="34" charset="0"/>
                          </a:endParaRPr>
                        </a:p>
                      </a:txBody>
                      <a:tcPr marL="0" marR="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75000"/>
                          </a:schemeClr>
                        </a:solidFill>
                      </a:tcPr>
                    </a:tc>
                    <a:tc>
                      <a:txBody>
                        <a:bodyPr/>
                        <a:lstStyle/>
                        <a:p>
                          <a:pPr algn="ctr"/>
                          <a:r>
                            <a:rPr lang="en-US" sz="1800" b="1" dirty="0">
                              <a:latin typeface="Verdana" pitchFamily="34" charset="0"/>
                              <a:ea typeface="Verdana" pitchFamily="34" charset="0"/>
                            </a:rPr>
                            <a:t>Shot 4</a:t>
                          </a:r>
                        </a:p>
                      </a:txBody>
                      <a:tcPr marL="0" marR="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75000"/>
                          </a:schemeClr>
                        </a:solidFill>
                      </a:tcPr>
                    </a:tc>
                    <a:tc>
                      <a:txBody>
                        <a:bodyPr/>
                        <a:lstStyle/>
                        <a:p>
                          <a:pPr algn="ctr"/>
                          <a:r>
                            <a:rPr lang="en-US" sz="1800" b="1" dirty="0">
                              <a:latin typeface="Verdana" pitchFamily="34" charset="0"/>
                              <a:ea typeface="Verdana" pitchFamily="34" charset="0"/>
                            </a:rPr>
                            <a:t>Shot 5</a:t>
                          </a:r>
                        </a:p>
                      </a:txBody>
                      <a:tcPr marL="0" marR="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75000"/>
                          </a:schemeClr>
                        </a:solidFill>
                      </a:tcPr>
                    </a:tc>
                    <a:tc>
                      <a:txBody>
                        <a:bodyPr/>
                        <a:lstStyle/>
                        <a:p>
                          <a:pPr algn="ctr"/>
                          <a:r>
                            <a:rPr lang="en-US" sz="1800" b="1" dirty="0">
                              <a:latin typeface="Verdana" pitchFamily="34" charset="0"/>
                              <a:ea typeface="Verdana" pitchFamily="34" charset="0"/>
                            </a:rPr>
                            <a:t>Fraction Made</a:t>
                          </a:r>
                        </a:p>
                      </a:txBody>
                      <a:tcPr marL="0" marR="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75000"/>
                          </a:schemeClr>
                        </a:solidFill>
                      </a:tcPr>
                    </a:tc>
                    <a:extLst>
                      <a:ext uri="{0D108BD9-81ED-4DB2-BD59-A6C34878D82A}">
                        <a16:rowId xmlns:a16="http://schemas.microsoft.com/office/drawing/2014/main" val="10000"/>
                      </a:ext>
                    </a:extLst>
                  </a:tr>
                  <a:tr h="370840">
                    <a:tc>
                      <a:txBody>
                        <a:bodyPr/>
                        <a:lstStyle/>
                        <a:p>
                          <a:pPr algn="ctr"/>
                          <a:r>
                            <a:rPr lang="en-US" sz="1800" b="1" dirty="0">
                              <a:latin typeface="Verdana" pitchFamily="34" charset="0"/>
                              <a:ea typeface="Verdana" pitchFamily="34" charset="0"/>
                            </a:rPr>
                            <a:t>Simulation 1</a:t>
                          </a: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75000"/>
                          </a:schemeClr>
                        </a:solidFill>
                      </a:tcPr>
                    </a:tc>
                    <a:tc>
                      <a:txBody>
                        <a:bodyPr/>
                        <a:lstStyle/>
                        <a:p>
                          <a:endParaRPr lang="en-US" sz="2000">
                            <a:latin typeface="Verdana" pitchFamily="34" charset="0"/>
                            <a:ea typeface="Verdana" pitchFamily="34"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endParaRPr lang="en-US" sz="2000" dirty="0">
                            <a:latin typeface="Verdana" pitchFamily="34" charset="0"/>
                            <a:ea typeface="Verdana" pitchFamily="34"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endParaRPr lang="en-US" sz="2000">
                            <a:latin typeface="Verdana" pitchFamily="34" charset="0"/>
                            <a:ea typeface="Verdana" pitchFamily="34"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endParaRPr lang="en-US" sz="2000">
                            <a:latin typeface="Verdana" pitchFamily="34" charset="0"/>
                            <a:ea typeface="Verdana" pitchFamily="34"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endParaRPr lang="en-US" sz="2000">
                            <a:latin typeface="Verdana" pitchFamily="34" charset="0"/>
                            <a:ea typeface="Verdana" pitchFamily="34"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14:m>
                            <m:oMath xmlns:m="http://schemas.openxmlformats.org/officeDocument/2006/math">
                              <m:f>
                                <m:fPr>
                                  <m:ctrlPr>
                                    <a:rPr lang="en-US" sz="2000" i="1" smtClean="0">
                                      <a:latin typeface="Cambria Math" panose="02040503050406030204" pitchFamily="18" charset="0"/>
                                      <a:ea typeface="Verdana" pitchFamily="34" charset="0"/>
                                    </a:rPr>
                                  </m:ctrlPr>
                                </m:fPr>
                                <m:num>
                                  <m:r>
                                    <a:rPr lang="en-US" sz="2000" b="0" i="1" smtClean="0">
                                      <a:latin typeface="Cambria Math"/>
                                      <a:ea typeface="Verdana" pitchFamily="34" charset="0"/>
                                    </a:rPr>
                                    <m:t> </m:t>
                                  </m:r>
                                </m:num>
                                <m:den>
                                  <m:r>
                                    <a:rPr lang="en-US" sz="2000" b="0" i="1" smtClean="0">
                                      <a:latin typeface="Cambria Math"/>
                                      <a:ea typeface="Verdana" pitchFamily="34" charset="0"/>
                                    </a:rPr>
                                    <m:t>  5  </m:t>
                                  </m:r>
                                </m:den>
                              </m:f>
                            </m:oMath>
                          </a14:m>
                          <a:r>
                            <a:rPr lang="en-US" sz="2000" dirty="0">
                              <a:latin typeface="Verdana" pitchFamily="34" charset="0"/>
                              <a:ea typeface="Verdana" pitchFamily="34" charset="0"/>
                            </a:rPr>
                            <a:t> </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1"/>
                      </a:ext>
                    </a:extLst>
                  </a:tr>
                  <a:tr h="370840">
                    <a:tc>
                      <a:txBody>
                        <a:bodyPr/>
                        <a:lstStyle/>
                        <a:p>
                          <a:pPr marL="0" marR="0" indent="0" algn="ctr" defTabSz="914400" rtl="0" eaLnBrk="1" fontAlgn="auto" latinLnBrk="0" hangingPunct="1">
                            <a:lnSpc>
                              <a:spcPct val="100000"/>
                            </a:lnSpc>
                            <a:spcBef>
                              <a:spcPts val="0"/>
                            </a:spcBef>
                            <a:spcAft>
                              <a:spcPts val="0"/>
                            </a:spcAft>
                            <a:buClr>
                              <a:srgbClr val="000000"/>
                            </a:buClr>
                            <a:buSzTx/>
                            <a:buFont typeface="Arial"/>
                            <a:buNone/>
                            <a:tabLst/>
                            <a:defRPr/>
                          </a:pPr>
                          <a:r>
                            <a:rPr lang="en-US" sz="1800" b="1" dirty="0">
                              <a:latin typeface="Verdana" pitchFamily="34" charset="0"/>
                              <a:ea typeface="Verdana" pitchFamily="34" charset="0"/>
                            </a:rPr>
                            <a:t>Simulation 2</a:t>
                          </a: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75000"/>
                          </a:schemeClr>
                        </a:solidFill>
                      </a:tcPr>
                    </a:tc>
                    <a:tc>
                      <a:txBody>
                        <a:bodyPr/>
                        <a:lstStyle/>
                        <a:p>
                          <a:endParaRPr lang="en-US" sz="2000" dirty="0">
                            <a:latin typeface="Verdana" pitchFamily="34" charset="0"/>
                            <a:ea typeface="Verdana" pitchFamily="34"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endParaRPr lang="en-US" sz="2000" dirty="0">
                            <a:latin typeface="Verdana" pitchFamily="34" charset="0"/>
                            <a:ea typeface="Verdana" pitchFamily="34"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endParaRPr lang="en-US" sz="2000">
                            <a:latin typeface="Verdana" pitchFamily="34" charset="0"/>
                            <a:ea typeface="Verdana" pitchFamily="34"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endParaRPr lang="en-US" sz="2000">
                            <a:latin typeface="Verdana" pitchFamily="34" charset="0"/>
                            <a:ea typeface="Verdana" pitchFamily="34"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endParaRPr lang="en-US" sz="2000">
                            <a:latin typeface="Verdana" pitchFamily="34" charset="0"/>
                            <a:ea typeface="Verdana" pitchFamily="34"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indent="0" algn="ctr" defTabSz="914400" rtl="0" eaLnBrk="1" fontAlgn="auto" latinLnBrk="0" hangingPunct="1">
                            <a:lnSpc>
                              <a:spcPct val="100000"/>
                            </a:lnSpc>
                            <a:spcBef>
                              <a:spcPts val="0"/>
                            </a:spcBef>
                            <a:spcAft>
                              <a:spcPts val="0"/>
                            </a:spcAft>
                            <a:buClr>
                              <a:srgbClr val="000000"/>
                            </a:buClr>
                            <a:buSzTx/>
                            <a:buFont typeface="Arial"/>
                            <a:buNone/>
                            <a:tabLst/>
                            <a:defRPr/>
                          </a:pPr>
                          <a14:m>
                            <m:oMath xmlns:m="http://schemas.openxmlformats.org/officeDocument/2006/math">
                              <m:f>
                                <m:fPr>
                                  <m:ctrlPr>
                                    <a:rPr lang="en-US" sz="2000" i="1" smtClean="0">
                                      <a:latin typeface="Cambria Math" panose="02040503050406030204" pitchFamily="18" charset="0"/>
                                      <a:ea typeface="Verdana" pitchFamily="34" charset="0"/>
                                    </a:rPr>
                                  </m:ctrlPr>
                                </m:fPr>
                                <m:num>
                                  <m:r>
                                    <a:rPr lang="en-US" sz="2000" b="0" i="1" smtClean="0">
                                      <a:latin typeface="Cambria Math"/>
                                      <a:ea typeface="Verdana" pitchFamily="34" charset="0"/>
                                    </a:rPr>
                                    <m:t> </m:t>
                                  </m:r>
                                </m:num>
                                <m:den>
                                  <m:r>
                                    <a:rPr lang="en-US" sz="2000" b="0" i="1" smtClean="0">
                                      <a:latin typeface="Cambria Math"/>
                                      <a:ea typeface="Verdana" pitchFamily="34" charset="0"/>
                                    </a:rPr>
                                    <m:t>  5  </m:t>
                                  </m:r>
                                </m:den>
                              </m:f>
                            </m:oMath>
                          </a14:m>
                          <a:r>
                            <a:rPr lang="en-US" sz="2000" dirty="0">
                              <a:latin typeface="Verdana" pitchFamily="34" charset="0"/>
                              <a:ea typeface="Verdana" pitchFamily="34" charset="0"/>
                            </a:rPr>
                            <a:t> </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2"/>
                      </a:ext>
                    </a:extLst>
                  </a:tr>
                  <a:tr h="370840">
                    <a:tc>
                      <a:txBody>
                        <a:bodyPr/>
                        <a:lstStyle/>
                        <a:p>
                          <a:pPr marL="0" marR="0" indent="0" algn="ctr" defTabSz="914400" rtl="0" eaLnBrk="1" fontAlgn="auto" latinLnBrk="0" hangingPunct="1">
                            <a:lnSpc>
                              <a:spcPct val="100000"/>
                            </a:lnSpc>
                            <a:spcBef>
                              <a:spcPts val="0"/>
                            </a:spcBef>
                            <a:spcAft>
                              <a:spcPts val="0"/>
                            </a:spcAft>
                            <a:buClr>
                              <a:srgbClr val="000000"/>
                            </a:buClr>
                            <a:buSzTx/>
                            <a:buFont typeface="Arial"/>
                            <a:buNone/>
                            <a:tabLst/>
                            <a:defRPr/>
                          </a:pPr>
                          <a:r>
                            <a:rPr lang="en-US" sz="1800" b="1" dirty="0">
                              <a:latin typeface="Verdana" pitchFamily="34" charset="0"/>
                              <a:ea typeface="Verdana" pitchFamily="34" charset="0"/>
                            </a:rPr>
                            <a:t>Simulation 3</a:t>
                          </a: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75000"/>
                          </a:schemeClr>
                        </a:solidFill>
                      </a:tcPr>
                    </a:tc>
                    <a:tc>
                      <a:txBody>
                        <a:bodyPr/>
                        <a:lstStyle/>
                        <a:p>
                          <a:endParaRPr lang="en-US" sz="2000">
                            <a:latin typeface="Verdana" pitchFamily="34" charset="0"/>
                            <a:ea typeface="Verdana" pitchFamily="34"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endParaRPr lang="en-US" sz="2000">
                            <a:latin typeface="Verdana" pitchFamily="34" charset="0"/>
                            <a:ea typeface="Verdana" pitchFamily="34"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endParaRPr lang="en-US" sz="2000">
                            <a:latin typeface="Verdana" pitchFamily="34" charset="0"/>
                            <a:ea typeface="Verdana" pitchFamily="34"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endParaRPr lang="en-US" sz="2000">
                            <a:latin typeface="Verdana" pitchFamily="34" charset="0"/>
                            <a:ea typeface="Verdana" pitchFamily="34"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endParaRPr lang="en-US" sz="2000">
                            <a:latin typeface="Verdana" pitchFamily="34" charset="0"/>
                            <a:ea typeface="Verdana" pitchFamily="34"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indent="0" algn="ctr" defTabSz="914400" rtl="0" eaLnBrk="1" fontAlgn="auto" latinLnBrk="0" hangingPunct="1">
                            <a:lnSpc>
                              <a:spcPct val="100000"/>
                            </a:lnSpc>
                            <a:spcBef>
                              <a:spcPts val="0"/>
                            </a:spcBef>
                            <a:spcAft>
                              <a:spcPts val="0"/>
                            </a:spcAft>
                            <a:buClr>
                              <a:srgbClr val="000000"/>
                            </a:buClr>
                            <a:buSzTx/>
                            <a:buFont typeface="Arial"/>
                            <a:buNone/>
                            <a:tabLst/>
                            <a:defRPr/>
                          </a:pPr>
                          <a14:m>
                            <m:oMath xmlns:m="http://schemas.openxmlformats.org/officeDocument/2006/math">
                              <m:f>
                                <m:fPr>
                                  <m:ctrlPr>
                                    <a:rPr lang="en-US" sz="2000" i="1" smtClean="0">
                                      <a:latin typeface="Cambria Math" panose="02040503050406030204" pitchFamily="18" charset="0"/>
                                      <a:ea typeface="Verdana" pitchFamily="34" charset="0"/>
                                    </a:rPr>
                                  </m:ctrlPr>
                                </m:fPr>
                                <m:num>
                                  <m:r>
                                    <a:rPr lang="en-US" sz="2000" b="0" i="1" smtClean="0">
                                      <a:latin typeface="Cambria Math"/>
                                      <a:ea typeface="Verdana" pitchFamily="34" charset="0"/>
                                    </a:rPr>
                                    <m:t> </m:t>
                                  </m:r>
                                </m:num>
                                <m:den>
                                  <m:r>
                                    <a:rPr lang="en-US" sz="2000" b="0" i="1" smtClean="0">
                                      <a:latin typeface="Cambria Math"/>
                                      <a:ea typeface="Verdana" pitchFamily="34" charset="0"/>
                                    </a:rPr>
                                    <m:t>  5  </m:t>
                                  </m:r>
                                </m:den>
                              </m:f>
                            </m:oMath>
                          </a14:m>
                          <a:r>
                            <a:rPr lang="en-US" sz="2000" dirty="0">
                              <a:latin typeface="Verdana" pitchFamily="34" charset="0"/>
                              <a:ea typeface="Verdana" pitchFamily="34" charset="0"/>
                            </a:rPr>
                            <a:t> </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3"/>
                      </a:ext>
                    </a:extLst>
                  </a:tr>
                  <a:tr h="370840">
                    <a:tc>
                      <a:txBody>
                        <a:bodyPr/>
                        <a:lstStyle/>
                        <a:p>
                          <a:pPr marL="0" marR="0" indent="0" algn="ctr" defTabSz="914400" rtl="0" eaLnBrk="1" fontAlgn="auto" latinLnBrk="0" hangingPunct="1">
                            <a:lnSpc>
                              <a:spcPct val="100000"/>
                            </a:lnSpc>
                            <a:spcBef>
                              <a:spcPts val="0"/>
                            </a:spcBef>
                            <a:spcAft>
                              <a:spcPts val="0"/>
                            </a:spcAft>
                            <a:buClr>
                              <a:srgbClr val="000000"/>
                            </a:buClr>
                            <a:buSzTx/>
                            <a:buFont typeface="Arial"/>
                            <a:buNone/>
                            <a:tabLst/>
                            <a:defRPr/>
                          </a:pPr>
                          <a:r>
                            <a:rPr lang="en-US" sz="1800" b="1" dirty="0">
                              <a:latin typeface="Verdana" pitchFamily="34" charset="0"/>
                              <a:ea typeface="Verdana" pitchFamily="34" charset="0"/>
                            </a:rPr>
                            <a:t>Simulation 4</a:t>
                          </a: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75000"/>
                          </a:schemeClr>
                        </a:solidFill>
                      </a:tcPr>
                    </a:tc>
                    <a:tc>
                      <a:txBody>
                        <a:bodyPr/>
                        <a:lstStyle/>
                        <a:p>
                          <a:endParaRPr lang="en-US" sz="2000">
                            <a:latin typeface="Verdana" pitchFamily="34" charset="0"/>
                            <a:ea typeface="Verdana" pitchFamily="34"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endParaRPr lang="en-US" sz="2000" dirty="0">
                            <a:latin typeface="Verdana" pitchFamily="34" charset="0"/>
                            <a:ea typeface="Verdana" pitchFamily="34"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endParaRPr lang="en-US" sz="2000" dirty="0">
                            <a:latin typeface="Verdana" pitchFamily="34" charset="0"/>
                            <a:ea typeface="Verdana" pitchFamily="34"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endParaRPr lang="en-US" sz="2000" dirty="0">
                            <a:latin typeface="Verdana" pitchFamily="34" charset="0"/>
                            <a:ea typeface="Verdana" pitchFamily="34"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endParaRPr lang="en-US" sz="2000">
                            <a:latin typeface="Verdana" pitchFamily="34" charset="0"/>
                            <a:ea typeface="Verdana" pitchFamily="34"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indent="0" algn="ctr" defTabSz="914400" rtl="0" eaLnBrk="1" fontAlgn="auto" latinLnBrk="0" hangingPunct="1">
                            <a:lnSpc>
                              <a:spcPct val="100000"/>
                            </a:lnSpc>
                            <a:spcBef>
                              <a:spcPts val="0"/>
                            </a:spcBef>
                            <a:spcAft>
                              <a:spcPts val="0"/>
                            </a:spcAft>
                            <a:buClr>
                              <a:srgbClr val="000000"/>
                            </a:buClr>
                            <a:buSzTx/>
                            <a:buFont typeface="Arial"/>
                            <a:buNone/>
                            <a:tabLst/>
                            <a:defRPr/>
                          </a:pPr>
                          <a14:m>
                            <m:oMath xmlns:m="http://schemas.openxmlformats.org/officeDocument/2006/math">
                              <m:f>
                                <m:fPr>
                                  <m:ctrlPr>
                                    <a:rPr lang="en-US" sz="2000" i="1" smtClean="0">
                                      <a:latin typeface="Cambria Math" panose="02040503050406030204" pitchFamily="18" charset="0"/>
                                      <a:ea typeface="Verdana" pitchFamily="34" charset="0"/>
                                    </a:rPr>
                                  </m:ctrlPr>
                                </m:fPr>
                                <m:num>
                                  <m:r>
                                    <a:rPr lang="en-US" sz="2000" b="0" i="1" smtClean="0">
                                      <a:latin typeface="Cambria Math"/>
                                      <a:ea typeface="Verdana" pitchFamily="34" charset="0"/>
                                    </a:rPr>
                                    <m:t> </m:t>
                                  </m:r>
                                </m:num>
                                <m:den>
                                  <m:r>
                                    <a:rPr lang="en-US" sz="2000" b="0" i="1" smtClean="0">
                                      <a:latin typeface="Cambria Math"/>
                                      <a:ea typeface="Verdana" pitchFamily="34" charset="0"/>
                                    </a:rPr>
                                    <m:t>  5  </m:t>
                                  </m:r>
                                </m:den>
                              </m:f>
                            </m:oMath>
                          </a14:m>
                          <a:r>
                            <a:rPr lang="en-US" sz="2000" dirty="0">
                              <a:latin typeface="Verdana" pitchFamily="34" charset="0"/>
                              <a:ea typeface="Verdana" pitchFamily="34" charset="0"/>
                            </a:rPr>
                            <a:t> </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4"/>
                      </a:ext>
                    </a:extLst>
                  </a:tr>
                  <a:tr h="370840">
                    <a:tc>
                      <a:txBody>
                        <a:bodyPr/>
                        <a:lstStyle/>
                        <a:p>
                          <a:pPr marL="0" marR="0" indent="0" algn="ctr" defTabSz="914400" rtl="0" eaLnBrk="1" fontAlgn="auto" latinLnBrk="0" hangingPunct="1">
                            <a:lnSpc>
                              <a:spcPct val="100000"/>
                            </a:lnSpc>
                            <a:spcBef>
                              <a:spcPts val="0"/>
                            </a:spcBef>
                            <a:spcAft>
                              <a:spcPts val="0"/>
                            </a:spcAft>
                            <a:buClr>
                              <a:srgbClr val="000000"/>
                            </a:buClr>
                            <a:buSzTx/>
                            <a:buFont typeface="Arial"/>
                            <a:buNone/>
                            <a:tabLst/>
                            <a:defRPr/>
                          </a:pPr>
                          <a:r>
                            <a:rPr lang="en-US" sz="1800" b="1" dirty="0">
                              <a:latin typeface="Verdana" pitchFamily="34" charset="0"/>
                              <a:ea typeface="Verdana" pitchFamily="34" charset="0"/>
                            </a:rPr>
                            <a:t>Simulation 5</a:t>
                          </a: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75000"/>
                          </a:schemeClr>
                        </a:solidFill>
                      </a:tcPr>
                    </a:tc>
                    <a:tc>
                      <a:txBody>
                        <a:bodyPr/>
                        <a:lstStyle/>
                        <a:p>
                          <a:endParaRPr lang="en-US" sz="2000">
                            <a:latin typeface="Verdana" pitchFamily="34" charset="0"/>
                            <a:ea typeface="Verdana" pitchFamily="34"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endParaRPr lang="en-US" sz="2000">
                            <a:latin typeface="Verdana" pitchFamily="34" charset="0"/>
                            <a:ea typeface="Verdana" pitchFamily="34"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endParaRPr lang="en-US" sz="2000">
                            <a:latin typeface="Verdana" pitchFamily="34" charset="0"/>
                            <a:ea typeface="Verdana" pitchFamily="34"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endParaRPr lang="en-US" sz="2000" dirty="0">
                            <a:latin typeface="Verdana" pitchFamily="34" charset="0"/>
                            <a:ea typeface="Verdana" pitchFamily="34"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endParaRPr lang="en-US" sz="2000" dirty="0">
                            <a:latin typeface="Verdana" pitchFamily="34" charset="0"/>
                            <a:ea typeface="Verdana" pitchFamily="34"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indent="0" algn="ctr" defTabSz="914400" rtl="0" eaLnBrk="1" fontAlgn="auto" latinLnBrk="0" hangingPunct="1">
                            <a:lnSpc>
                              <a:spcPct val="100000"/>
                            </a:lnSpc>
                            <a:spcBef>
                              <a:spcPts val="0"/>
                            </a:spcBef>
                            <a:spcAft>
                              <a:spcPts val="0"/>
                            </a:spcAft>
                            <a:buClr>
                              <a:srgbClr val="000000"/>
                            </a:buClr>
                            <a:buSzTx/>
                            <a:buFont typeface="Arial"/>
                            <a:buNone/>
                            <a:tabLst/>
                            <a:defRPr/>
                          </a:pPr>
                          <a14:m>
                            <m:oMath xmlns:m="http://schemas.openxmlformats.org/officeDocument/2006/math">
                              <m:f>
                                <m:fPr>
                                  <m:ctrlPr>
                                    <a:rPr lang="en-US" sz="2000" i="1" smtClean="0">
                                      <a:latin typeface="Cambria Math" panose="02040503050406030204" pitchFamily="18" charset="0"/>
                                      <a:ea typeface="Verdana" pitchFamily="34" charset="0"/>
                                    </a:rPr>
                                  </m:ctrlPr>
                                </m:fPr>
                                <m:num>
                                  <m:r>
                                    <a:rPr lang="en-US" sz="2000" b="0" i="1" smtClean="0">
                                      <a:latin typeface="Cambria Math"/>
                                      <a:ea typeface="Verdana" pitchFamily="34" charset="0"/>
                                    </a:rPr>
                                    <m:t> </m:t>
                                  </m:r>
                                </m:num>
                                <m:den>
                                  <m:r>
                                    <a:rPr lang="en-US" sz="2000" b="0" i="1" smtClean="0">
                                      <a:latin typeface="Cambria Math"/>
                                      <a:ea typeface="Verdana" pitchFamily="34" charset="0"/>
                                    </a:rPr>
                                    <m:t>  5  </m:t>
                                  </m:r>
                                </m:den>
                              </m:f>
                            </m:oMath>
                          </a14:m>
                          <a:r>
                            <a:rPr lang="en-US" sz="2000" dirty="0">
                              <a:latin typeface="Verdana" pitchFamily="34" charset="0"/>
                              <a:ea typeface="Verdana" pitchFamily="34" charset="0"/>
                            </a:rPr>
                            <a:t> </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5"/>
                      </a:ext>
                    </a:extLst>
                  </a:tr>
                </a:tbl>
              </a:graphicData>
            </a:graphic>
          </p:graphicFrame>
        </mc:Choice>
        <mc:Fallback xmlns="">
          <p:graphicFrame>
            <p:nvGraphicFramePr>
              <p:cNvPr id="2" name="Table 1"/>
              <p:cNvGraphicFramePr>
                <a:graphicFrameLocks noGrp="1"/>
              </p:cNvGraphicFramePr>
              <p:nvPr>
                <p:extLst>
                  <p:ext uri="{D42A27DB-BD31-4B8C-83A1-F6EECF244321}">
                    <p14:modId xmlns:p14="http://schemas.microsoft.com/office/powerpoint/2010/main" val="1046515359"/>
                  </p:ext>
                </p:extLst>
              </p:nvPr>
            </p:nvGraphicFramePr>
            <p:xfrm>
              <a:off x="2559453" y="2896384"/>
              <a:ext cx="7223760" cy="2860675"/>
            </p:xfrm>
            <a:graphic>
              <a:graphicData uri="http://schemas.openxmlformats.org/drawingml/2006/table">
                <a:tbl>
                  <a:tblPr firstRow="1" bandRow="1">
                    <a:tableStyleId>{A91F0D33-8C57-4600-99A7-42BC86742BE1}</a:tableStyleId>
                  </a:tblPr>
                  <a:tblGrid>
                    <a:gridCol w="1828800">
                      <a:extLst>
                        <a:ext uri="{9D8B030D-6E8A-4147-A177-3AD203B41FA5}">
                          <a16:colId xmlns:a16="http://schemas.microsoft.com/office/drawing/2014/main" xmlns:a14="http://schemas.microsoft.com/office/drawing/2010/main" xmlns="" val="20000"/>
                        </a:ext>
                      </a:extLst>
                    </a:gridCol>
                    <a:gridCol w="822960">
                      <a:extLst>
                        <a:ext uri="{9D8B030D-6E8A-4147-A177-3AD203B41FA5}">
                          <a16:colId xmlns:a16="http://schemas.microsoft.com/office/drawing/2014/main" xmlns:a14="http://schemas.microsoft.com/office/drawing/2010/main" xmlns="" val="20001"/>
                        </a:ext>
                      </a:extLst>
                    </a:gridCol>
                    <a:gridCol w="822960">
                      <a:extLst>
                        <a:ext uri="{9D8B030D-6E8A-4147-A177-3AD203B41FA5}">
                          <a16:colId xmlns:a16="http://schemas.microsoft.com/office/drawing/2014/main" xmlns:a14="http://schemas.microsoft.com/office/drawing/2010/main" xmlns="" val="20002"/>
                        </a:ext>
                      </a:extLst>
                    </a:gridCol>
                    <a:gridCol w="822960">
                      <a:extLst>
                        <a:ext uri="{9D8B030D-6E8A-4147-A177-3AD203B41FA5}">
                          <a16:colId xmlns:a16="http://schemas.microsoft.com/office/drawing/2014/main" xmlns:a14="http://schemas.microsoft.com/office/drawing/2010/main" xmlns="" val="20003"/>
                        </a:ext>
                      </a:extLst>
                    </a:gridCol>
                    <a:gridCol w="822960">
                      <a:extLst>
                        <a:ext uri="{9D8B030D-6E8A-4147-A177-3AD203B41FA5}">
                          <a16:colId xmlns:a16="http://schemas.microsoft.com/office/drawing/2014/main" xmlns:a14="http://schemas.microsoft.com/office/drawing/2010/main" xmlns="" val="20004"/>
                        </a:ext>
                      </a:extLst>
                    </a:gridCol>
                    <a:gridCol w="822960">
                      <a:extLst>
                        <a:ext uri="{9D8B030D-6E8A-4147-A177-3AD203B41FA5}">
                          <a16:colId xmlns:a16="http://schemas.microsoft.com/office/drawing/2014/main" xmlns:a14="http://schemas.microsoft.com/office/drawing/2010/main" xmlns="" val="20005"/>
                        </a:ext>
                      </a:extLst>
                    </a:gridCol>
                    <a:gridCol w="1280160">
                      <a:extLst>
                        <a:ext uri="{9D8B030D-6E8A-4147-A177-3AD203B41FA5}">
                          <a16:colId xmlns:a16="http://schemas.microsoft.com/office/drawing/2014/main" xmlns:a14="http://schemas.microsoft.com/office/drawing/2010/main" xmlns="" val="20006"/>
                        </a:ext>
                      </a:extLst>
                    </a:gridCol>
                  </a:tblGrid>
                  <a:tr h="548640">
                    <a:tc>
                      <a:txBody>
                        <a:bodyPr/>
                        <a:lstStyle/>
                        <a:p>
                          <a:pPr algn="ctr"/>
                          <a:endParaRPr lang="en-US" sz="1800" dirty="0">
                            <a:latin typeface="Verdana" pitchFamily="34" charset="0"/>
                            <a:ea typeface="Verdana" pitchFamily="34" charset="0"/>
                          </a:endParaRPr>
                        </a:p>
                      </a:txBody>
                      <a:tcPr anchor="ctr">
                        <a:lnL w="12700" cap="flat" cmpd="sng" algn="ctr">
                          <a:no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n-US" sz="1800" b="1" dirty="0">
                              <a:latin typeface="Verdana" pitchFamily="34" charset="0"/>
                              <a:ea typeface="Verdana" pitchFamily="34" charset="0"/>
                            </a:rPr>
                            <a:t>Shot 1</a:t>
                          </a:r>
                        </a:p>
                      </a:txBody>
                      <a:tcPr marL="0" marR="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75000"/>
                          </a:schemeClr>
                        </a:solidFill>
                      </a:tcPr>
                    </a:tc>
                    <a:tc>
                      <a:txBody>
                        <a:bodyPr/>
                        <a:lstStyle/>
                        <a:p>
                          <a:pPr algn="ctr"/>
                          <a:r>
                            <a:rPr lang="en-US" sz="1800" b="1" dirty="0">
                              <a:latin typeface="Verdana" pitchFamily="34" charset="0"/>
                              <a:ea typeface="Verdana" pitchFamily="34" charset="0"/>
                            </a:rPr>
                            <a:t>Shot 2</a:t>
                          </a:r>
                        </a:p>
                      </a:txBody>
                      <a:tcPr marL="0" marR="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75000"/>
                          </a:schemeClr>
                        </a:solidFill>
                      </a:tcPr>
                    </a:tc>
                    <a:tc>
                      <a:txBody>
                        <a:bodyPr/>
                        <a:lstStyle/>
                        <a:p>
                          <a:pPr algn="ctr"/>
                          <a:r>
                            <a:rPr lang="en-US" sz="1800" b="1" dirty="0">
                              <a:latin typeface="Verdana" pitchFamily="34" charset="0"/>
                              <a:ea typeface="Verdana" pitchFamily="34" charset="0"/>
                            </a:rPr>
                            <a:t>Shot</a:t>
                          </a:r>
                          <a:r>
                            <a:rPr lang="en-US" sz="1800" b="1" baseline="0" dirty="0">
                              <a:latin typeface="Verdana" pitchFamily="34" charset="0"/>
                              <a:ea typeface="Verdana" pitchFamily="34" charset="0"/>
                            </a:rPr>
                            <a:t> 3</a:t>
                          </a:r>
                          <a:endParaRPr lang="en-US" sz="1800" b="1" dirty="0">
                            <a:latin typeface="Verdana" pitchFamily="34" charset="0"/>
                            <a:ea typeface="Verdana" pitchFamily="34" charset="0"/>
                          </a:endParaRPr>
                        </a:p>
                      </a:txBody>
                      <a:tcPr marL="0" marR="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75000"/>
                          </a:schemeClr>
                        </a:solidFill>
                      </a:tcPr>
                    </a:tc>
                    <a:tc>
                      <a:txBody>
                        <a:bodyPr/>
                        <a:lstStyle/>
                        <a:p>
                          <a:pPr algn="ctr"/>
                          <a:r>
                            <a:rPr lang="en-US" sz="1800" b="1" dirty="0">
                              <a:latin typeface="Verdana" pitchFamily="34" charset="0"/>
                              <a:ea typeface="Verdana" pitchFamily="34" charset="0"/>
                            </a:rPr>
                            <a:t>Shot 4</a:t>
                          </a:r>
                        </a:p>
                      </a:txBody>
                      <a:tcPr marL="0" marR="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75000"/>
                          </a:schemeClr>
                        </a:solidFill>
                      </a:tcPr>
                    </a:tc>
                    <a:tc>
                      <a:txBody>
                        <a:bodyPr/>
                        <a:lstStyle/>
                        <a:p>
                          <a:pPr algn="ctr"/>
                          <a:r>
                            <a:rPr lang="en-US" sz="1800" b="1" dirty="0">
                              <a:latin typeface="Verdana" pitchFamily="34" charset="0"/>
                              <a:ea typeface="Verdana" pitchFamily="34" charset="0"/>
                            </a:rPr>
                            <a:t>Shot 5</a:t>
                          </a:r>
                        </a:p>
                      </a:txBody>
                      <a:tcPr marL="0" marR="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75000"/>
                          </a:schemeClr>
                        </a:solidFill>
                      </a:tcPr>
                    </a:tc>
                    <a:tc>
                      <a:txBody>
                        <a:bodyPr/>
                        <a:lstStyle/>
                        <a:p>
                          <a:pPr algn="ctr"/>
                          <a:r>
                            <a:rPr lang="en-US" sz="1800" b="1" dirty="0">
                              <a:latin typeface="Verdana" pitchFamily="34" charset="0"/>
                              <a:ea typeface="Verdana" pitchFamily="34" charset="0"/>
                            </a:rPr>
                            <a:t>Fraction Made</a:t>
                          </a:r>
                        </a:p>
                      </a:txBody>
                      <a:tcPr marL="0" marR="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75000"/>
                          </a:schemeClr>
                        </a:solidFill>
                      </a:tcPr>
                    </a:tc>
                    <a:extLst>
                      <a:ext uri="{0D108BD9-81ED-4DB2-BD59-A6C34878D82A}">
                        <a16:rowId xmlns:a16="http://schemas.microsoft.com/office/drawing/2014/main" xmlns:a14="http://schemas.microsoft.com/office/drawing/2010/main" xmlns="" val="10000"/>
                      </a:ext>
                    </a:extLst>
                  </a:tr>
                  <a:tr h="462407">
                    <a:tc>
                      <a:txBody>
                        <a:bodyPr/>
                        <a:lstStyle/>
                        <a:p>
                          <a:pPr algn="ctr"/>
                          <a:r>
                            <a:rPr lang="en-US" sz="1800" b="1" dirty="0">
                              <a:latin typeface="Verdana" pitchFamily="34" charset="0"/>
                              <a:ea typeface="Verdana" pitchFamily="34" charset="0"/>
                            </a:rPr>
                            <a:t>Simulation 1</a:t>
                          </a: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75000"/>
                          </a:schemeClr>
                        </a:solidFill>
                      </a:tcPr>
                    </a:tc>
                    <a:tc>
                      <a:txBody>
                        <a:bodyPr/>
                        <a:lstStyle/>
                        <a:p>
                          <a:endParaRPr lang="en-US" sz="2000">
                            <a:latin typeface="Verdana" pitchFamily="34" charset="0"/>
                            <a:ea typeface="Verdana" pitchFamily="34"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endParaRPr lang="en-US" sz="2000" dirty="0">
                            <a:latin typeface="Verdana" pitchFamily="34" charset="0"/>
                            <a:ea typeface="Verdana" pitchFamily="34"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endParaRPr lang="en-US" sz="2000">
                            <a:latin typeface="Verdana" pitchFamily="34" charset="0"/>
                            <a:ea typeface="Verdana" pitchFamily="34"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endParaRPr lang="en-US" sz="2000">
                            <a:latin typeface="Verdana" pitchFamily="34" charset="0"/>
                            <a:ea typeface="Verdana" pitchFamily="34"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endParaRPr lang="en-US" sz="2000">
                            <a:latin typeface="Verdana" pitchFamily="34" charset="0"/>
                            <a:ea typeface="Verdana" pitchFamily="34"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endParaRPr lang="en-US"/>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rotWithShape="0">
                          <a:blip r:embed="rId4"/>
                          <a:stretch>
                            <a:fillRect l="-465238" t="-135526" r="-952" b="-488158"/>
                          </a:stretch>
                        </a:blipFill>
                      </a:tcPr>
                    </a:tc>
                    <a:extLst>
                      <a:ext uri="{0D108BD9-81ED-4DB2-BD59-A6C34878D82A}">
                        <a16:rowId xmlns:a16="http://schemas.microsoft.com/office/drawing/2014/main" xmlns:a14="http://schemas.microsoft.com/office/drawing/2010/main" xmlns="" val="10001"/>
                      </a:ext>
                    </a:extLst>
                  </a:tr>
                  <a:tr h="462407">
                    <a:tc>
                      <a:txBody>
                        <a:bodyPr/>
                        <a:lstStyle/>
                        <a:p>
                          <a:pPr marL="0" marR="0" indent="0" algn="ctr" defTabSz="914400" rtl="0" eaLnBrk="1" fontAlgn="auto" latinLnBrk="0" hangingPunct="1">
                            <a:lnSpc>
                              <a:spcPct val="100000"/>
                            </a:lnSpc>
                            <a:spcBef>
                              <a:spcPts val="0"/>
                            </a:spcBef>
                            <a:spcAft>
                              <a:spcPts val="0"/>
                            </a:spcAft>
                            <a:buClr>
                              <a:srgbClr val="000000"/>
                            </a:buClr>
                            <a:buSzTx/>
                            <a:buFont typeface="Arial"/>
                            <a:buNone/>
                            <a:tabLst/>
                            <a:defRPr/>
                          </a:pPr>
                          <a:r>
                            <a:rPr lang="en-US" sz="1800" b="1" dirty="0">
                              <a:latin typeface="Verdana" pitchFamily="34" charset="0"/>
                              <a:ea typeface="Verdana" pitchFamily="34" charset="0"/>
                            </a:rPr>
                            <a:t>Simulation 2</a:t>
                          </a: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75000"/>
                          </a:schemeClr>
                        </a:solidFill>
                      </a:tcPr>
                    </a:tc>
                    <a:tc>
                      <a:txBody>
                        <a:bodyPr/>
                        <a:lstStyle/>
                        <a:p>
                          <a:endParaRPr lang="en-US" sz="2000" dirty="0">
                            <a:latin typeface="Verdana" pitchFamily="34" charset="0"/>
                            <a:ea typeface="Verdana" pitchFamily="34"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endParaRPr lang="en-US" sz="2000" dirty="0">
                            <a:latin typeface="Verdana" pitchFamily="34" charset="0"/>
                            <a:ea typeface="Verdana" pitchFamily="34"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endParaRPr lang="en-US" sz="2000">
                            <a:latin typeface="Verdana" pitchFamily="34" charset="0"/>
                            <a:ea typeface="Verdana" pitchFamily="34"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endParaRPr lang="en-US" sz="2000">
                            <a:latin typeface="Verdana" pitchFamily="34" charset="0"/>
                            <a:ea typeface="Verdana" pitchFamily="34"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endParaRPr lang="en-US" sz="2000">
                            <a:latin typeface="Verdana" pitchFamily="34" charset="0"/>
                            <a:ea typeface="Verdana" pitchFamily="34"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endParaRPr lang="en-US"/>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rotWithShape="0">
                          <a:blip r:embed="rId4"/>
                          <a:stretch>
                            <a:fillRect l="-465238" t="-235526" r="-952" b="-388158"/>
                          </a:stretch>
                        </a:blipFill>
                      </a:tcPr>
                    </a:tc>
                    <a:extLst>
                      <a:ext uri="{0D108BD9-81ED-4DB2-BD59-A6C34878D82A}">
                        <a16:rowId xmlns:a16="http://schemas.microsoft.com/office/drawing/2014/main" xmlns:a14="http://schemas.microsoft.com/office/drawing/2010/main" xmlns="" val="10002"/>
                      </a:ext>
                    </a:extLst>
                  </a:tr>
                  <a:tr h="462407">
                    <a:tc>
                      <a:txBody>
                        <a:bodyPr/>
                        <a:lstStyle/>
                        <a:p>
                          <a:pPr marL="0" marR="0" indent="0" algn="ctr" defTabSz="914400" rtl="0" eaLnBrk="1" fontAlgn="auto" latinLnBrk="0" hangingPunct="1">
                            <a:lnSpc>
                              <a:spcPct val="100000"/>
                            </a:lnSpc>
                            <a:spcBef>
                              <a:spcPts val="0"/>
                            </a:spcBef>
                            <a:spcAft>
                              <a:spcPts val="0"/>
                            </a:spcAft>
                            <a:buClr>
                              <a:srgbClr val="000000"/>
                            </a:buClr>
                            <a:buSzTx/>
                            <a:buFont typeface="Arial"/>
                            <a:buNone/>
                            <a:tabLst/>
                            <a:defRPr/>
                          </a:pPr>
                          <a:r>
                            <a:rPr lang="en-US" sz="1800" b="1" dirty="0">
                              <a:latin typeface="Verdana" pitchFamily="34" charset="0"/>
                              <a:ea typeface="Verdana" pitchFamily="34" charset="0"/>
                            </a:rPr>
                            <a:t>Simulation 3</a:t>
                          </a: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75000"/>
                          </a:schemeClr>
                        </a:solidFill>
                      </a:tcPr>
                    </a:tc>
                    <a:tc>
                      <a:txBody>
                        <a:bodyPr/>
                        <a:lstStyle/>
                        <a:p>
                          <a:endParaRPr lang="en-US" sz="2000">
                            <a:latin typeface="Verdana" pitchFamily="34" charset="0"/>
                            <a:ea typeface="Verdana" pitchFamily="34"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endParaRPr lang="en-US" sz="2000">
                            <a:latin typeface="Verdana" pitchFamily="34" charset="0"/>
                            <a:ea typeface="Verdana" pitchFamily="34"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endParaRPr lang="en-US" sz="2000">
                            <a:latin typeface="Verdana" pitchFamily="34" charset="0"/>
                            <a:ea typeface="Verdana" pitchFamily="34"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endParaRPr lang="en-US" sz="2000">
                            <a:latin typeface="Verdana" pitchFamily="34" charset="0"/>
                            <a:ea typeface="Verdana" pitchFamily="34"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endParaRPr lang="en-US" sz="2000">
                            <a:latin typeface="Verdana" pitchFamily="34" charset="0"/>
                            <a:ea typeface="Verdana" pitchFamily="34"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endParaRPr lang="en-US"/>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rotWithShape="0">
                          <a:blip r:embed="rId4"/>
                          <a:stretch>
                            <a:fillRect l="-465238" t="-335526" r="-952" b="-288158"/>
                          </a:stretch>
                        </a:blipFill>
                      </a:tcPr>
                    </a:tc>
                    <a:extLst>
                      <a:ext uri="{0D108BD9-81ED-4DB2-BD59-A6C34878D82A}">
                        <a16:rowId xmlns:a16="http://schemas.microsoft.com/office/drawing/2014/main" xmlns:a14="http://schemas.microsoft.com/office/drawing/2010/main" xmlns="" val="10003"/>
                      </a:ext>
                    </a:extLst>
                  </a:tr>
                  <a:tr h="462407">
                    <a:tc>
                      <a:txBody>
                        <a:bodyPr/>
                        <a:lstStyle/>
                        <a:p>
                          <a:pPr marL="0" marR="0" indent="0" algn="ctr" defTabSz="914400" rtl="0" eaLnBrk="1" fontAlgn="auto" latinLnBrk="0" hangingPunct="1">
                            <a:lnSpc>
                              <a:spcPct val="100000"/>
                            </a:lnSpc>
                            <a:spcBef>
                              <a:spcPts val="0"/>
                            </a:spcBef>
                            <a:spcAft>
                              <a:spcPts val="0"/>
                            </a:spcAft>
                            <a:buClr>
                              <a:srgbClr val="000000"/>
                            </a:buClr>
                            <a:buSzTx/>
                            <a:buFont typeface="Arial"/>
                            <a:buNone/>
                            <a:tabLst/>
                            <a:defRPr/>
                          </a:pPr>
                          <a:r>
                            <a:rPr lang="en-US" sz="1800" b="1" dirty="0">
                              <a:latin typeface="Verdana" pitchFamily="34" charset="0"/>
                              <a:ea typeface="Verdana" pitchFamily="34" charset="0"/>
                            </a:rPr>
                            <a:t>Simulation 4</a:t>
                          </a: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75000"/>
                          </a:schemeClr>
                        </a:solidFill>
                      </a:tcPr>
                    </a:tc>
                    <a:tc>
                      <a:txBody>
                        <a:bodyPr/>
                        <a:lstStyle/>
                        <a:p>
                          <a:endParaRPr lang="en-US" sz="2000">
                            <a:latin typeface="Verdana" pitchFamily="34" charset="0"/>
                            <a:ea typeface="Verdana" pitchFamily="34"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endParaRPr lang="en-US" sz="2000" dirty="0">
                            <a:latin typeface="Verdana" pitchFamily="34" charset="0"/>
                            <a:ea typeface="Verdana" pitchFamily="34"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endParaRPr lang="en-US" sz="2000" dirty="0">
                            <a:latin typeface="Verdana" pitchFamily="34" charset="0"/>
                            <a:ea typeface="Verdana" pitchFamily="34"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endParaRPr lang="en-US" sz="2000" dirty="0">
                            <a:latin typeface="Verdana" pitchFamily="34" charset="0"/>
                            <a:ea typeface="Verdana" pitchFamily="34"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endParaRPr lang="en-US" sz="2000">
                            <a:latin typeface="Verdana" pitchFamily="34" charset="0"/>
                            <a:ea typeface="Verdana" pitchFamily="34"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endParaRPr lang="en-US"/>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rotWithShape="0">
                          <a:blip r:embed="rId4"/>
                          <a:stretch>
                            <a:fillRect l="-465238" t="-435526" r="-952" b="-188158"/>
                          </a:stretch>
                        </a:blipFill>
                      </a:tcPr>
                    </a:tc>
                    <a:extLst>
                      <a:ext uri="{0D108BD9-81ED-4DB2-BD59-A6C34878D82A}">
                        <a16:rowId xmlns:a16="http://schemas.microsoft.com/office/drawing/2014/main" xmlns:a14="http://schemas.microsoft.com/office/drawing/2010/main" xmlns="" val="10004"/>
                      </a:ext>
                    </a:extLst>
                  </a:tr>
                  <a:tr h="462407">
                    <a:tc>
                      <a:txBody>
                        <a:bodyPr/>
                        <a:lstStyle/>
                        <a:p>
                          <a:pPr marL="0" marR="0" indent="0" algn="ctr" defTabSz="914400" rtl="0" eaLnBrk="1" fontAlgn="auto" latinLnBrk="0" hangingPunct="1">
                            <a:lnSpc>
                              <a:spcPct val="100000"/>
                            </a:lnSpc>
                            <a:spcBef>
                              <a:spcPts val="0"/>
                            </a:spcBef>
                            <a:spcAft>
                              <a:spcPts val="0"/>
                            </a:spcAft>
                            <a:buClr>
                              <a:srgbClr val="000000"/>
                            </a:buClr>
                            <a:buSzTx/>
                            <a:buFont typeface="Arial"/>
                            <a:buNone/>
                            <a:tabLst/>
                            <a:defRPr/>
                          </a:pPr>
                          <a:r>
                            <a:rPr lang="en-US" sz="1800" b="1" dirty="0">
                              <a:latin typeface="Verdana" pitchFamily="34" charset="0"/>
                              <a:ea typeface="Verdana" pitchFamily="34" charset="0"/>
                            </a:rPr>
                            <a:t>Simulation 5</a:t>
                          </a: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75000"/>
                          </a:schemeClr>
                        </a:solidFill>
                      </a:tcPr>
                    </a:tc>
                    <a:tc>
                      <a:txBody>
                        <a:bodyPr/>
                        <a:lstStyle/>
                        <a:p>
                          <a:endParaRPr lang="en-US" sz="2000">
                            <a:latin typeface="Verdana" pitchFamily="34" charset="0"/>
                            <a:ea typeface="Verdana" pitchFamily="34"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endParaRPr lang="en-US" sz="2000">
                            <a:latin typeface="Verdana" pitchFamily="34" charset="0"/>
                            <a:ea typeface="Verdana" pitchFamily="34"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endParaRPr lang="en-US" sz="2000">
                            <a:latin typeface="Verdana" pitchFamily="34" charset="0"/>
                            <a:ea typeface="Verdana" pitchFamily="34"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endParaRPr lang="en-US" sz="2000" dirty="0">
                            <a:latin typeface="Verdana" pitchFamily="34" charset="0"/>
                            <a:ea typeface="Verdana" pitchFamily="34"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endParaRPr lang="en-US" sz="2000" dirty="0">
                            <a:latin typeface="Verdana" pitchFamily="34" charset="0"/>
                            <a:ea typeface="Verdana" pitchFamily="34"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endParaRPr lang="en-US"/>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rotWithShape="0">
                          <a:blip r:embed="rId4"/>
                          <a:stretch>
                            <a:fillRect l="-465238" t="-535526" r="-952" b="-88158"/>
                          </a:stretch>
                        </a:blipFill>
                      </a:tcPr>
                    </a:tc>
                    <a:extLst>
                      <a:ext uri="{0D108BD9-81ED-4DB2-BD59-A6C34878D82A}">
                        <a16:rowId xmlns:a16="http://schemas.microsoft.com/office/drawing/2014/main" xmlns:a14="http://schemas.microsoft.com/office/drawing/2010/main" xmlns="" val="10005"/>
                      </a:ext>
                    </a:extLst>
                  </a:tr>
                </a:tbl>
              </a:graphicData>
            </a:graphic>
          </p:graphicFrame>
        </mc:Fallback>
      </mc:AlternateContent>
      <p:sp>
        <p:nvSpPr>
          <p:cNvPr id="9" name="Google Shape;282;g104476d1465_1_17"/>
          <p:cNvSpPr txBox="1"/>
          <p:nvPr/>
        </p:nvSpPr>
        <p:spPr>
          <a:xfrm>
            <a:off x="8698707" y="6457674"/>
            <a:ext cx="2634000" cy="400200"/>
          </a:xfrm>
          <a:prstGeom prst="rect">
            <a:avLst/>
          </a:prstGeom>
          <a:noFill/>
          <a:ln>
            <a:noFill/>
          </a:ln>
        </p:spPr>
        <p:txBody>
          <a:bodyPr spcFirstLastPara="1" wrap="square" lIns="91425" tIns="91425" rIns="91425" bIns="91425" anchor="t" anchorCtr="0">
            <a:spAutoFit/>
          </a:bodyPr>
          <a:lstStyle/>
          <a:p>
            <a:pPr algn="r"/>
            <a:r>
              <a:rPr lang="en-US" i="1" dirty="0">
                <a:latin typeface="Calibri"/>
                <a:ea typeface="Calibri"/>
                <a:cs typeface="Calibri"/>
                <a:sym typeface="Calibri"/>
              </a:rPr>
              <a:t>volume 2, pg. 433</a:t>
            </a:r>
            <a:endParaRPr i="1" dirty="0">
              <a:latin typeface="Calibri"/>
              <a:ea typeface="Calibri"/>
              <a:cs typeface="Calibri"/>
              <a:sym typeface="Calibri"/>
            </a:endParaRPr>
          </a:p>
        </p:txBody>
      </p:sp>
      <p:pic>
        <p:nvPicPr>
          <p:cNvPr id="10" name="Google Shape;283;g104476d1465_1_17"/>
          <p:cNvPicPr preferRelativeResize="0"/>
          <p:nvPr/>
        </p:nvPicPr>
        <p:blipFill>
          <a:blip r:embed="rId5" cstate="screen">
            <a:alphaModFix/>
            <a:extLst>
              <a:ext uri="{28A0092B-C50C-407E-A947-70E740481C1C}">
                <a14:useLocalDpi xmlns:a14="http://schemas.microsoft.com/office/drawing/2010/main"/>
              </a:ext>
            </a:extLst>
          </a:blip>
          <a:stretch>
            <a:fillRect/>
          </a:stretch>
        </p:blipFill>
        <p:spPr>
          <a:xfrm>
            <a:off x="11436933" y="6200599"/>
            <a:ext cx="563850" cy="657276"/>
          </a:xfrm>
          <a:prstGeom prst="rect">
            <a:avLst/>
          </a:prstGeom>
          <a:noFill/>
          <a:ln>
            <a:noFill/>
          </a:ln>
          <a:effectLst>
            <a:outerShdw blurRad="57150" dist="19050" dir="5400000" algn="bl" rotWithShape="0">
              <a:srgbClr val="000000">
                <a:alpha val="50000"/>
              </a:srgbClr>
            </a:outerShdw>
          </a:effectLst>
        </p:spPr>
      </p:pic>
    </p:spTree>
    <p:extLst>
      <p:ext uri="{BB962C8B-B14F-4D97-AF65-F5344CB8AC3E}">
        <p14:creationId xmlns:p14="http://schemas.microsoft.com/office/powerpoint/2010/main" val="585869594"/>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Shape 277"/>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5" name="TextBox 4">
                <a:extLst>
                  <a:ext uri="{FF2B5EF4-FFF2-40B4-BE49-F238E27FC236}">
                    <a16:creationId xmlns:a16="http://schemas.microsoft.com/office/drawing/2014/main" id="{2AA35BC6-D428-FC41-BDE5-6438AB8840FC}"/>
                  </a:ext>
                </a:extLst>
              </p:cNvPr>
              <p:cNvSpPr txBox="1"/>
              <p:nvPr/>
            </p:nvSpPr>
            <p:spPr>
              <a:xfrm>
                <a:off x="902043" y="410666"/>
                <a:ext cx="10538580" cy="4033284"/>
              </a:xfrm>
              <a:prstGeom prst="rect">
                <a:avLst/>
              </a:prstGeom>
              <a:noFill/>
            </p:spPr>
            <p:txBody>
              <a:bodyPr wrap="square" rtlCol="0">
                <a:spAutoFit/>
              </a:bodyPr>
              <a:lstStyle/>
              <a:p>
                <a:pPr marL="914400" indent="-457200">
                  <a:spcBef>
                    <a:spcPts val="1200"/>
                  </a:spcBef>
                  <a:buFont typeface="+mj-lt"/>
                  <a:buAutoNum type="alphaLcPeriod" startAt="2"/>
                </a:pPr>
                <a:r>
                  <a:rPr lang="en-US" sz="2400" dirty="0">
                    <a:latin typeface="Verdana"/>
                    <a:ea typeface="Times New Roman"/>
                    <a:cs typeface="Times New Roman"/>
                  </a:rPr>
                  <a:t>Based on your group’s simulations, estimate the probability that Jimmy Butler made </a:t>
                </a:r>
                <a14:m>
                  <m:oMath xmlns:m="http://schemas.openxmlformats.org/officeDocument/2006/math">
                    <m:f>
                      <m:fPr>
                        <m:ctrlPr>
                          <a:rPr lang="en-US" sz="2400" i="1">
                            <a:latin typeface="Cambria Math" panose="02040503050406030204" pitchFamily="18" charset="0"/>
                            <a:ea typeface="Times New Roman"/>
                            <a:cs typeface="Times New Roman"/>
                          </a:rPr>
                        </m:ctrlPr>
                      </m:fPr>
                      <m:num>
                        <m:r>
                          <a:rPr lang="en-US" sz="2400" i="1">
                            <a:latin typeface="Cambria Math"/>
                            <a:ea typeface="Times New Roman"/>
                            <a:cs typeface="Times New Roman"/>
                          </a:rPr>
                          <m:t>2</m:t>
                        </m:r>
                      </m:num>
                      <m:den>
                        <m:r>
                          <a:rPr lang="en-US" sz="2400" i="1">
                            <a:latin typeface="Cambria Math"/>
                            <a:ea typeface="Times New Roman"/>
                            <a:cs typeface="Times New Roman"/>
                          </a:rPr>
                          <m:t>5</m:t>
                        </m:r>
                      </m:den>
                    </m:f>
                  </m:oMath>
                </a14:m>
                <a:r>
                  <a:rPr lang="en-US" sz="2400" dirty="0">
                    <a:latin typeface="Verdana"/>
                    <a:ea typeface="Times New Roman"/>
                    <a:cs typeface="Times New Roman"/>
                  </a:rPr>
                  <a:t> </a:t>
                </a:r>
                <a:br>
                  <a:rPr lang="en-US" sz="2400" dirty="0">
                    <a:latin typeface="Verdana"/>
                    <a:ea typeface="Times New Roman"/>
                    <a:cs typeface="Times New Roman"/>
                  </a:rPr>
                </a:br>
                <a:r>
                  <a:rPr lang="en-US" sz="2400" dirty="0">
                    <a:latin typeface="Verdana"/>
                    <a:ea typeface="Times New Roman"/>
                    <a:cs typeface="Times New Roman"/>
                  </a:rPr>
                  <a:t>of the three-point shots he attempted in </a:t>
                </a:r>
                <a:br>
                  <a:rPr lang="en-US" sz="2400" dirty="0">
                    <a:latin typeface="Verdana"/>
                    <a:ea typeface="Times New Roman"/>
                    <a:cs typeface="Times New Roman"/>
                  </a:rPr>
                </a:br>
                <a:r>
                  <a:rPr lang="en-US" sz="2400" dirty="0">
                    <a:latin typeface="Verdana"/>
                    <a:ea typeface="Times New Roman"/>
                    <a:cs typeface="Times New Roman"/>
                  </a:rPr>
                  <a:t>the game.</a:t>
                </a:r>
              </a:p>
              <a:p>
                <a:pPr marL="914400" indent="-457200">
                  <a:spcBef>
                    <a:spcPts val="1200"/>
                  </a:spcBef>
                  <a:buFont typeface="+mj-lt"/>
                  <a:buAutoNum type="alphaLcPeriod" startAt="2"/>
                </a:pPr>
                <a:endParaRPr lang="en-US" sz="2400" dirty="0">
                  <a:latin typeface="Verdana"/>
                  <a:ea typeface="Verdana" panose="020B0604030504040204" pitchFamily="34" charset="0"/>
                  <a:cs typeface="Times New Roman"/>
                </a:endParaRPr>
              </a:p>
              <a:p>
                <a:pPr marL="914400" indent="-457200">
                  <a:spcBef>
                    <a:spcPts val="1200"/>
                  </a:spcBef>
                  <a:buFont typeface="+mj-lt"/>
                  <a:buAutoNum type="alphaLcPeriod" startAt="2"/>
                </a:pPr>
                <a:endParaRPr lang="en-US" sz="2400" dirty="0">
                  <a:latin typeface="Verdana"/>
                  <a:ea typeface="Verdana" panose="020B0604030504040204" pitchFamily="34" charset="0"/>
                  <a:cs typeface="Times New Roman"/>
                </a:endParaRPr>
              </a:p>
              <a:p>
                <a:pPr marL="914400" indent="-457200">
                  <a:spcBef>
                    <a:spcPts val="1200"/>
                  </a:spcBef>
                  <a:buFont typeface="+mj-lt"/>
                  <a:buAutoNum type="alphaLcPeriod" startAt="2"/>
                </a:pPr>
                <a:r>
                  <a:rPr lang="en-US" sz="2400" dirty="0">
                    <a:latin typeface="Verdana"/>
                    <a:ea typeface="Times New Roman"/>
                    <a:cs typeface="Times New Roman"/>
                  </a:rPr>
                  <a:t>Jimmy Butler actually made </a:t>
                </a:r>
                <a14:m>
                  <m:oMath xmlns:m="http://schemas.openxmlformats.org/officeDocument/2006/math">
                    <m:r>
                      <a:rPr lang="en-US" sz="2400" i="1">
                        <a:latin typeface="Cambria Math"/>
                        <a:ea typeface="Times New Roman"/>
                        <a:cs typeface="Times New Roman"/>
                      </a:rPr>
                      <m:t>3</m:t>
                    </m:r>
                  </m:oMath>
                </a14:m>
                <a:r>
                  <a:rPr lang="en-US" sz="2400" dirty="0">
                    <a:latin typeface="Verdana"/>
                    <a:ea typeface="Times New Roman"/>
                    <a:cs typeface="Times New Roman"/>
                  </a:rPr>
                  <a:t> out of the </a:t>
                </a:r>
                <a:br>
                  <a:rPr lang="en-US" sz="2400" dirty="0">
                    <a:latin typeface="Verdana"/>
                    <a:ea typeface="Times New Roman"/>
                    <a:cs typeface="Times New Roman"/>
                  </a:rPr>
                </a:br>
                <a14:m>
                  <m:oMath xmlns:m="http://schemas.openxmlformats.org/officeDocument/2006/math">
                    <m:r>
                      <a:rPr lang="en-US" sz="2400" i="1">
                        <a:latin typeface="Cambria Math"/>
                        <a:ea typeface="Times New Roman"/>
                        <a:cs typeface="Times New Roman"/>
                      </a:rPr>
                      <m:t>5</m:t>
                    </m:r>
                  </m:oMath>
                </a14:m>
                <a:r>
                  <a:rPr lang="en-US" sz="2400" dirty="0">
                    <a:latin typeface="Verdana"/>
                    <a:ea typeface="Times New Roman"/>
                    <a:cs typeface="Times New Roman"/>
                  </a:rPr>
                  <a:t> three-point shots he attempted in the game. Explain how that compares to your group’s simulation results.</a:t>
                </a:r>
                <a:endParaRPr lang="en-US" sz="2400" dirty="0">
                  <a:latin typeface="Verdana" panose="020B0604030504040204" pitchFamily="34" charset="0"/>
                  <a:ea typeface="Verdana" panose="020B0604030504040204" pitchFamily="34" charset="0"/>
                  <a:cs typeface="Verdana" panose="020B0604030504040204" pitchFamily="34" charset="0"/>
                </a:endParaRPr>
              </a:p>
            </p:txBody>
          </p:sp>
        </mc:Choice>
        <mc:Fallback xmlns="">
          <p:sp>
            <p:nvSpPr>
              <p:cNvPr id="5" name="TextBox 4">
                <a:extLst>
                  <a:ext uri="{FF2B5EF4-FFF2-40B4-BE49-F238E27FC236}">
                    <a16:creationId xmlns:a16="http://schemas.microsoft.com/office/drawing/2014/main" xmlns:a14="http://schemas.microsoft.com/office/drawing/2010/main" xmlns="" id="{2AA35BC6-D428-FC41-BDE5-6438AB8840FC}"/>
                  </a:ext>
                </a:extLst>
              </p:cNvPr>
              <p:cNvSpPr txBox="1">
                <a:spLocks noRot="1" noChangeAspect="1" noMove="1" noResize="1" noEditPoints="1" noAdjustHandles="1" noChangeArrowheads="1" noChangeShapeType="1" noTextEdit="1"/>
              </p:cNvSpPr>
              <p:nvPr/>
            </p:nvSpPr>
            <p:spPr>
              <a:xfrm>
                <a:off x="902043" y="410666"/>
                <a:ext cx="10538580" cy="4033284"/>
              </a:xfrm>
              <a:prstGeom prst="rect">
                <a:avLst/>
              </a:prstGeom>
              <a:blipFill rotWithShape="0">
                <a:blip r:embed="rId3"/>
                <a:stretch>
                  <a:fillRect t="-1208" b="-2417"/>
                </a:stretch>
              </a:blipFill>
            </p:spPr>
            <p:txBody>
              <a:bodyPr/>
              <a:lstStyle/>
              <a:p>
                <a:r>
                  <a:rPr lang="en-US">
                    <a:noFill/>
                  </a:rPr>
                  <a:t> </a:t>
                </a:r>
              </a:p>
            </p:txBody>
          </p:sp>
        </mc:Fallback>
      </mc:AlternateContent>
      <p:sp>
        <p:nvSpPr>
          <p:cNvPr id="7" name="Google Shape;278;g104476d1465_1_17">
            <a:extLst>
              <a:ext uri="{FF2B5EF4-FFF2-40B4-BE49-F238E27FC236}">
                <a16:creationId xmlns:a16="http://schemas.microsoft.com/office/drawing/2014/main" id="{C2F4C951-E46B-E944-87E2-3B81D09643B6}"/>
              </a:ext>
            </a:extLst>
          </p:cNvPr>
          <p:cNvSpPr/>
          <p:nvPr/>
        </p:nvSpPr>
        <p:spPr>
          <a:xfrm>
            <a:off x="0" y="-8226"/>
            <a:ext cx="223200" cy="6866100"/>
          </a:xfrm>
          <a:prstGeom prst="rect">
            <a:avLst/>
          </a:prstGeom>
          <a:solidFill>
            <a:srgbClr val="CE0704"/>
          </a:solidFill>
          <a:ln w="9525" cap="flat" cmpd="sng">
            <a:solidFill>
              <a:srgbClr val="CE0704"/>
            </a:solidFill>
            <a:prstDash val="solid"/>
            <a:round/>
            <a:headEnd type="none" w="sm" len="sm"/>
            <a:tailEnd type="none" w="sm" len="sm"/>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endParaRPr/>
          </a:p>
        </p:txBody>
      </p:sp>
      <p:sp>
        <p:nvSpPr>
          <p:cNvPr id="6" name="Google Shape;282;g104476d1465_1_17"/>
          <p:cNvSpPr txBox="1"/>
          <p:nvPr/>
        </p:nvSpPr>
        <p:spPr>
          <a:xfrm>
            <a:off x="8698707" y="6457674"/>
            <a:ext cx="2634000" cy="400200"/>
          </a:xfrm>
          <a:prstGeom prst="rect">
            <a:avLst/>
          </a:prstGeom>
          <a:noFill/>
          <a:ln>
            <a:noFill/>
          </a:ln>
        </p:spPr>
        <p:txBody>
          <a:bodyPr spcFirstLastPara="1" wrap="square" lIns="91425" tIns="91425" rIns="91425" bIns="91425" anchor="t" anchorCtr="0">
            <a:spAutoFit/>
          </a:bodyPr>
          <a:lstStyle/>
          <a:p>
            <a:pPr algn="r"/>
            <a:r>
              <a:rPr lang="en-US" i="1" dirty="0">
                <a:latin typeface="Calibri"/>
                <a:ea typeface="Calibri"/>
                <a:cs typeface="Calibri"/>
                <a:sym typeface="Calibri"/>
              </a:rPr>
              <a:t>volume 2, pg. </a:t>
            </a:r>
            <a:r>
              <a:rPr lang="en-US" i="1">
                <a:latin typeface="Calibri"/>
                <a:ea typeface="Calibri"/>
                <a:cs typeface="Calibri"/>
                <a:sym typeface="Calibri"/>
              </a:rPr>
              <a:t>433</a:t>
            </a:r>
            <a:endParaRPr i="1" dirty="0">
              <a:latin typeface="Calibri"/>
              <a:ea typeface="Calibri"/>
              <a:cs typeface="Calibri"/>
              <a:sym typeface="Calibri"/>
            </a:endParaRPr>
          </a:p>
        </p:txBody>
      </p:sp>
      <p:pic>
        <p:nvPicPr>
          <p:cNvPr id="9" name="Google Shape;283;g104476d1465_1_17"/>
          <p:cNvPicPr preferRelativeResize="0"/>
          <p:nvPr/>
        </p:nvPicPr>
        <p:blipFill>
          <a:blip r:embed="rId4" cstate="screen">
            <a:alphaModFix/>
            <a:extLst>
              <a:ext uri="{28A0092B-C50C-407E-A947-70E740481C1C}">
                <a14:useLocalDpi xmlns:a14="http://schemas.microsoft.com/office/drawing/2010/main"/>
              </a:ext>
            </a:extLst>
          </a:blip>
          <a:stretch>
            <a:fillRect/>
          </a:stretch>
        </p:blipFill>
        <p:spPr>
          <a:xfrm>
            <a:off x="11436933" y="6200599"/>
            <a:ext cx="563850" cy="657276"/>
          </a:xfrm>
          <a:prstGeom prst="rect">
            <a:avLst/>
          </a:prstGeom>
          <a:noFill/>
          <a:ln>
            <a:noFill/>
          </a:ln>
          <a:effectLst>
            <a:outerShdw blurRad="57150" dist="19050" dir="5400000" algn="bl" rotWithShape="0">
              <a:srgbClr val="000000">
                <a:alpha val="50000"/>
              </a:srgbClr>
            </a:outerShdw>
          </a:effectLst>
        </p:spPr>
      </p:pic>
    </p:spTree>
    <p:extLst>
      <p:ext uri="{BB962C8B-B14F-4D97-AF65-F5344CB8AC3E}">
        <p14:creationId xmlns:p14="http://schemas.microsoft.com/office/powerpoint/2010/main" val="2243034901"/>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Shape 277"/>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5" name="TextBox 4">
                <a:extLst>
                  <a:ext uri="{FF2B5EF4-FFF2-40B4-BE49-F238E27FC236}">
                    <a16:creationId xmlns:a16="http://schemas.microsoft.com/office/drawing/2014/main" id="{2AA35BC6-D428-FC41-BDE5-6438AB8840FC}"/>
                  </a:ext>
                </a:extLst>
              </p:cNvPr>
              <p:cNvSpPr txBox="1"/>
              <p:nvPr/>
            </p:nvSpPr>
            <p:spPr>
              <a:xfrm>
                <a:off x="988541" y="410666"/>
                <a:ext cx="10365584" cy="2617063"/>
              </a:xfrm>
              <a:prstGeom prst="rect">
                <a:avLst/>
              </a:prstGeom>
              <a:noFill/>
            </p:spPr>
            <p:txBody>
              <a:bodyPr wrap="square" rtlCol="0">
                <a:spAutoFit/>
              </a:bodyPr>
              <a:lstStyle/>
              <a:p>
                <a:pPr marL="457200" indent="-457200">
                  <a:buFont typeface="+mj-lt"/>
                  <a:buAutoNum type="arabicPeriod" startAt="4"/>
                </a:pPr>
                <a:r>
                  <a:rPr lang="en-US" sz="2400" dirty="0">
                    <a:latin typeface="Verdana"/>
                    <a:ea typeface="Times New Roman"/>
                    <a:cs typeface="Times New Roman"/>
                  </a:rPr>
                  <a:t>In the 2019-2020 NBA regular season, Orlando Magic player Aaron Gordon made </a:t>
                </a:r>
                <a14:m>
                  <m:oMath xmlns:m="http://schemas.openxmlformats.org/officeDocument/2006/math">
                    <m:f>
                      <m:fPr>
                        <m:ctrlPr>
                          <a:rPr lang="en-US" sz="2400" i="1">
                            <a:latin typeface="Cambria Math" panose="02040503050406030204" pitchFamily="18" charset="0"/>
                            <a:ea typeface="Times New Roman"/>
                            <a:cs typeface="Times New Roman"/>
                          </a:rPr>
                        </m:ctrlPr>
                      </m:fPr>
                      <m:num>
                        <m:r>
                          <a:rPr lang="en-US" sz="2400" i="1">
                            <a:latin typeface="Cambria Math"/>
                            <a:ea typeface="Times New Roman"/>
                            <a:cs typeface="Times New Roman"/>
                          </a:rPr>
                          <m:t>2</m:t>
                        </m:r>
                      </m:num>
                      <m:den>
                        <m:r>
                          <a:rPr lang="en-US" sz="2400" i="1">
                            <a:latin typeface="Cambria Math"/>
                            <a:ea typeface="Times New Roman"/>
                            <a:cs typeface="Times New Roman"/>
                          </a:rPr>
                          <m:t>3</m:t>
                        </m:r>
                      </m:den>
                    </m:f>
                  </m:oMath>
                </a14:m>
                <a:r>
                  <a:rPr lang="en-US" sz="2400" dirty="0">
                    <a:latin typeface="Verdana"/>
                    <a:ea typeface="Times New Roman"/>
                    <a:cs typeface="Times New Roman"/>
                  </a:rPr>
                  <a:t> of free-throw shots attempted. Work with your partner to describe how each of the following could be used to simulate his attempted </a:t>
                </a:r>
                <a:br>
                  <a:rPr lang="en-US" sz="2400" dirty="0">
                    <a:latin typeface="Verdana"/>
                    <a:ea typeface="Times New Roman"/>
                    <a:cs typeface="Times New Roman"/>
                  </a:rPr>
                </a:br>
                <a:r>
                  <a:rPr lang="en-US" sz="2400" dirty="0">
                    <a:latin typeface="Verdana"/>
                    <a:ea typeface="Times New Roman"/>
                    <a:cs typeface="Times New Roman"/>
                  </a:rPr>
                  <a:t>free-throw shots.</a:t>
                </a:r>
              </a:p>
              <a:p>
                <a:pPr marL="914400" indent="-457200">
                  <a:spcBef>
                    <a:spcPts val="1200"/>
                  </a:spcBef>
                  <a:buFont typeface="+mj-lt"/>
                  <a:buAutoNum type="alphaLcPeriod"/>
                </a:pPr>
                <a:r>
                  <a:rPr lang="en-US" sz="2400" dirty="0">
                    <a:latin typeface="Verdana"/>
                    <a:ea typeface="Times New Roman"/>
                    <a:cs typeface="Times New Roman"/>
                  </a:rPr>
                  <a:t>A fair </a:t>
                </a:r>
                <a14:m>
                  <m:oMath xmlns:m="http://schemas.openxmlformats.org/officeDocument/2006/math">
                    <m:r>
                      <a:rPr lang="en-US" sz="2400" i="1">
                        <a:latin typeface="Cambria Math"/>
                        <a:ea typeface="Times New Roman"/>
                        <a:cs typeface="Times New Roman"/>
                      </a:rPr>
                      <m:t>6</m:t>
                    </m:r>
                  </m:oMath>
                </a14:m>
                <a:r>
                  <a:rPr lang="en-US" sz="2400" dirty="0">
                    <a:latin typeface="Verdana"/>
                    <a:ea typeface="Times New Roman"/>
                    <a:cs typeface="Times New Roman"/>
                  </a:rPr>
                  <a:t>-sided die</a:t>
                </a:r>
              </a:p>
            </p:txBody>
          </p:sp>
        </mc:Choice>
        <mc:Fallback xmlns="">
          <p:sp>
            <p:nvSpPr>
              <p:cNvPr id="5" name="TextBox 4">
                <a:extLst>
                  <a:ext uri="{FF2B5EF4-FFF2-40B4-BE49-F238E27FC236}">
                    <a16:creationId xmlns:a16="http://schemas.microsoft.com/office/drawing/2014/main" xmlns:a14="http://schemas.microsoft.com/office/drawing/2010/main" xmlns="" id="{2AA35BC6-D428-FC41-BDE5-6438AB8840FC}"/>
                  </a:ext>
                </a:extLst>
              </p:cNvPr>
              <p:cNvSpPr txBox="1">
                <a:spLocks noRot="1" noChangeAspect="1" noMove="1" noResize="1" noEditPoints="1" noAdjustHandles="1" noChangeArrowheads="1" noChangeShapeType="1" noTextEdit="1"/>
              </p:cNvSpPr>
              <p:nvPr/>
            </p:nvSpPr>
            <p:spPr>
              <a:xfrm>
                <a:off x="988541" y="410666"/>
                <a:ext cx="10365584" cy="2617063"/>
              </a:xfrm>
              <a:prstGeom prst="rect">
                <a:avLst/>
              </a:prstGeom>
              <a:blipFill rotWithShape="0">
                <a:blip r:embed="rId3"/>
                <a:stretch>
                  <a:fillRect l="-882" t="-1860" b="-3953"/>
                </a:stretch>
              </a:blipFill>
            </p:spPr>
            <p:txBody>
              <a:bodyPr/>
              <a:lstStyle/>
              <a:p>
                <a:r>
                  <a:rPr lang="en-US">
                    <a:noFill/>
                  </a:rPr>
                  <a:t> </a:t>
                </a:r>
              </a:p>
            </p:txBody>
          </p:sp>
        </mc:Fallback>
      </mc:AlternateContent>
      <p:sp>
        <p:nvSpPr>
          <p:cNvPr id="7" name="Google Shape;278;g104476d1465_1_17">
            <a:extLst>
              <a:ext uri="{FF2B5EF4-FFF2-40B4-BE49-F238E27FC236}">
                <a16:creationId xmlns:a16="http://schemas.microsoft.com/office/drawing/2014/main" id="{C2F4C951-E46B-E944-87E2-3B81D09643B6}"/>
              </a:ext>
            </a:extLst>
          </p:cNvPr>
          <p:cNvSpPr/>
          <p:nvPr/>
        </p:nvSpPr>
        <p:spPr>
          <a:xfrm>
            <a:off x="0" y="-35989"/>
            <a:ext cx="223200" cy="6866100"/>
          </a:xfrm>
          <a:prstGeom prst="rect">
            <a:avLst/>
          </a:prstGeom>
          <a:solidFill>
            <a:srgbClr val="CE0704"/>
          </a:solidFill>
          <a:ln w="9525" cap="flat" cmpd="sng">
            <a:solidFill>
              <a:srgbClr val="CE0704"/>
            </a:solidFill>
            <a:prstDash val="solid"/>
            <a:round/>
            <a:headEnd type="none" w="sm" len="sm"/>
            <a:tailEnd type="none" w="sm" len="sm"/>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endParaRPr/>
          </a:p>
        </p:txBody>
      </p:sp>
      <p:sp>
        <p:nvSpPr>
          <p:cNvPr id="6" name="Google Shape;282;g104476d1465_1_17"/>
          <p:cNvSpPr txBox="1"/>
          <p:nvPr/>
        </p:nvSpPr>
        <p:spPr>
          <a:xfrm>
            <a:off x="8698707" y="6457674"/>
            <a:ext cx="2634000" cy="400200"/>
          </a:xfrm>
          <a:prstGeom prst="rect">
            <a:avLst/>
          </a:prstGeom>
          <a:noFill/>
          <a:ln>
            <a:noFill/>
          </a:ln>
        </p:spPr>
        <p:txBody>
          <a:bodyPr spcFirstLastPara="1" wrap="square" lIns="91425" tIns="91425" rIns="91425" bIns="91425" anchor="t" anchorCtr="0">
            <a:spAutoFit/>
          </a:bodyPr>
          <a:lstStyle/>
          <a:p>
            <a:pPr algn="r"/>
            <a:r>
              <a:rPr lang="en-US" i="1" dirty="0">
                <a:latin typeface="Calibri"/>
                <a:ea typeface="Calibri"/>
                <a:cs typeface="Calibri"/>
                <a:sym typeface="Calibri"/>
              </a:rPr>
              <a:t>volume 2, pg. </a:t>
            </a:r>
            <a:r>
              <a:rPr lang="en-US" i="1">
                <a:latin typeface="Calibri"/>
                <a:ea typeface="Calibri"/>
                <a:cs typeface="Calibri"/>
                <a:sym typeface="Calibri"/>
              </a:rPr>
              <a:t>433</a:t>
            </a:r>
            <a:endParaRPr i="1" dirty="0">
              <a:latin typeface="Calibri"/>
              <a:ea typeface="Calibri"/>
              <a:cs typeface="Calibri"/>
              <a:sym typeface="Calibri"/>
            </a:endParaRPr>
          </a:p>
        </p:txBody>
      </p:sp>
      <p:pic>
        <p:nvPicPr>
          <p:cNvPr id="9" name="Google Shape;283;g104476d1465_1_17"/>
          <p:cNvPicPr preferRelativeResize="0"/>
          <p:nvPr/>
        </p:nvPicPr>
        <p:blipFill>
          <a:blip r:embed="rId4" cstate="screen">
            <a:alphaModFix/>
            <a:extLst>
              <a:ext uri="{28A0092B-C50C-407E-A947-70E740481C1C}">
                <a14:useLocalDpi xmlns:a14="http://schemas.microsoft.com/office/drawing/2010/main"/>
              </a:ext>
            </a:extLst>
          </a:blip>
          <a:stretch>
            <a:fillRect/>
          </a:stretch>
        </p:blipFill>
        <p:spPr>
          <a:xfrm>
            <a:off x="11436933" y="6200599"/>
            <a:ext cx="563850" cy="657276"/>
          </a:xfrm>
          <a:prstGeom prst="rect">
            <a:avLst/>
          </a:prstGeom>
          <a:noFill/>
          <a:ln>
            <a:noFill/>
          </a:ln>
          <a:effectLst>
            <a:outerShdw blurRad="57150" dist="19050" dir="5400000" algn="bl" rotWithShape="0">
              <a:srgbClr val="000000">
                <a:alpha val="50000"/>
              </a:srgbClr>
            </a:outerShdw>
          </a:effectLst>
        </p:spPr>
      </p:pic>
    </p:spTree>
    <p:extLst>
      <p:ext uri="{BB962C8B-B14F-4D97-AF65-F5344CB8AC3E}">
        <p14:creationId xmlns:p14="http://schemas.microsoft.com/office/powerpoint/2010/main" val="2839208031"/>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Shape 277"/>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5" name="TextBox 4">
                <a:extLst>
                  <a:ext uri="{FF2B5EF4-FFF2-40B4-BE49-F238E27FC236}">
                    <a16:creationId xmlns:a16="http://schemas.microsoft.com/office/drawing/2014/main" id="{2AA35BC6-D428-FC41-BDE5-6438AB8840FC}"/>
                  </a:ext>
                </a:extLst>
              </p:cNvPr>
              <p:cNvSpPr txBox="1"/>
              <p:nvPr/>
            </p:nvSpPr>
            <p:spPr>
              <a:xfrm>
                <a:off x="1136822" y="410665"/>
                <a:ext cx="10069022" cy="3600986"/>
              </a:xfrm>
              <a:prstGeom prst="rect">
                <a:avLst/>
              </a:prstGeom>
              <a:noFill/>
            </p:spPr>
            <p:txBody>
              <a:bodyPr wrap="square" rtlCol="0">
                <a:spAutoFit/>
              </a:bodyPr>
              <a:lstStyle/>
              <a:p>
                <a:pPr marL="914400" indent="-457200">
                  <a:spcBef>
                    <a:spcPts val="1200"/>
                  </a:spcBef>
                  <a:buFont typeface="+mj-lt"/>
                  <a:buAutoNum type="alphaLcPeriod" startAt="2"/>
                </a:pPr>
                <a:r>
                  <a:rPr lang="en-US" sz="2400" dirty="0">
                    <a:latin typeface="Verdana"/>
                    <a:ea typeface="Times New Roman"/>
                    <a:cs typeface="Times New Roman"/>
                  </a:rPr>
                  <a:t>A standard </a:t>
                </a:r>
                <a14:m>
                  <m:oMath xmlns:m="http://schemas.openxmlformats.org/officeDocument/2006/math">
                    <m:r>
                      <a:rPr lang="en-US" sz="2400" i="1">
                        <a:latin typeface="Cambria Math"/>
                        <a:ea typeface="Times New Roman"/>
                        <a:cs typeface="Times New Roman"/>
                      </a:rPr>
                      <m:t>52</m:t>
                    </m:r>
                  </m:oMath>
                </a14:m>
                <a:r>
                  <a:rPr lang="en-US" sz="2400" dirty="0">
                    <a:latin typeface="Verdana"/>
                    <a:ea typeface="Times New Roman"/>
                    <a:cs typeface="Times New Roman"/>
                  </a:rPr>
                  <a:t>-card deck</a:t>
                </a:r>
              </a:p>
              <a:p>
                <a:pPr marL="914400" indent="-457200">
                  <a:spcBef>
                    <a:spcPts val="1200"/>
                  </a:spcBef>
                  <a:buFont typeface="+mj-lt"/>
                  <a:buAutoNum type="alphaLcPeriod" startAt="2"/>
                </a:pPr>
                <a:endParaRPr lang="en-US" sz="2400" dirty="0">
                  <a:latin typeface="Verdana"/>
                  <a:ea typeface="Times New Roman"/>
                  <a:cs typeface="Times New Roman"/>
                </a:endParaRPr>
              </a:p>
              <a:p>
                <a:pPr marL="914400" indent="-457200">
                  <a:spcBef>
                    <a:spcPts val="1200"/>
                  </a:spcBef>
                  <a:buFont typeface="+mj-lt"/>
                  <a:buAutoNum type="alphaLcPeriod" startAt="2"/>
                </a:pPr>
                <a:endParaRPr lang="en-US" sz="2400" dirty="0">
                  <a:latin typeface="Verdana"/>
                  <a:ea typeface="Times New Roman"/>
                  <a:cs typeface="Times New Roman"/>
                </a:endParaRPr>
              </a:p>
              <a:p>
                <a:pPr marL="914400" indent="-457200">
                  <a:spcBef>
                    <a:spcPts val="1200"/>
                  </a:spcBef>
                  <a:buFont typeface="+mj-lt"/>
                  <a:buAutoNum type="alphaLcPeriod" startAt="2"/>
                </a:pPr>
                <a:endParaRPr lang="en-US" sz="2400" dirty="0">
                  <a:latin typeface="Verdana"/>
                  <a:ea typeface="Verdana" panose="020B0604030504040204" pitchFamily="34" charset="0"/>
                  <a:cs typeface="Times New Roman"/>
                </a:endParaRPr>
              </a:p>
              <a:p>
                <a:pPr marL="914400" indent="-457200">
                  <a:spcBef>
                    <a:spcPts val="1200"/>
                  </a:spcBef>
                  <a:buFont typeface="+mj-lt"/>
                  <a:buAutoNum type="alphaLcPeriod" startAt="2"/>
                </a:pPr>
                <a:endParaRPr lang="en-US" sz="2400" dirty="0">
                  <a:latin typeface="Verdana"/>
                  <a:ea typeface="Verdana" panose="020B0604030504040204" pitchFamily="34" charset="0"/>
                  <a:cs typeface="Times New Roman"/>
                </a:endParaRPr>
              </a:p>
              <a:p>
                <a:pPr marL="914400" indent="-457200">
                  <a:spcBef>
                    <a:spcPts val="1200"/>
                  </a:spcBef>
                  <a:buFont typeface="+mj-lt"/>
                  <a:buAutoNum type="alphaLcPeriod" startAt="2"/>
                </a:pPr>
                <a:endParaRPr lang="en-US" sz="2400" dirty="0">
                  <a:latin typeface="Verdana"/>
                  <a:ea typeface="Verdana" panose="020B0604030504040204" pitchFamily="34" charset="0"/>
                  <a:cs typeface="Times New Roman"/>
                </a:endParaRPr>
              </a:p>
              <a:p>
                <a:pPr marL="914400" indent="-457200">
                  <a:spcBef>
                    <a:spcPts val="1200"/>
                  </a:spcBef>
                  <a:buFont typeface="+mj-lt"/>
                  <a:buAutoNum type="alphaLcPeriod" startAt="2"/>
                </a:pPr>
                <a:r>
                  <a:rPr lang="en-US" sz="2400" dirty="0">
                    <a:latin typeface="Verdana"/>
                    <a:ea typeface="Times New Roman"/>
                    <a:cs typeface="Times New Roman"/>
                  </a:rPr>
                  <a:t>Different colored marbles placed in a bag</a:t>
                </a:r>
                <a:endParaRPr lang="en-US" sz="2400" dirty="0">
                  <a:latin typeface="Verdana" panose="020B0604030504040204" pitchFamily="34" charset="0"/>
                  <a:ea typeface="Verdana" panose="020B0604030504040204" pitchFamily="34" charset="0"/>
                  <a:cs typeface="Verdana" panose="020B0604030504040204" pitchFamily="34" charset="0"/>
                </a:endParaRPr>
              </a:p>
            </p:txBody>
          </p:sp>
        </mc:Choice>
        <mc:Fallback xmlns="">
          <p:sp>
            <p:nvSpPr>
              <p:cNvPr id="5" name="TextBox 4">
                <a:extLst>
                  <a:ext uri="{FF2B5EF4-FFF2-40B4-BE49-F238E27FC236}">
                    <a16:creationId xmlns:a16="http://schemas.microsoft.com/office/drawing/2014/main" xmlns:a14="http://schemas.microsoft.com/office/drawing/2010/main" xmlns="" id="{2AA35BC6-D428-FC41-BDE5-6438AB8840FC}"/>
                  </a:ext>
                </a:extLst>
              </p:cNvPr>
              <p:cNvSpPr txBox="1">
                <a:spLocks noRot="1" noChangeAspect="1" noMove="1" noResize="1" noEditPoints="1" noAdjustHandles="1" noChangeArrowheads="1" noChangeShapeType="1" noTextEdit="1"/>
              </p:cNvSpPr>
              <p:nvPr/>
            </p:nvSpPr>
            <p:spPr>
              <a:xfrm>
                <a:off x="1136822" y="410665"/>
                <a:ext cx="10069022" cy="3600986"/>
              </a:xfrm>
              <a:prstGeom prst="rect">
                <a:avLst/>
              </a:prstGeom>
              <a:blipFill rotWithShape="0">
                <a:blip r:embed="rId3"/>
                <a:stretch>
                  <a:fillRect t="-1523" b="-2876"/>
                </a:stretch>
              </a:blipFill>
            </p:spPr>
            <p:txBody>
              <a:bodyPr/>
              <a:lstStyle/>
              <a:p>
                <a:r>
                  <a:rPr lang="en-US">
                    <a:noFill/>
                  </a:rPr>
                  <a:t> </a:t>
                </a:r>
              </a:p>
            </p:txBody>
          </p:sp>
        </mc:Fallback>
      </mc:AlternateContent>
      <p:sp>
        <p:nvSpPr>
          <p:cNvPr id="7" name="Google Shape;278;g104476d1465_1_17">
            <a:extLst>
              <a:ext uri="{FF2B5EF4-FFF2-40B4-BE49-F238E27FC236}">
                <a16:creationId xmlns:a16="http://schemas.microsoft.com/office/drawing/2014/main" id="{C2F4C951-E46B-E944-87E2-3B81D09643B6}"/>
              </a:ext>
            </a:extLst>
          </p:cNvPr>
          <p:cNvSpPr/>
          <p:nvPr/>
        </p:nvSpPr>
        <p:spPr>
          <a:xfrm>
            <a:off x="0" y="0"/>
            <a:ext cx="223200" cy="6866100"/>
          </a:xfrm>
          <a:prstGeom prst="rect">
            <a:avLst/>
          </a:prstGeom>
          <a:solidFill>
            <a:srgbClr val="CE0704"/>
          </a:solidFill>
          <a:ln w="9525" cap="flat" cmpd="sng">
            <a:solidFill>
              <a:srgbClr val="CE0704"/>
            </a:solidFill>
            <a:prstDash val="solid"/>
            <a:round/>
            <a:headEnd type="none" w="sm" len="sm"/>
            <a:tailEnd type="none" w="sm" len="sm"/>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endParaRPr/>
          </a:p>
        </p:txBody>
      </p:sp>
      <p:sp>
        <p:nvSpPr>
          <p:cNvPr id="8" name="Google Shape;282;g104476d1465_1_17"/>
          <p:cNvSpPr txBox="1"/>
          <p:nvPr/>
        </p:nvSpPr>
        <p:spPr>
          <a:xfrm>
            <a:off x="8698707" y="6457674"/>
            <a:ext cx="2634000" cy="400200"/>
          </a:xfrm>
          <a:prstGeom prst="rect">
            <a:avLst/>
          </a:prstGeom>
          <a:noFill/>
          <a:ln>
            <a:noFill/>
          </a:ln>
        </p:spPr>
        <p:txBody>
          <a:bodyPr spcFirstLastPara="1" wrap="square" lIns="91425" tIns="91425" rIns="91425" bIns="91425" anchor="t" anchorCtr="0">
            <a:spAutoFit/>
          </a:bodyPr>
          <a:lstStyle/>
          <a:p>
            <a:pPr algn="r"/>
            <a:r>
              <a:rPr lang="en-US" i="1" dirty="0">
                <a:latin typeface="Calibri"/>
                <a:ea typeface="Calibri"/>
                <a:cs typeface="Calibri"/>
                <a:sym typeface="Calibri"/>
              </a:rPr>
              <a:t>volume 2, pg. </a:t>
            </a:r>
            <a:r>
              <a:rPr lang="en-US" i="1">
                <a:latin typeface="Calibri"/>
                <a:ea typeface="Calibri"/>
                <a:cs typeface="Calibri"/>
                <a:sym typeface="Calibri"/>
              </a:rPr>
              <a:t>433</a:t>
            </a:r>
            <a:endParaRPr i="1" dirty="0">
              <a:latin typeface="Calibri"/>
              <a:ea typeface="Calibri"/>
              <a:cs typeface="Calibri"/>
              <a:sym typeface="Calibri"/>
            </a:endParaRPr>
          </a:p>
        </p:txBody>
      </p:sp>
      <p:pic>
        <p:nvPicPr>
          <p:cNvPr id="9" name="Google Shape;283;g104476d1465_1_17"/>
          <p:cNvPicPr preferRelativeResize="0"/>
          <p:nvPr/>
        </p:nvPicPr>
        <p:blipFill>
          <a:blip r:embed="rId4" cstate="screen">
            <a:alphaModFix/>
            <a:extLst>
              <a:ext uri="{28A0092B-C50C-407E-A947-70E740481C1C}">
                <a14:useLocalDpi xmlns:a14="http://schemas.microsoft.com/office/drawing/2010/main"/>
              </a:ext>
            </a:extLst>
          </a:blip>
          <a:stretch>
            <a:fillRect/>
          </a:stretch>
        </p:blipFill>
        <p:spPr>
          <a:xfrm>
            <a:off x="11436933" y="6200599"/>
            <a:ext cx="563850" cy="657276"/>
          </a:xfrm>
          <a:prstGeom prst="rect">
            <a:avLst/>
          </a:prstGeom>
          <a:noFill/>
          <a:ln>
            <a:noFill/>
          </a:ln>
          <a:effectLst>
            <a:outerShdw blurRad="57150" dist="19050" dir="5400000" algn="bl" rotWithShape="0">
              <a:srgbClr val="000000">
                <a:alpha val="50000"/>
              </a:srgbClr>
            </a:outerShdw>
          </a:effectLst>
        </p:spPr>
      </p:pic>
    </p:spTree>
    <p:extLst>
      <p:ext uri="{BB962C8B-B14F-4D97-AF65-F5344CB8AC3E}">
        <p14:creationId xmlns:p14="http://schemas.microsoft.com/office/powerpoint/2010/main" val="2306412524"/>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Shape 308"/>
        <p:cNvGrpSpPr/>
        <p:nvPr/>
      </p:nvGrpSpPr>
      <p:grpSpPr>
        <a:xfrm>
          <a:off x="0" y="0"/>
          <a:ext cx="0" cy="0"/>
          <a:chOff x="0" y="0"/>
          <a:chExt cx="0" cy="0"/>
        </a:xfrm>
      </p:grpSpPr>
      <p:sp>
        <p:nvSpPr>
          <p:cNvPr id="309" name="Google Shape;309;g104476d1465_1_39"/>
          <p:cNvSpPr/>
          <p:nvPr/>
        </p:nvSpPr>
        <p:spPr>
          <a:xfrm>
            <a:off x="0" y="-8226"/>
            <a:ext cx="2731200" cy="6866100"/>
          </a:xfrm>
          <a:prstGeom prst="rect">
            <a:avLst/>
          </a:prstGeom>
          <a:solidFill>
            <a:srgbClr val="CE0704"/>
          </a:solidFill>
          <a:ln w="9525" cap="flat" cmpd="sng">
            <a:solidFill>
              <a:srgbClr val="CE0704"/>
            </a:solidFill>
            <a:prstDash val="solid"/>
            <a:round/>
            <a:headEnd type="none" w="sm" len="sm"/>
            <a:tailEnd type="none" w="sm" len="sm"/>
          </a:ln>
          <a:effectLst>
            <a:outerShdw blurRad="50800" dist="38100" dir="2700000" algn="tl" rotWithShape="0">
              <a:prstClr val="black">
                <a:alpha val="40000"/>
              </a:prstClr>
            </a:outerShdw>
          </a:effectLst>
        </p:spPr>
        <p:txBody>
          <a:bodyPr spcFirstLastPara="1" wrap="square" lIns="91425" tIns="91425" rIns="91425" bIns="91425" anchor="ctr" anchorCtr="0">
            <a:noAutofit/>
          </a:bodyPr>
          <a:lstStyle/>
          <a:p>
            <a:endParaRPr dirty="0"/>
          </a:p>
        </p:txBody>
      </p:sp>
      <p:sp>
        <p:nvSpPr>
          <p:cNvPr id="313" name="Google Shape;313;g104476d1465_1_39"/>
          <p:cNvSpPr txBox="1">
            <a:spLocks noGrp="1"/>
          </p:cNvSpPr>
          <p:nvPr>
            <p:ph type="title" idx="4294967295"/>
          </p:nvPr>
        </p:nvSpPr>
        <p:spPr>
          <a:xfrm>
            <a:off x="5664867" y="2766145"/>
            <a:ext cx="4480750" cy="1325700"/>
          </a:xfrm>
          <a:prstGeom prst="rect">
            <a:avLst/>
          </a:prstGeom>
          <a:noFill/>
          <a:ln>
            <a:noFill/>
          </a:ln>
        </p:spPr>
        <p:txBody>
          <a:bodyPr spcFirstLastPara="1" wrap="square" lIns="91425" tIns="45700" rIns="91425" bIns="45700" anchor="ctr" anchorCtr="0">
            <a:normAutofit/>
          </a:bodyPr>
          <a:lstStyle/>
          <a:p>
            <a:pPr algn="ctr">
              <a:buClr>
                <a:schemeClr val="lt1"/>
              </a:buClr>
              <a:buSzPts val="4800"/>
            </a:pPr>
            <a:r>
              <a:rPr lang="en-US" sz="5500" b="1" dirty="0">
                <a:solidFill>
                  <a:srgbClr val="E24E5F"/>
                </a:solidFill>
                <a:latin typeface="Verdana"/>
                <a:ea typeface="Verdana"/>
                <a:cs typeface="Verdana"/>
                <a:sym typeface="Verdana"/>
              </a:rPr>
              <a:t>Your Turn</a:t>
            </a:r>
            <a:endParaRPr sz="5100" b="1" dirty="0">
              <a:solidFill>
                <a:srgbClr val="E24E5F"/>
              </a:solidFill>
              <a:latin typeface="Verdana"/>
              <a:ea typeface="Verdana"/>
              <a:cs typeface="Verdana"/>
              <a:sym typeface="Verdana"/>
            </a:endParaRPr>
          </a:p>
        </p:txBody>
      </p:sp>
      <p:pic>
        <p:nvPicPr>
          <p:cNvPr id="8" name="Google Shape;423;g103996e1364_0_416">
            <a:extLst>
              <a:ext uri="{FF2B5EF4-FFF2-40B4-BE49-F238E27FC236}">
                <a16:creationId xmlns:a16="http://schemas.microsoft.com/office/drawing/2014/main" id="{93D338D9-F4F3-AC46-BAB5-0DC7D3916679}"/>
              </a:ext>
            </a:extLst>
          </p:cNvPr>
          <p:cNvPicPr preferRelativeResize="0"/>
          <p:nvPr/>
        </p:nvPicPr>
        <p:blipFill rotWithShape="1">
          <a:blip r:embed="rId3">
            <a:alphaModFix/>
          </a:blip>
          <a:srcRect/>
          <a:stretch/>
        </p:blipFill>
        <p:spPr>
          <a:xfrm>
            <a:off x="4412728" y="2897929"/>
            <a:ext cx="1122440" cy="1062143"/>
          </a:xfrm>
          <a:prstGeom prst="rect">
            <a:avLst/>
          </a:prstGeom>
          <a:noFill/>
          <a:ln>
            <a:noFill/>
          </a:ln>
          <a:effectLst>
            <a:outerShdw blurRad="50800" dist="38100" dir="2700000" algn="tl" rotWithShape="0">
              <a:prstClr val="black">
                <a:alpha val="40000"/>
              </a:prstClr>
            </a:outerShdw>
          </a:effectLst>
        </p:spPr>
      </p:pic>
      <p:sp>
        <p:nvSpPr>
          <p:cNvPr id="9" name="Google Shape;282;g104476d1465_1_17"/>
          <p:cNvSpPr txBox="1"/>
          <p:nvPr/>
        </p:nvSpPr>
        <p:spPr>
          <a:xfrm>
            <a:off x="8698707" y="6457674"/>
            <a:ext cx="2634000" cy="400200"/>
          </a:xfrm>
          <a:prstGeom prst="rect">
            <a:avLst/>
          </a:prstGeom>
          <a:noFill/>
          <a:ln>
            <a:noFill/>
          </a:ln>
        </p:spPr>
        <p:txBody>
          <a:bodyPr spcFirstLastPara="1" wrap="square" lIns="91425" tIns="91425" rIns="91425" bIns="91425" anchor="t" anchorCtr="0">
            <a:spAutoFit/>
          </a:bodyPr>
          <a:lstStyle/>
          <a:p>
            <a:pPr algn="r"/>
            <a:r>
              <a:rPr lang="en-US" i="1" dirty="0">
                <a:latin typeface="Calibri"/>
                <a:ea typeface="Calibri"/>
                <a:cs typeface="Calibri"/>
                <a:sym typeface="Calibri"/>
              </a:rPr>
              <a:t>volume 2, pg. 434</a:t>
            </a:r>
            <a:endParaRPr i="1" dirty="0">
              <a:latin typeface="Calibri"/>
              <a:ea typeface="Calibri"/>
              <a:cs typeface="Calibri"/>
              <a:sym typeface="Calibri"/>
            </a:endParaRPr>
          </a:p>
        </p:txBody>
      </p:sp>
      <p:pic>
        <p:nvPicPr>
          <p:cNvPr id="10" name="Google Shape;283;g104476d1465_1_17"/>
          <p:cNvPicPr preferRelativeResize="0"/>
          <p:nvPr/>
        </p:nvPicPr>
        <p:blipFill>
          <a:blip r:embed="rId4" cstate="screen">
            <a:alphaModFix/>
            <a:extLst>
              <a:ext uri="{28A0092B-C50C-407E-A947-70E740481C1C}">
                <a14:useLocalDpi xmlns:a14="http://schemas.microsoft.com/office/drawing/2010/main"/>
              </a:ext>
            </a:extLst>
          </a:blip>
          <a:stretch>
            <a:fillRect/>
          </a:stretch>
        </p:blipFill>
        <p:spPr>
          <a:xfrm>
            <a:off x="11436933" y="6200599"/>
            <a:ext cx="563850" cy="657276"/>
          </a:xfrm>
          <a:prstGeom prst="rect">
            <a:avLst/>
          </a:prstGeom>
          <a:noFill/>
          <a:ln>
            <a:noFill/>
          </a:ln>
          <a:effectLst>
            <a:outerShdw blurRad="57150" dist="19050" dir="5400000" algn="bl" rotWithShape="0">
              <a:srgbClr val="000000">
                <a:alpha val="50000"/>
              </a:srgbClr>
            </a:outerShdw>
          </a:effectLst>
        </p:spPr>
      </p:pic>
    </p:spTree>
    <p:extLst>
      <p:ext uri="{BB962C8B-B14F-4D97-AF65-F5344CB8AC3E}">
        <p14:creationId xmlns:p14="http://schemas.microsoft.com/office/powerpoint/2010/main" val="1790839656"/>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Shape 277"/>
        <p:cNvGrpSpPr/>
        <p:nvPr/>
      </p:nvGrpSpPr>
      <p:grpSpPr>
        <a:xfrm>
          <a:off x="0" y="0"/>
          <a:ext cx="0" cy="0"/>
          <a:chOff x="0" y="0"/>
          <a:chExt cx="0" cy="0"/>
        </a:xfrm>
      </p:grpSpPr>
      <p:sp>
        <p:nvSpPr>
          <p:cNvPr id="6" name="Google Shape;428;g103996e1364_0_428">
            <a:extLst>
              <a:ext uri="{FF2B5EF4-FFF2-40B4-BE49-F238E27FC236}">
                <a16:creationId xmlns:a16="http://schemas.microsoft.com/office/drawing/2014/main" id="{07112538-C7A8-8B4A-B739-C3032B04086A}"/>
              </a:ext>
            </a:extLst>
          </p:cNvPr>
          <p:cNvSpPr txBox="1">
            <a:spLocks/>
          </p:cNvSpPr>
          <p:nvPr/>
        </p:nvSpPr>
        <p:spPr>
          <a:xfrm>
            <a:off x="1446766" y="203949"/>
            <a:ext cx="8019300" cy="747300"/>
          </a:xfrm>
          <a:prstGeom prst="rect">
            <a:avLst/>
          </a:prstGeom>
          <a:noFill/>
          <a:ln>
            <a:noFill/>
          </a:ln>
        </p:spPr>
        <p:txBody>
          <a:bodyPr spcFirstLastPara="1" wrap="square" lIns="91425" tIns="45700" rIns="91425" bIns="45700"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a:lnSpc>
                <a:spcPct val="90000"/>
              </a:lnSpc>
              <a:buClr>
                <a:schemeClr val="dk1"/>
              </a:buClr>
              <a:buSzPts val="5400"/>
              <a:buFont typeface="Century Gothic"/>
              <a:buNone/>
            </a:pPr>
            <a:r>
              <a:rPr lang="en-US" sz="4300" b="1" dirty="0">
                <a:solidFill>
                  <a:srgbClr val="E24E5F"/>
                </a:solidFill>
                <a:latin typeface="Verdana"/>
                <a:ea typeface="Verdana"/>
                <a:cs typeface="Verdana"/>
                <a:sym typeface="Verdana"/>
              </a:rPr>
              <a:t>15.7.3 Your Turn!</a:t>
            </a:r>
          </a:p>
        </p:txBody>
      </p:sp>
      <p:pic>
        <p:nvPicPr>
          <p:cNvPr id="9" name="Google Shape;430;g103996e1364_0_428">
            <a:extLst>
              <a:ext uri="{FF2B5EF4-FFF2-40B4-BE49-F238E27FC236}">
                <a16:creationId xmlns:a16="http://schemas.microsoft.com/office/drawing/2014/main" id="{032D5487-B5A9-DE4B-AE87-33198BE16145}"/>
              </a:ext>
            </a:extLst>
          </p:cNvPr>
          <p:cNvPicPr preferRelativeResize="0"/>
          <p:nvPr/>
        </p:nvPicPr>
        <p:blipFill rotWithShape="1">
          <a:blip r:embed="rId3">
            <a:alphaModFix/>
          </a:blip>
          <a:srcRect/>
          <a:stretch/>
        </p:blipFill>
        <p:spPr>
          <a:xfrm>
            <a:off x="699466" y="203949"/>
            <a:ext cx="747300" cy="747300"/>
          </a:xfrm>
          <a:prstGeom prst="rect">
            <a:avLst/>
          </a:prstGeom>
          <a:noFill/>
          <a:ln>
            <a:noFill/>
          </a:ln>
        </p:spPr>
      </p:pic>
      <mc:AlternateContent xmlns:mc="http://schemas.openxmlformats.org/markup-compatibility/2006" xmlns:a14="http://schemas.microsoft.com/office/drawing/2010/main">
        <mc:Choice Requires="a14">
          <p:sp>
            <p:nvSpPr>
              <p:cNvPr id="12" name="TextBox 11">
                <a:extLst>
                  <a:ext uri="{FF2B5EF4-FFF2-40B4-BE49-F238E27FC236}">
                    <a16:creationId xmlns:a16="http://schemas.microsoft.com/office/drawing/2014/main" id="{759C3E41-93EC-B84D-963F-86A3B15AC1C6}"/>
                  </a:ext>
                </a:extLst>
              </p:cNvPr>
              <p:cNvSpPr txBox="1"/>
              <p:nvPr/>
            </p:nvSpPr>
            <p:spPr>
              <a:xfrm>
                <a:off x="1309816" y="1386026"/>
                <a:ext cx="9828400" cy="2862322"/>
              </a:xfrm>
              <a:prstGeom prst="rect">
                <a:avLst/>
              </a:prstGeom>
              <a:noFill/>
            </p:spPr>
            <p:txBody>
              <a:bodyPr wrap="square" rtlCol="0">
                <a:spAutoFit/>
              </a:bodyPr>
              <a:lstStyle/>
              <a:p>
                <a:pPr marL="457200" indent="-457200">
                  <a:buFont typeface="+mj-lt"/>
                  <a:buAutoNum type="arabicPeriod"/>
                </a:pPr>
                <a:r>
                  <a:rPr lang="en-US" sz="2000" dirty="0">
                    <a:latin typeface="Verdana"/>
                    <a:ea typeface="Verdana"/>
                    <a:cs typeface="Verdana"/>
                  </a:rPr>
                  <a:t>Suppose a fair six-sided die numbered </a:t>
                </a:r>
                <a14:m>
                  <m:oMath xmlns:m="http://schemas.openxmlformats.org/officeDocument/2006/math">
                    <m:r>
                      <a:rPr lang="en-US" sz="2000" i="1">
                        <a:latin typeface="Cambria Math"/>
                        <a:ea typeface="Times New Roman"/>
                        <a:cs typeface="Cambria"/>
                      </a:rPr>
                      <m:t>1</m:t>
                    </m:r>
                  </m:oMath>
                </a14:m>
                <a:r>
                  <a:rPr lang="en-US" sz="2000" dirty="0">
                    <a:latin typeface="Verdana"/>
                    <a:ea typeface="Verdana"/>
                    <a:cs typeface="Verdana"/>
                  </a:rPr>
                  <a:t> through </a:t>
                </a:r>
                <a14:m>
                  <m:oMath xmlns:m="http://schemas.openxmlformats.org/officeDocument/2006/math">
                    <m:r>
                      <a:rPr lang="en-US" sz="2000" i="1">
                        <a:latin typeface="Cambria Math"/>
                        <a:ea typeface="Times New Roman"/>
                        <a:cs typeface="Cambria"/>
                      </a:rPr>
                      <m:t>6</m:t>
                    </m:r>
                  </m:oMath>
                </a14:m>
                <a:r>
                  <a:rPr lang="en-US" sz="2000" dirty="0">
                    <a:latin typeface="Verdana"/>
                    <a:ea typeface="Verdana"/>
                    <a:cs typeface="Verdana"/>
                  </a:rPr>
                  <a:t> is rolled </a:t>
                </a:r>
                <a14:m>
                  <m:oMath xmlns:m="http://schemas.openxmlformats.org/officeDocument/2006/math">
                    <m:r>
                      <a:rPr lang="en-US" sz="2000" i="1">
                        <a:latin typeface="Cambria Math"/>
                        <a:ea typeface="Verdana"/>
                        <a:cs typeface="Verdana"/>
                      </a:rPr>
                      <m:t>12</m:t>
                    </m:r>
                  </m:oMath>
                </a14:m>
                <a:r>
                  <a:rPr lang="en-US" sz="2000" dirty="0">
                    <a:latin typeface="Verdana"/>
                    <a:ea typeface="Verdana"/>
                    <a:cs typeface="Verdana"/>
                  </a:rPr>
                  <a:t> times.</a:t>
                </a:r>
              </a:p>
              <a:p>
                <a:pPr marL="914400" indent="-457200">
                  <a:spcBef>
                    <a:spcPts val="1200"/>
                  </a:spcBef>
                  <a:buFont typeface="+mj-lt"/>
                  <a:buAutoNum type="alphaLcPeriod"/>
                </a:pPr>
                <a:r>
                  <a:rPr lang="en-US" sz="2000" dirty="0">
                    <a:latin typeface="Verdana"/>
                    <a:ea typeface="Verdana"/>
                    <a:cs typeface="Verdana"/>
                  </a:rPr>
                  <a:t>Of those </a:t>
                </a:r>
                <a14:m>
                  <m:oMath xmlns:m="http://schemas.openxmlformats.org/officeDocument/2006/math">
                    <m:r>
                      <a:rPr lang="en-US" sz="2000" i="1">
                        <a:latin typeface="Cambria Math"/>
                        <a:ea typeface="Verdana"/>
                        <a:cs typeface="Verdana"/>
                      </a:rPr>
                      <m:t>12</m:t>
                    </m:r>
                  </m:oMath>
                </a14:m>
                <a:r>
                  <a:rPr lang="en-US" sz="2000" dirty="0">
                    <a:latin typeface="Verdana"/>
                    <a:ea typeface="Verdana"/>
                    <a:cs typeface="Verdana"/>
                  </a:rPr>
                  <a:t> rolls, how many do you expect will land on the number </a:t>
                </a:r>
                <a14:m>
                  <m:oMath xmlns:m="http://schemas.openxmlformats.org/officeDocument/2006/math">
                    <m:r>
                      <a:rPr lang="en-US" sz="2000" i="1">
                        <a:latin typeface="Cambria Math"/>
                        <a:ea typeface="Times New Roman"/>
                        <a:cs typeface="Cambria"/>
                      </a:rPr>
                      <m:t>3</m:t>
                    </m:r>
                  </m:oMath>
                </a14:m>
                <a:r>
                  <a:rPr lang="en-US" sz="2000" dirty="0">
                    <a:latin typeface="Verdana"/>
                    <a:ea typeface="Verdana"/>
                    <a:cs typeface="Verdana"/>
                  </a:rPr>
                  <a:t>?</a:t>
                </a:r>
                <a:br>
                  <a:rPr lang="en-US" sz="2000" dirty="0">
                    <a:latin typeface="Verdana"/>
                    <a:ea typeface="Verdana"/>
                    <a:cs typeface="Verdana"/>
                  </a:rPr>
                </a:br>
                <a:br>
                  <a:rPr lang="en-US" sz="2000" dirty="0">
                    <a:latin typeface="Verdana"/>
                    <a:ea typeface="Verdana"/>
                    <a:cs typeface="Verdana"/>
                  </a:rPr>
                </a:br>
                <a:r>
                  <a:rPr lang="en-US" sz="2000" dirty="0">
                    <a:latin typeface="Verdana"/>
                    <a:ea typeface="Verdana"/>
                    <a:cs typeface="Verdana"/>
                  </a:rPr>
                  <a:t>____ times out of </a:t>
                </a:r>
                <a14:m>
                  <m:oMath xmlns:m="http://schemas.openxmlformats.org/officeDocument/2006/math">
                    <m:r>
                      <a:rPr lang="en-US" sz="2000" i="1">
                        <a:latin typeface="Cambria Math"/>
                        <a:ea typeface="Verdana"/>
                        <a:cs typeface="Verdana"/>
                      </a:rPr>
                      <m:t>12</m:t>
                    </m:r>
                  </m:oMath>
                </a14:m>
                <a:r>
                  <a:rPr lang="en-US" sz="2000" dirty="0">
                    <a:latin typeface="Verdana"/>
                    <a:ea typeface="Verdana"/>
                    <a:cs typeface="Verdana"/>
                  </a:rPr>
                  <a:t> rolls</a:t>
                </a:r>
                <a:br>
                  <a:rPr lang="en-US" sz="2000" dirty="0">
                    <a:latin typeface="Verdana"/>
                    <a:ea typeface="Verdana"/>
                    <a:cs typeface="Verdana"/>
                  </a:rPr>
                </a:br>
                <a:endParaRPr lang="en-US" sz="2000" dirty="0">
                  <a:latin typeface="Verdana"/>
                  <a:ea typeface="Verdana"/>
                  <a:cs typeface="Verdana"/>
                </a:endParaRPr>
              </a:p>
              <a:p>
                <a:pPr marL="914400" indent="-457200">
                  <a:spcBef>
                    <a:spcPts val="1200"/>
                  </a:spcBef>
                  <a:buFont typeface="+mj-lt"/>
                  <a:buAutoNum type="alphaLcPeriod"/>
                </a:pPr>
                <a:r>
                  <a:rPr lang="en-US" sz="2000" dirty="0">
                    <a:latin typeface="Verdana"/>
                    <a:ea typeface="Verdana"/>
                    <a:cs typeface="Verdana"/>
                  </a:rPr>
                  <a:t>Roll a standard six-sided die </a:t>
                </a:r>
                <a14:m>
                  <m:oMath xmlns:m="http://schemas.openxmlformats.org/officeDocument/2006/math">
                    <m:r>
                      <a:rPr lang="en-US" sz="2000" i="1">
                        <a:latin typeface="Cambria Math"/>
                        <a:ea typeface="Verdana"/>
                        <a:cs typeface="Verdana"/>
                      </a:rPr>
                      <m:t>12</m:t>
                    </m:r>
                  </m:oMath>
                </a14:m>
                <a:r>
                  <a:rPr lang="en-US" sz="2000" dirty="0">
                    <a:latin typeface="Verdana"/>
                    <a:ea typeface="Verdana"/>
                    <a:cs typeface="Verdana"/>
                  </a:rPr>
                  <a:t> times and record the number on the top of the cube when it lands.</a:t>
                </a:r>
                <a:endParaRPr lang="en-US" sz="2000" dirty="0">
                  <a:latin typeface="Verdana" panose="020B0604030504040204" pitchFamily="34" charset="0"/>
                  <a:ea typeface="Verdana" panose="020B0604030504040204" pitchFamily="34" charset="0"/>
                  <a:cs typeface="Verdana" panose="020B0604030504040204" pitchFamily="34" charset="0"/>
                </a:endParaRPr>
              </a:p>
            </p:txBody>
          </p:sp>
        </mc:Choice>
        <mc:Fallback xmlns="">
          <p:sp>
            <p:nvSpPr>
              <p:cNvPr id="12" name="TextBox 11">
                <a:extLst>
                  <a:ext uri="{FF2B5EF4-FFF2-40B4-BE49-F238E27FC236}">
                    <a16:creationId xmlns:a16="http://schemas.microsoft.com/office/drawing/2014/main" xmlns:a14="http://schemas.microsoft.com/office/drawing/2010/main" xmlns="" id="{759C3E41-93EC-B84D-963F-86A3B15AC1C6}"/>
                  </a:ext>
                </a:extLst>
              </p:cNvPr>
              <p:cNvSpPr txBox="1">
                <a:spLocks noRot="1" noChangeAspect="1" noMove="1" noResize="1" noEditPoints="1" noAdjustHandles="1" noChangeArrowheads="1" noChangeShapeType="1" noTextEdit="1"/>
              </p:cNvSpPr>
              <p:nvPr/>
            </p:nvSpPr>
            <p:spPr>
              <a:xfrm>
                <a:off x="1309816" y="1386026"/>
                <a:ext cx="9828400" cy="2862322"/>
              </a:xfrm>
              <a:prstGeom prst="rect">
                <a:avLst/>
              </a:prstGeom>
              <a:blipFill rotWithShape="0">
                <a:blip r:embed="rId4"/>
                <a:stretch>
                  <a:fillRect l="-682" t="-1277" r="-1365" b="-2766"/>
                </a:stretch>
              </a:blipFill>
            </p:spPr>
            <p:txBody>
              <a:bodyPr/>
              <a:lstStyle/>
              <a:p>
                <a:r>
                  <a:rPr lang="en-US">
                    <a:noFill/>
                  </a:rPr>
                  <a:t> </a:t>
                </a:r>
              </a:p>
            </p:txBody>
          </p:sp>
        </mc:Fallback>
      </mc:AlternateContent>
      <p:sp>
        <p:nvSpPr>
          <p:cNvPr id="10" name="Google Shape;278;g104476d1465_1_17">
            <a:extLst>
              <a:ext uri="{FF2B5EF4-FFF2-40B4-BE49-F238E27FC236}">
                <a16:creationId xmlns:a16="http://schemas.microsoft.com/office/drawing/2014/main" id="{134A47CD-5DBB-654A-843E-9182A1B8FB7F}"/>
              </a:ext>
            </a:extLst>
          </p:cNvPr>
          <p:cNvSpPr/>
          <p:nvPr/>
        </p:nvSpPr>
        <p:spPr>
          <a:xfrm>
            <a:off x="0" y="-8226"/>
            <a:ext cx="223200" cy="6866100"/>
          </a:xfrm>
          <a:prstGeom prst="rect">
            <a:avLst/>
          </a:prstGeom>
          <a:solidFill>
            <a:srgbClr val="CE0704"/>
          </a:solidFill>
          <a:ln w="9525" cap="flat" cmpd="sng">
            <a:solidFill>
              <a:srgbClr val="CE0704"/>
            </a:solidFill>
            <a:prstDash val="solid"/>
            <a:round/>
            <a:headEnd type="none" w="sm" len="sm"/>
            <a:tailEnd type="none" w="sm" len="sm"/>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endParaRPr/>
          </a:p>
        </p:txBody>
      </p:sp>
      <p:graphicFrame>
        <p:nvGraphicFramePr>
          <p:cNvPr id="2" name="Table 1"/>
          <p:cNvGraphicFramePr>
            <a:graphicFrameLocks noGrp="1"/>
          </p:cNvGraphicFramePr>
          <p:nvPr>
            <p:extLst>
              <p:ext uri="{D42A27DB-BD31-4B8C-83A1-F6EECF244321}">
                <p14:modId xmlns:p14="http://schemas.microsoft.com/office/powerpoint/2010/main" val="4026349610"/>
              </p:ext>
            </p:extLst>
          </p:nvPr>
        </p:nvGraphicFramePr>
        <p:xfrm>
          <a:off x="2087880" y="4683125"/>
          <a:ext cx="8359140" cy="1360080"/>
        </p:xfrm>
        <a:graphic>
          <a:graphicData uri="http://schemas.openxmlformats.org/drawingml/2006/table">
            <a:tbl>
              <a:tblPr firstRow="1" bandRow="1">
                <a:tableStyleId>{A91F0D33-8C57-4600-99A7-42BC86742BE1}</a:tableStyleId>
              </a:tblPr>
              <a:tblGrid>
                <a:gridCol w="696595">
                  <a:extLst>
                    <a:ext uri="{9D8B030D-6E8A-4147-A177-3AD203B41FA5}">
                      <a16:colId xmlns:a16="http://schemas.microsoft.com/office/drawing/2014/main" val="20000"/>
                    </a:ext>
                  </a:extLst>
                </a:gridCol>
                <a:gridCol w="696595">
                  <a:extLst>
                    <a:ext uri="{9D8B030D-6E8A-4147-A177-3AD203B41FA5}">
                      <a16:colId xmlns:a16="http://schemas.microsoft.com/office/drawing/2014/main" val="20001"/>
                    </a:ext>
                  </a:extLst>
                </a:gridCol>
                <a:gridCol w="696595">
                  <a:extLst>
                    <a:ext uri="{9D8B030D-6E8A-4147-A177-3AD203B41FA5}">
                      <a16:colId xmlns:a16="http://schemas.microsoft.com/office/drawing/2014/main" val="20002"/>
                    </a:ext>
                  </a:extLst>
                </a:gridCol>
                <a:gridCol w="696595">
                  <a:extLst>
                    <a:ext uri="{9D8B030D-6E8A-4147-A177-3AD203B41FA5}">
                      <a16:colId xmlns:a16="http://schemas.microsoft.com/office/drawing/2014/main" val="20003"/>
                    </a:ext>
                  </a:extLst>
                </a:gridCol>
                <a:gridCol w="696595">
                  <a:extLst>
                    <a:ext uri="{9D8B030D-6E8A-4147-A177-3AD203B41FA5}">
                      <a16:colId xmlns:a16="http://schemas.microsoft.com/office/drawing/2014/main" val="20004"/>
                    </a:ext>
                  </a:extLst>
                </a:gridCol>
                <a:gridCol w="696595">
                  <a:extLst>
                    <a:ext uri="{9D8B030D-6E8A-4147-A177-3AD203B41FA5}">
                      <a16:colId xmlns:a16="http://schemas.microsoft.com/office/drawing/2014/main" val="20005"/>
                    </a:ext>
                  </a:extLst>
                </a:gridCol>
                <a:gridCol w="696595">
                  <a:extLst>
                    <a:ext uri="{9D8B030D-6E8A-4147-A177-3AD203B41FA5}">
                      <a16:colId xmlns:a16="http://schemas.microsoft.com/office/drawing/2014/main" val="20006"/>
                    </a:ext>
                  </a:extLst>
                </a:gridCol>
                <a:gridCol w="696595">
                  <a:extLst>
                    <a:ext uri="{9D8B030D-6E8A-4147-A177-3AD203B41FA5}">
                      <a16:colId xmlns:a16="http://schemas.microsoft.com/office/drawing/2014/main" val="20007"/>
                    </a:ext>
                  </a:extLst>
                </a:gridCol>
                <a:gridCol w="696595">
                  <a:extLst>
                    <a:ext uri="{9D8B030D-6E8A-4147-A177-3AD203B41FA5}">
                      <a16:colId xmlns:a16="http://schemas.microsoft.com/office/drawing/2014/main" val="20008"/>
                    </a:ext>
                  </a:extLst>
                </a:gridCol>
                <a:gridCol w="696595">
                  <a:extLst>
                    <a:ext uri="{9D8B030D-6E8A-4147-A177-3AD203B41FA5}">
                      <a16:colId xmlns:a16="http://schemas.microsoft.com/office/drawing/2014/main" val="20009"/>
                    </a:ext>
                  </a:extLst>
                </a:gridCol>
                <a:gridCol w="696595">
                  <a:extLst>
                    <a:ext uri="{9D8B030D-6E8A-4147-A177-3AD203B41FA5}">
                      <a16:colId xmlns:a16="http://schemas.microsoft.com/office/drawing/2014/main" val="20010"/>
                    </a:ext>
                  </a:extLst>
                </a:gridCol>
                <a:gridCol w="696595">
                  <a:extLst>
                    <a:ext uri="{9D8B030D-6E8A-4147-A177-3AD203B41FA5}">
                      <a16:colId xmlns:a16="http://schemas.microsoft.com/office/drawing/2014/main" val="20011"/>
                    </a:ext>
                  </a:extLst>
                </a:gridCol>
              </a:tblGrid>
              <a:tr h="370840">
                <a:tc>
                  <a:txBody>
                    <a:bodyPr/>
                    <a:lstStyle/>
                    <a:p>
                      <a:pPr algn="ctr"/>
                      <a:r>
                        <a:rPr lang="en-US" sz="1800" b="1" dirty="0">
                          <a:latin typeface="Verdana" pitchFamily="34" charset="0"/>
                          <a:ea typeface="Verdana" pitchFamily="34" charset="0"/>
                        </a:rPr>
                        <a:t>Roll</a:t>
                      </a:r>
                      <a:r>
                        <a:rPr lang="en-US" sz="1800" b="1" baseline="0" dirty="0">
                          <a:latin typeface="Verdana" pitchFamily="34" charset="0"/>
                          <a:ea typeface="Verdana" pitchFamily="34" charset="0"/>
                        </a:rPr>
                        <a:t> 1</a:t>
                      </a:r>
                      <a:endParaRPr lang="en-US" sz="1800" b="1" dirty="0">
                        <a:latin typeface="Verdana" pitchFamily="34" charset="0"/>
                        <a:ea typeface="Verdana" pitchFamily="34" charset="0"/>
                      </a:endParaRPr>
                    </a:p>
                  </a:txBody>
                  <a:tcPr marL="45720" marR="4572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75000"/>
                      </a:schemeClr>
                    </a:solidFill>
                  </a:tcPr>
                </a:tc>
                <a:tc>
                  <a:txBody>
                    <a:bodyPr/>
                    <a:lstStyle/>
                    <a:p>
                      <a:pPr algn="ctr"/>
                      <a:r>
                        <a:rPr lang="en-US" sz="1800" b="1" dirty="0">
                          <a:latin typeface="Verdana" pitchFamily="34" charset="0"/>
                          <a:ea typeface="Verdana" pitchFamily="34" charset="0"/>
                        </a:rPr>
                        <a:t>Roll 2</a:t>
                      </a:r>
                    </a:p>
                  </a:txBody>
                  <a:tcPr marL="45720" marR="4572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75000"/>
                      </a:schemeClr>
                    </a:solidFill>
                  </a:tcPr>
                </a:tc>
                <a:tc>
                  <a:txBody>
                    <a:bodyPr/>
                    <a:lstStyle/>
                    <a:p>
                      <a:pPr algn="ctr"/>
                      <a:r>
                        <a:rPr lang="en-US" sz="1800" b="1" dirty="0">
                          <a:latin typeface="Verdana" pitchFamily="34" charset="0"/>
                          <a:ea typeface="Verdana" pitchFamily="34" charset="0"/>
                        </a:rPr>
                        <a:t>Roll 3</a:t>
                      </a:r>
                    </a:p>
                  </a:txBody>
                  <a:tcPr marL="45720" marR="4572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75000"/>
                      </a:schemeClr>
                    </a:solidFill>
                  </a:tcPr>
                </a:tc>
                <a:tc>
                  <a:txBody>
                    <a:bodyPr/>
                    <a:lstStyle/>
                    <a:p>
                      <a:pPr algn="ctr"/>
                      <a:r>
                        <a:rPr lang="en-US" sz="1800" b="1" dirty="0">
                          <a:latin typeface="Verdana" pitchFamily="34" charset="0"/>
                          <a:ea typeface="Verdana" pitchFamily="34" charset="0"/>
                        </a:rPr>
                        <a:t>Roll 4</a:t>
                      </a:r>
                    </a:p>
                  </a:txBody>
                  <a:tcPr marL="45720" marR="4572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75000"/>
                      </a:schemeClr>
                    </a:solidFill>
                  </a:tcPr>
                </a:tc>
                <a:tc>
                  <a:txBody>
                    <a:bodyPr/>
                    <a:lstStyle/>
                    <a:p>
                      <a:pPr algn="ctr"/>
                      <a:r>
                        <a:rPr lang="en-US" sz="1800" b="1" dirty="0">
                          <a:latin typeface="Verdana" pitchFamily="34" charset="0"/>
                          <a:ea typeface="Verdana" pitchFamily="34" charset="0"/>
                        </a:rPr>
                        <a:t>Roll 5</a:t>
                      </a:r>
                    </a:p>
                  </a:txBody>
                  <a:tcPr marL="45720" marR="4572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75000"/>
                      </a:schemeClr>
                    </a:solidFill>
                  </a:tcPr>
                </a:tc>
                <a:tc>
                  <a:txBody>
                    <a:bodyPr/>
                    <a:lstStyle/>
                    <a:p>
                      <a:pPr algn="ctr"/>
                      <a:r>
                        <a:rPr lang="en-US" sz="1800" b="1" dirty="0">
                          <a:latin typeface="Verdana" pitchFamily="34" charset="0"/>
                          <a:ea typeface="Verdana" pitchFamily="34" charset="0"/>
                        </a:rPr>
                        <a:t>Roll 6</a:t>
                      </a:r>
                    </a:p>
                  </a:txBody>
                  <a:tcPr marL="45720" marR="4572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75000"/>
                      </a:schemeClr>
                    </a:solidFill>
                  </a:tcPr>
                </a:tc>
                <a:tc>
                  <a:txBody>
                    <a:bodyPr/>
                    <a:lstStyle/>
                    <a:p>
                      <a:pPr algn="ctr"/>
                      <a:r>
                        <a:rPr lang="en-US" sz="1800" b="1" dirty="0">
                          <a:latin typeface="Verdana" pitchFamily="34" charset="0"/>
                          <a:ea typeface="Verdana" pitchFamily="34" charset="0"/>
                        </a:rPr>
                        <a:t>Roll 7</a:t>
                      </a:r>
                    </a:p>
                  </a:txBody>
                  <a:tcPr marL="45720" marR="4572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75000"/>
                      </a:schemeClr>
                    </a:solidFill>
                  </a:tcPr>
                </a:tc>
                <a:tc>
                  <a:txBody>
                    <a:bodyPr/>
                    <a:lstStyle/>
                    <a:p>
                      <a:pPr algn="ctr"/>
                      <a:r>
                        <a:rPr lang="en-US" sz="1800" b="1" dirty="0">
                          <a:latin typeface="Verdana" pitchFamily="34" charset="0"/>
                          <a:ea typeface="Verdana" pitchFamily="34" charset="0"/>
                        </a:rPr>
                        <a:t>Roll 8</a:t>
                      </a:r>
                    </a:p>
                  </a:txBody>
                  <a:tcPr marL="45720" marR="4572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75000"/>
                      </a:schemeClr>
                    </a:solidFill>
                  </a:tcPr>
                </a:tc>
                <a:tc>
                  <a:txBody>
                    <a:bodyPr/>
                    <a:lstStyle/>
                    <a:p>
                      <a:pPr algn="ctr"/>
                      <a:r>
                        <a:rPr lang="en-US" sz="1800" b="1" dirty="0">
                          <a:latin typeface="Verdana" pitchFamily="34" charset="0"/>
                          <a:ea typeface="Verdana" pitchFamily="34" charset="0"/>
                        </a:rPr>
                        <a:t>Roll 9</a:t>
                      </a:r>
                    </a:p>
                  </a:txBody>
                  <a:tcPr marL="45720" marR="4572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75000"/>
                      </a:schemeClr>
                    </a:solidFill>
                  </a:tcPr>
                </a:tc>
                <a:tc>
                  <a:txBody>
                    <a:bodyPr/>
                    <a:lstStyle/>
                    <a:p>
                      <a:pPr algn="ctr"/>
                      <a:r>
                        <a:rPr lang="en-US" sz="1800" b="1" dirty="0">
                          <a:latin typeface="Verdana" pitchFamily="34" charset="0"/>
                          <a:ea typeface="Verdana" pitchFamily="34" charset="0"/>
                        </a:rPr>
                        <a:t>Roll</a:t>
                      </a:r>
                      <a:r>
                        <a:rPr lang="en-US" sz="1800" b="1" baseline="0" dirty="0">
                          <a:latin typeface="Verdana" pitchFamily="34" charset="0"/>
                          <a:ea typeface="Verdana" pitchFamily="34" charset="0"/>
                        </a:rPr>
                        <a:t> 10</a:t>
                      </a:r>
                      <a:endParaRPr lang="en-US" sz="1800" b="1" dirty="0">
                        <a:latin typeface="Verdana" pitchFamily="34" charset="0"/>
                        <a:ea typeface="Verdana" pitchFamily="34" charset="0"/>
                      </a:endParaRPr>
                    </a:p>
                  </a:txBody>
                  <a:tcPr marL="45720" marR="4572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75000"/>
                      </a:schemeClr>
                    </a:solidFill>
                  </a:tcPr>
                </a:tc>
                <a:tc>
                  <a:txBody>
                    <a:bodyPr/>
                    <a:lstStyle/>
                    <a:p>
                      <a:pPr algn="ctr"/>
                      <a:r>
                        <a:rPr lang="en-US" sz="1800" b="1" dirty="0">
                          <a:latin typeface="Verdana" pitchFamily="34" charset="0"/>
                          <a:ea typeface="Verdana" pitchFamily="34" charset="0"/>
                        </a:rPr>
                        <a:t>Roll 11</a:t>
                      </a:r>
                    </a:p>
                  </a:txBody>
                  <a:tcPr marL="45720" marR="4572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75000"/>
                      </a:schemeClr>
                    </a:solidFill>
                  </a:tcPr>
                </a:tc>
                <a:tc>
                  <a:txBody>
                    <a:bodyPr/>
                    <a:lstStyle/>
                    <a:p>
                      <a:pPr algn="ctr"/>
                      <a:r>
                        <a:rPr lang="en-US" sz="1800" b="1" dirty="0">
                          <a:latin typeface="Verdana" pitchFamily="34" charset="0"/>
                          <a:ea typeface="Verdana" pitchFamily="34" charset="0"/>
                        </a:rPr>
                        <a:t>Roll 12</a:t>
                      </a:r>
                    </a:p>
                  </a:txBody>
                  <a:tcPr marL="45720" marR="4572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75000"/>
                      </a:schemeClr>
                    </a:solidFill>
                  </a:tcPr>
                </a:tc>
                <a:extLst>
                  <a:ext uri="{0D108BD9-81ED-4DB2-BD59-A6C34878D82A}">
                    <a16:rowId xmlns:a16="http://schemas.microsoft.com/office/drawing/2014/main" val="10000"/>
                  </a:ext>
                </a:extLst>
              </a:tr>
              <a:tr h="720000">
                <a:tc>
                  <a:txBody>
                    <a:bodyPr/>
                    <a:lstStyle/>
                    <a:p>
                      <a:endParaRPr lang="en-US" sz="2000" dirty="0">
                        <a:latin typeface="Verdana" pitchFamily="34" charset="0"/>
                        <a:ea typeface="Verdana" pitchFamily="34"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endParaRPr lang="en-US" sz="2000" dirty="0">
                        <a:latin typeface="Verdana" pitchFamily="34" charset="0"/>
                        <a:ea typeface="Verdana" pitchFamily="34"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endParaRPr lang="en-US" sz="2000">
                        <a:latin typeface="Verdana" pitchFamily="34" charset="0"/>
                        <a:ea typeface="Verdana" pitchFamily="34"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endParaRPr lang="en-US" sz="2000" dirty="0">
                        <a:latin typeface="Verdana" pitchFamily="34" charset="0"/>
                        <a:ea typeface="Verdana" pitchFamily="34"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endParaRPr lang="en-US" sz="2000" dirty="0">
                        <a:latin typeface="Verdana" pitchFamily="34" charset="0"/>
                        <a:ea typeface="Verdana" pitchFamily="34"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endParaRPr lang="en-US" sz="2000" dirty="0">
                        <a:latin typeface="Verdana" pitchFamily="34" charset="0"/>
                        <a:ea typeface="Verdana" pitchFamily="34"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endParaRPr lang="en-US" sz="2000" dirty="0">
                        <a:latin typeface="Verdana" pitchFamily="34" charset="0"/>
                        <a:ea typeface="Verdana" pitchFamily="34"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endParaRPr lang="en-US" sz="2000" dirty="0">
                        <a:latin typeface="Verdana" pitchFamily="34" charset="0"/>
                        <a:ea typeface="Verdana" pitchFamily="34"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endParaRPr lang="en-US" sz="2000" dirty="0">
                        <a:latin typeface="Verdana" pitchFamily="34" charset="0"/>
                        <a:ea typeface="Verdana" pitchFamily="34"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endParaRPr lang="en-US" sz="2000" dirty="0">
                        <a:latin typeface="Verdana" pitchFamily="34" charset="0"/>
                        <a:ea typeface="Verdana" pitchFamily="34"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endParaRPr lang="en-US" sz="2000" dirty="0">
                        <a:latin typeface="Verdana" pitchFamily="34" charset="0"/>
                        <a:ea typeface="Verdana" pitchFamily="34"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endParaRPr lang="en-US" sz="2000" dirty="0">
                        <a:latin typeface="Verdana" pitchFamily="34" charset="0"/>
                        <a:ea typeface="Verdana" pitchFamily="34"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1"/>
                  </a:ext>
                </a:extLst>
              </a:tr>
            </a:tbl>
          </a:graphicData>
        </a:graphic>
      </p:graphicFrame>
      <p:sp>
        <p:nvSpPr>
          <p:cNvPr id="11" name="Google Shape;282;g104476d1465_1_17"/>
          <p:cNvSpPr txBox="1"/>
          <p:nvPr/>
        </p:nvSpPr>
        <p:spPr>
          <a:xfrm>
            <a:off x="8698707" y="6457674"/>
            <a:ext cx="2634000" cy="400200"/>
          </a:xfrm>
          <a:prstGeom prst="rect">
            <a:avLst/>
          </a:prstGeom>
          <a:noFill/>
          <a:ln>
            <a:noFill/>
          </a:ln>
        </p:spPr>
        <p:txBody>
          <a:bodyPr spcFirstLastPara="1" wrap="square" lIns="91425" tIns="91425" rIns="91425" bIns="91425" anchor="t" anchorCtr="0">
            <a:spAutoFit/>
          </a:bodyPr>
          <a:lstStyle/>
          <a:p>
            <a:pPr algn="r"/>
            <a:r>
              <a:rPr lang="en-US" i="1" dirty="0">
                <a:latin typeface="Calibri"/>
                <a:ea typeface="Calibri"/>
                <a:cs typeface="Calibri"/>
                <a:sym typeface="Calibri"/>
              </a:rPr>
              <a:t>volume 2, pg. </a:t>
            </a:r>
            <a:r>
              <a:rPr lang="en-US" i="1">
                <a:latin typeface="Calibri"/>
                <a:ea typeface="Calibri"/>
                <a:cs typeface="Calibri"/>
                <a:sym typeface="Calibri"/>
              </a:rPr>
              <a:t>434</a:t>
            </a:r>
            <a:endParaRPr i="1" dirty="0">
              <a:latin typeface="Calibri"/>
              <a:ea typeface="Calibri"/>
              <a:cs typeface="Calibri"/>
              <a:sym typeface="Calibri"/>
            </a:endParaRPr>
          </a:p>
        </p:txBody>
      </p:sp>
      <p:pic>
        <p:nvPicPr>
          <p:cNvPr id="14" name="Google Shape;283;g104476d1465_1_17"/>
          <p:cNvPicPr preferRelativeResize="0"/>
          <p:nvPr/>
        </p:nvPicPr>
        <p:blipFill>
          <a:blip r:embed="rId5" cstate="screen">
            <a:alphaModFix/>
            <a:extLst>
              <a:ext uri="{28A0092B-C50C-407E-A947-70E740481C1C}">
                <a14:useLocalDpi xmlns:a14="http://schemas.microsoft.com/office/drawing/2010/main"/>
              </a:ext>
            </a:extLst>
          </a:blip>
          <a:stretch>
            <a:fillRect/>
          </a:stretch>
        </p:blipFill>
        <p:spPr>
          <a:xfrm>
            <a:off x="11436933" y="6200599"/>
            <a:ext cx="563850" cy="657276"/>
          </a:xfrm>
          <a:prstGeom prst="rect">
            <a:avLst/>
          </a:prstGeom>
          <a:noFill/>
          <a:ln>
            <a:noFill/>
          </a:ln>
          <a:effectLst>
            <a:outerShdw blurRad="57150" dist="19050" dir="5400000" algn="bl" rotWithShape="0">
              <a:srgbClr val="000000">
                <a:alpha val="50000"/>
              </a:srgbClr>
            </a:outerShdw>
          </a:effectLst>
        </p:spPr>
      </p:pic>
    </p:spTree>
    <p:extLst>
      <p:ext uri="{BB962C8B-B14F-4D97-AF65-F5344CB8AC3E}">
        <p14:creationId xmlns:p14="http://schemas.microsoft.com/office/powerpoint/2010/main" val="3101299872"/>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Shape 277"/>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5" name="TextBox 4">
                <a:extLst>
                  <a:ext uri="{FF2B5EF4-FFF2-40B4-BE49-F238E27FC236}">
                    <a16:creationId xmlns:a16="http://schemas.microsoft.com/office/drawing/2014/main" id="{08C67FCF-92C3-654A-BF40-5BDF7A4F9271}"/>
                  </a:ext>
                </a:extLst>
              </p:cNvPr>
              <p:cNvSpPr txBox="1"/>
              <p:nvPr/>
            </p:nvSpPr>
            <p:spPr>
              <a:xfrm>
                <a:off x="1087395" y="398474"/>
                <a:ext cx="10017210" cy="4708981"/>
              </a:xfrm>
              <a:prstGeom prst="rect">
                <a:avLst/>
              </a:prstGeom>
              <a:noFill/>
            </p:spPr>
            <p:txBody>
              <a:bodyPr wrap="square" rtlCol="0">
                <a:spAutoFit/>
              </a:bodyPr>
              <a:lstStyle/>
              <a:p>
                <a:pPr marL="914400" indent="-457200">
                  <a:buFont typeface="+mj-lt"/>
                  <a:buAutoNum type="alphaLcPeriod" startAt="3"/>
                </a:pPr>
                <a:r>
                  <a:rPr lang="en-US" sz="2000" dirty="0">
                    <a:latin typeface="Verdana"/>
                    <a:ea typeface="Verdana"/>
                    <a:cs typeface="Verdana"/>
                  </a:rPr>
                  <a:t>What is the theoretical probability of rolling a </a:t>
                </a:r>
                <a14:m>
                  <m:oMath xmlns:m="http://schemas.openxmlformats.org/officeDocument/2006/math">
                    <m:r>
                      <a:rPr lang="en-US" sz="2000" i="1">
                        <a:latin typeface="Cambria Math"/>
                        <a:ea typeface="Verdana"/>
                        <a:cs typeface="Verdana"/>
                      </a:rPr>
                      <m:t>3</m:t>
                    </m:r>
                  </m:oMath>
                </a14:m>
                <a:r>
                  <a:rPr lang="en-US" sz="2000" dirty="0">
                    <a:latin typeface="Verdana"/>
                    <a:ea typeface="Verdana"/>
                    <a:cs typeface="Verdana"/>
                  </a:rPr>
                  <a:t>?</a:t>
                </a:r>
              </a:p>
              <a:p>
                <a:pPr marL="457200" indent="-457200">
                  <a:buFont typeface="+mj-lt"/>
                  <a:buAutoNum type="alphaLcPeriod" startAt="3"/>
                </a:pPr>
                <a:endParaRPr lang="en-US" sz="2000" dirty="0">
                  <a:latin typeface="Verdana"/>
                  <a:ea typeface="Verdana"/>
                  <a:cs typeface="Verdana" panose="020B0604030504040204" pitchFamily="34" charset="0"/>
                </a:endParaRPr>
              </a:p>
              <a:p>
                <a:pPr marL="457200" indent="-457200">
                  <a:buFont typeface="+mj-lt"/>
                  <a:buAutoNum type="alphaLcPeriod" startAt="3"/>
                </a:pPr>
                <a:endParaRPr lang="en-US" sz="2000" dirty="0">
                  <a:latin typeface="Verdana"/>
                  <a:ea typeface="Verdana"/>
                  <a:cs typeface="Verdana" panose="020B0604030504040204" pitchFamily="34" charset="0"/>
                </a:endParaRPr>
              </a:p>
              <a:p>
                <a:pPr marL="457200" indent="-457200">
                  <a:buFont typeface="+mj-lt"/>
                  <a:buAutoNum type="alphaLcPeriod" startAt="3"/>
                </a:pPr>
                <a:endParaRPr lang="en-US" sz="2000" dirty="0">
                  <a:latin typeface="Verdana"/>
                  <a:ea typeface="Verdana"/>
                  <a:cs typeface="Verdana" panose="020B0604030504040204" pitchFamily="34" charset="0"/>
                </a:endParaRPr>
              </a:p>
              <a:p>
                <a:pPr marL="457200" indent="-457200">
                  <a:buFont typeface="+mj-lt"/>
                  <a:buAutoNum type="alphaLcPeriod" startAt="3"/>
                </a:pPr>
                <a:endParaRPr lang="en-US" sz="2000" dirty="0">
                  <a:latin typeface="Verdana"/>
                  <a:ea typeface="Verdana"/>
                  <a:cs typeface="Verdana" panose="020B0604030504040204" pitchFamily="34" charset="0"/>
                </a:endParaRPr>
              </a:p>
              <a:p>
                <a:pPr marL="457200" indent="-457200">
                  <a:buFont typeface="+mj-lt"/>
                  <a:buAutoNum type="alphaLcPeriod" startAt="3"/>
                </a:pPr>
                <a:endParaRPr lang="en-US" sz="2000" dirty="0">
                  <a:latin typeface="Verdana"/>
                  <a:ea typeface="Verdana"/>
                  <a:cs typeface="Verdana" panose="020B0604030504040204" pitchFamily="34" charset="0"/>
                </a:endParaRPr>
              </a:p>
              <a:p>
                <a:pPr marL="914400" indent="-457200">
                  <a:buFont typeface="+mj-lt"/>
                  <a:buAutoNum type="alphaLcPeriod" startAt="3"/>
                </a:pPr>
                <a:r>
                  <a:rPr lang="en-US" sz="2000" dirty="0">
                    <a:latin typeface="Verdana"/>
                    <a:ea typeface="Verdana"/>
                    <a:cs typeface="Verdana"/>
                  </a:rPr>
                  <a:t>Describe how the theoretical probability compares to your experimental probability.</a:t>
                </a:r>
              </a:p>
              <a:p>
                <a:pPr marL="457200" indent="-457200">
                  <a:buFont typeface="+mj-lt"/>
                  <a:buAutoNum type="alphaLcPeriod" startAt="3"/>
                </a:pPr>
                <a:endParaRPr lang="en-US" sz="2000" dirty="0">
                  <a:latin typeface="Verdana"/>
                  <a:ea typeface="Verdana"/>
                  <a:cs typeface="Verdana" panose="020B0604030504040204" pitchFamily="34" charset="0"/>
                </a:endParaRPr>
              </a:p>
              <a:p>
                <a:pPr marL="457200" indent="-457200">
                  <a:buFont typeface="+mj-lt"/>
                  <a:buAutoNum type="alphaLcPeriod" startAt="3"/>
                </a:pPr>
                <a:endParaRPr lang="en-US" sz="2000" dirty="0">
                  <a:latin typeface="Verdana"/>
                  <a:ea typeface="Verdana"/>
                  <a:cs typeface="Verdana" panose="020B0604030504040204" pitchFamily="34" charset="0"/>
                </a:endParaRPr>
              </a:p>
              <a:p>
                <a:pPr marL="457200" indent="-457200">
                  <a:buFont typeface="+mj-lt"/>
                  <a:buAutoNum type="alphaLcPeriod" startAt="3"/>
                </a:pPr>
                <a:endParaRPr lang="en-US" sz="2000" dirty="0">
                  <a:latin typeface="Verdana"/>
                  <a:ea typeface="Verdana"/>
                  <a:cs typeface="Verdana" panose="020B0604030504040204" pitchFamily="34" charset="0"/>
                </a:endParaRPr>
              </a:p>
              <a:p>
                <a:pPr marL="457200" indent="-457200">
                  <a:buFont typeface="+mj-lt"/>
                  <a:buAutoNum type="alphaLcPeriod" startAt="3"/>
                </a:pPr>
                <a:endParaRPr lang="en-US" sz="2000" dirty="0">
                  <a:latin typeface="Verdana"/>
                  <a:ea typeface="Verdana"/>
                  <a:cs typeface="Verdana" panose="020B0604030504040204" pitchFamily="34" charset="0"/>
                </a:endParaRPr>
              </a:p>
              <a:p>
                <a:pPr marL="457200" indent="-457200">
                  <a:buFont typeface="+mj-lt"/>
                  <a:buAutoNum type="alphaLcPeriod" startAt="3"/>
                </a:pPr>
                <a:endParaRPr lang="en-US" sz="2000" dirty="0">
                  <a:latin typeface="Verdana"/>
                  <a:ea typeface="Verdana"/>
                  <a:cs typeface="Verdana" panose="020B0604030504040204" pitchFamily="34" charset="0"/>
                </a:endParaRPr>
              </a:p>
              <a:p>
                <a:pPr marL="914400" indent="-457200">
                  <a:buFont typeface="+mj-lt"/>
                  <a:buAutoNum type="alphaLcPeriod" startAt="3"/>
                </a:pPr>
                <a:r>
                  <a:rPr lang="en-US" sz="2000" dirty="0">
                    <a:latin typeface="Verdana"/>
                    <a:ea typeface="Verdana"/>
                    <a:cs typeface="Verdana"/>
                  </a:rPr>
                  <a:t>Review your results and your partner’s results. Explain why the results are not the same.</a:t>
                </a:r>
                <a:endParaRPr lang="en-US" sz="2000" dirty="0">
                  <a:latin typeface="Verdana" panose="020B0604030504040204" pitchFamily="34" charset="0"/>
                  <a:ea typeface="Verdana" panose="020B0604030504040204" pitchFamily="34" charset="0"/>
                  <a:cs typeface="Verdana" panose="020B0604030504040204" pitchFamily="34" charset="0"/>
                </a:endParaRPr>
              </a:p>
            </p:txBody>
          </p:sp>
        </mc:Choice>
        <mc:Fallback xmlns="">
          <p:sp>
            <p:nvSpPr>
              <p:cNvPr id="5" name="TextBox 4">
                <a:extLst>
                  <a:ext uri="{FF2B5EF4-FFF2-40B4-BE49-F238E27FC236}">
                    <a16:creationId xmlns:a16="http://schemas.microsoft.com/office/drawing/2014/main" xmlns:a14="http://schemas.microsoft.com/office/drawing/2010/main" xmlns="" id="{08C67FCF-92C3-654A-BF40-5BDF7A4F9271}"/>
                  </a:ext>
                </a:extLst>
              </p:cNvPr>
              <p:cNvSpPr txBox="1">
                <a:spLocks noRot="1" noChangeAspect="1" noMove="1" noResize="1" noEditPoints="1" noAdjustHandles="1" noChangeArrowheads="1" noChangeShapeType="1" noTextEdit="1"/>
              </p:cNvSpPr>
              <p:nvPr/>
            </p:nvSpPr>
            <p:spPr>
              <a:xfrm>
                <a:off x="1087395" y="398474"/>
                <a:ext cx="10017210" cy="4708981"/>
              </a:xfrm>
              <a:prstGeom prst="rect">
                <a:avLst/>
              </a:prstGeom>
              <a:blipFill rotWithShape="0">
                <a:blip r:embed="rId3"/>
                <a:stretch>
                  <a:fillRect t="-776" b="-1294"/>
                </a:stretch>
              </a:blipFill>
            </p:spPr>
            <p:txBody>
              <a:bodyPr/>
              <a:lstStyle/>
              <a:p>
                <a:r>
                  <a:rPr lang="en-US">
                    <a:noFill/>
                  </a:rPr>
                  <a:t> </a:t>
                </a:r>
              </a:p>
            </p:txBody>
          </p:sp>
        </mc:Fallback>
      </mc:AlternateContent>
      <p:sp>
        <p:nvSpPr>
          <p:cNvPr id="7" name="Google Shape;278;g104476d1465_1_17">
            <a:extLst>
              <a:ext uri="{FF2B5EF4-FFF2-40B4-BE49-F238E27FC236}">
                <a16:creationId xmlns:a16="http://schemas.microsoft.com/office/drawing/2014/main" id="{252468F9-493F-EA4F-B8D7-90F86F60BDF9}"/>
              </a:ext>
            </a:extLst>
          </p:cNvPr>
          <p:cNvSpPr/>
          <p:nvPr/>
        </p:nvSpPr>
        <p:spPr>
          <a:xfrm>
            <a:off x="0" y="-8226"/>
            <a:ext cx="223200" cy="6866100"/>
          </a:xfrm>
          <a:prstGeom prst="rect">
            <a:avLst/>
          </a:prstGeom>
          <a:solidFill>
            <a:srgbClr val="CE0704"/>
          </a:solidFill>
          <a:ln w="9525" cap="flat" cmpd="sng">
            <a:solidFill>
              <a:srgbClr val="CE0704"/>
            </a:solidFill>
            <a:prstDash val="solid"/>
            <a:round/>
            <a:headEnd type="none" w="sm" len="sm"/>
            <a:tailEnd type="none" w="sm" len="sm"/>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endParaRPr/>
          </a:p>
        </p:txBody>
      </p:sp>
      <p:sp>
        <p:nvSpPr>
          <p:cNvPr id="8" name="Google Shape;282;g104476d1465_1_17"/>
          <p:cNvSpPr txBox="1"/>
          <p:nvPr/>
        </p:nvSpPr>
        <p:spPr>
          <a:xfrm>
            <a:off x="8698707" y="6457674"/>
            <a:ext cx="2634000" cy="400200"/>
          </a:xfrm>
          <a:prstGeom prst="rect">
            <a:avLst/>
          </a:prstGeom>
          <a:noFill/>
          <a:ln>
            <a:noFill/>
          </a:ln>
        </p:spPr>
        <p:txBody>
          <a:bodyPr spcFirstLastPara="1" wrap="square" lIns="91425" tIns="91425" rIns="91425" bIns="91425" anchor="t" anchorCtr="0">
            <a:spAutoFit/>
          </a:bodyPr>
          <a:lstStyle/>
          <a:p>
            <a:pPr algn="r"/>
            <a:r>
              <a:rPr lang="en-US" i="1" dirty="0">
                <a:latin typeface="Calibri"/>
                <a:ea typeface="Calibri"/>
                <a:cs typeface="Calibri"/>
                <a:sym typeface="Calibri"/>
              </a:rPr>
              <a:t>volume 2, pg. </a:t>
            </a:r>
            <a:r>
              <a:rPr lang="en-US" i="1">
                <a:latin typeface="Calibri"/>
                <a:ea typeface="Calibri"/>
                <a:cs typeface="Calibri"/>
                <a:sym typeface="Calibri"/>
              </a:rPr>
              <a:t>434</a:t>
            </a:r>
            <a:endParaRPr i="1" dirty="0">
              <a:latin typeface="Calibri"/>
              <a:ea typeface="Calibri"/>
              <a:cs typeface="Calibri"/>
              <a:sym typeface="Calibri"/>
            </a:endParaRPr>
          </a:p>
        </p:txBody>
      </p:sp>
      <p:pic>
        <p:nvPicPr>
          <p:cNvPr id="9" name="Google Shape;283;g104476d1465_1_17"/>
          <p:cNvPicPr preferRelativeResize="0"/>
          <p:nvPr/>
        </p:nvPicPr>
        <p:blipFill>
          <a:blip r:embed="rId4" cstate="screen">
            <a:alphaModFix/>
            <a:extLst>
              <a:ext uri="{28A0092B-C50C-407E-A947-70E740481C1C}">
                <a14:useLocalDpi xmlns:a14="http://schemas.microsoft.com/office/drawing/2010/main"/>
              </a:ext>
            </a:extLst>
          </a:blip>
          <a:stretch>
            <a:fillRect/>
          </a:stretch>
        </p:blipFill>
        <p:spPr>
          <a:xfrm>
            <a:off x="11436933" y="6200599"/>
            <a:ext cx="563850" cy="657276"/>
          </a:xfrm>
          <a:prstGeom prst="rect">
            <a:avLst/>
          </a:prstGeom>
          <a:noFill/>
          <a:ln>
            <a:noFill/>
          </a:ln>
          <a:effectLst>
            <a:outerShdw blurRad="57150" dist="19050" dir="5400000" algn="bl" rotWithShape="0">
              <a:srgbClr val="000000">
                <a:alpha val="50000"/>
              </a:srgbClr>
            </a:outerShdw>
          </a:effectLst>
        </p:spPr>
      </p:pic>
    </p:spTree>
    <p:extLst>
      <p:ext uri="{BB962C8B-B14F-4D97-AF65-F5344CB8AC3E}">
        <p14:creationId xmlns:p14="http://schemas.microsoft.com/office/powerpoint/2010/main" val="843614623"/>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Shape 277"/>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5" name="TextBox 4">
                <a:extLst>
                  <a:ext uri="{FF2B5EF4-FFF2-40B4-BE49-F238E27FC236}">
                    <a16:creationId xmlns:a16="http://schemas.microsoft.com/office/drawing/2014/main" id="{08C67FCF-92C3-654A-BF40-5BDF7A4F9271}"/>
                  </a:ext>
                </a:extLst>
              </p:cNvPr>
              <p:cNvSpPr txBox="1"/>
              <p:nvPr/>
            </p:nvSpPr>
            <p:spPr>
              <a:xfrm>
                <a:off x="1037968" y="398473"/>
                <a:ext cx="10116064" cy="3939540"/>
              </a:xfrm>
              <a:prstGeom prst="rect">
                <a:avLst/>
              </a:prstGeom>
              <a:noFill/>
            </p:spPr>
            <p:txBody>
              <a:bodyPr wrap="square" rtlCol="0">
                <a:spAutoFit/>
              </a:bodyPr>
              <a:lstStyle/>
              <a:p>
                <a:pPr marL="457200" indent="-457200">
                  <a:buFont typeface="+mj-lt"/>
                  <a:buAutoNum type="arabicPeriod" startAt="2"/>
                </a:pPr>
                <a:r>
                  <a:rPr lang="en-US" sz="2000" dirty="0">
                    <a:latin typeface="Verdana"/>
                    <a:ea typeface="Times New Roman"/>
                    <a:cs typeface="Times New Roman"/>
                  </a:rPr>
                  <a:t>Consider the events of rolling a fair </a:t>
                </a:r>
                <a14:m>
                  <m:oMath xmlns:m="http://schemas.openxmlformats.org/officeDocument/2006/math">
                    <m:r>
                      <a:rPr lang="en-US" sz="2000" i="1">
                        <a:latin typeface="Cambria Math"/>
                        <a:ea typeface="Times New Roman"/>
                        <a:cs typeface="Times New Roman"/>
                      </a:rPr>
                      <m:t>10</m:t>
                    </m:r>
                  </m:oMath>
                </a14:m>
                <a:r>
                  <a:rPr lang="en-US" sz="2000" dirty="0">
                    <a:latin typeface="Verdana"/>
                    <a:ea typeface="Times New Roman"/>
                    <a:cs typeface="Times New Roman"/>
                  </a:rPr>
                  <a:t>-sided die and </a:t>
                </a:r>
                <a:br>
                  <a:rPr lang="en-US" sz="2000" dirty="0">
                    <a:latin typeface="Verdana"/>
                    <a:ea typeface="Times New Roman"/>
                    <a:cs typeface="Times New Roman"/>
                  </a:rPr>
                </a:br>
                <a:r>
                  <a:rPr lang="en-US" sz="2000" dirty="0">
                    <a:latin typeface="Verdana"/>
                    <a:ea typeface="Times New Roman"/>
                    <a:cs typeface="Times New Roman"/>
                  </a:rPr>
                  <a:t>getting an odd number or flipping a coin and having it </a:t>
                </a:r>
                <a:br>
                  <a:rPr lang="en-US" sz="2000" dirty="0">
                    <a:latin typeface="Verdana"/>
                    <a:ea typeface="Times New Roman"/>
                    <a:cs typeface="Times New Roman"/>
                  </a:rPr>
                </a:br>
                <a:r>
                  <a:rPr lang="en-US" sz="2000" dirty="0">
                    <a:latin typeface="Verdana"/>
                    <a:ea typeface="Times New Roman"/>
                    <a:cs typeface="Times New Roman"/>
                  </a:rPr>
                  <a:t>land tails-up. Explain which event is more likely.</a:t>
                </a:r>
              </a:p>
              <a:p>
                <a:pPr marL="457200" indent="-457200">
                  <a:buFont typeface="+mj-lt"/>
                  <a:buAutoNum type="arabicPeriod" startAt="2"/>
                </a:pPr>
                <a:endParaRPr lang="en-US" sz="2000" dirty="0">
                  <a:latin typeface="Verdana"/>
                  <a:ea typeface="Verdana" panose="020B0604030504040204" pitchFamily="34" charset="0"/>
                  <a:cs typeface="Times New Roman"/>
                </a:endParaRPr>
              </a:p>
              <a:p>
                <a:pPr marL="457200" indent="-457200">
                  <a:buFont typeface="+mj-lt"/>
                  <a:buAutoNum type="arabicPeriod" startAt="2"/>
                </a:pPr>
                <a:endParaRPr lang="en-US" sz="2000" dirty="0">
                  <a:latin typeface="Verdana"/>
                  <a:ea typeface="Verdana" panose="020B0604030504040204" pitchFamily="34" charset="0"/>
                  <a:cs typeface="Times New Roman"/>
                </a:endParaRPr>
              </a:p>
              <a:p>
                <a:pPr marL="457200" indent="-457200">
                  <a:buFont typeface="+mj-lt"/>
                  <a:buAutoNum type="arabicPeriod" startAt="2"/>
                </a:pPr>
                <a:endParaRPr lang="en-US" sz="2000" dirty="0">
                  <a:latin typeface="Verdana"/>
                  <a:ea typeface="Verdana" panose="020B0604030504040204" pitchFamily="34" charset="0"/>
                  <a:cs typeface="Times New Roman"/>
                </a:endParaRPr>
              </a:p>
              <a:p>
                <a:pPr marL="457200" indent="-457200">
                  <a:buFont typeface="+mj-lt"/>
                  <a:buAutoNum type="arabicPeriod" startAt="2"/>
                </a:pPr>
                <a:endParaRPr lang="en-US" sz="2000" dirty="0">
                  <a:latin typeface="Verdana"/>
                  <a:ea typeface="Verdana" panose="020B0604030504040204" pitchFamily="34" charset="0"/>
                  <a:cs typeface="Times New Roman"/>
                </a:endParaRPr>
              </a:p>
              <a:p>
                <a:pPr marL="457200" indent="-457200">
                  <a:buFont typeface="+mj-lt"/>
                  <a:buAutoNum type="arabicPeriod" startAt="2"/>
                </a:pPr>
                <a:endParaRPr lang="en-US" sz="2000" dirty="0">
                  <a:latin typeface="Verdana"/>
                  <a:ea typeface="Verdana" panose="020B0604030504040204" pitchFamily="34" charset="0"/>
                  <a:cs typeface="Times New Roman"/>
                </a:endParaRPr>
              </a:p>
              <a:p>
                <a:pPr marL="457200" indent="-457200">
                  <a:buFont typeface="+mj-lt"/>
                  <a:buAutoNum type="arabicPeriod" startAt="2"/>
                </a:pPr>
                <a:endParaRPr lang="en-US" sz="2000" dirty="0">
                  <a:latin typeface="Verdana"/>
                  <a:ea typeface="Verdana" panose="020B0604030504040204" pitchFamily="34" charset="0"/>
                  <a:cs typeface="Times New Roman"/>
                </a:endParaRPr>
              </a:p>
              <a:p>
                <a:pPr marL="457200" indent="-457200">
                  <a:buFont typeface="+mj-lt"/>
                  <a:buAutoNum type="arabicPeriod" startAt="2"/>
                </a:pPr>
                <a:r>
                  <a:rPr lang="en-US" sz="2000" dirty="0">
                    <a:latin typeface="Verdana"/>
                    <a:ea typeface="Times New Roman"/>
                    <a:cs typeface="Times New Roman"/>
                  </a:rPr>
                  <a:t>Noelle picks a card at random from a stack that has cards numbered </a:t>
                </a:r>
                <a14:m>
                  <m:oMath xmlns:m="http://schemas.openxmlformats.org/officeDocument/2006/math">
                    <m:r>
                      <a:rPr lang="en-US" sz="2000" i="1">
                        <a:latin typeface="Cambria Math"/>
                        <a:ea typeface="Times New Roman"/>
                        <a:cs typeface="Times New Roman"/>
                      </a:rPr>
                      <m:t>11</m:t>
                    </m:r>
                  </m:oMath>
                </a14:m>
                <a:r>
                  <a:rPr lang="en-US" sz="2000" dirty="0">
                    <a:latin typeface="Verdana"/>
                    <a:ea typeface="Times New Roman"/>
                    <a:cs typeface="Times New Roman"/>
                  </a:rPr>
                  <a:t> through </a:t>
                </a:r>
                <a14:m>
                  <m:oMath xmlns:m="http://schemas.openxmlformats.org/officeDocument/2006/math">
                    <m:r>
                      <a:rPr lang="en-US" sz="2000" i="1">
                        <a:latin typeface="Cambria Math"/>
                        <a:ea typeface="Times New Roman"/>
                        <a:cs typeface="Times New Roman"/>
                      </a:rPr>
                      <m:t>25</m:t>
                    </m:r>
                  </m:oMath>
                </a14:m>
                <a:r>
                  <a:rPr lang="en-US" sz="2000" dirty="0">
                    <a:latin typeface="Verdana"/>
                    <a:ea typeface="Times New Roman"/>
                    <a:cs typeface="Times New Roman"/>
                  </a:rPr>
                  <a:t>.</a:t>
                </a:r>
              </a:p>
              <a:p>
                <a:pPr marL="914400" indent="-457200">
                  <a:spcBef>
                    <a:spcPts val="1200"/>
                  </a:spcBef>
                  <a:buFont typeface="+mj-lt"/>
                  <a:buAutoNum type="alphaLcPeriod"/>
                </a:pPr>
                <a:r>
                  <a:rPr lang="en-US" sz="2000" dirty="0">
                    <a:latin typeface="Verdana"/>
                    <a:ea typeface="Times New Roman"/>
                    <a:cs typeface="Times New Roman"/>
                  </a:rPr>
                  <a:t>Determine the sample space.</a:t>
                </a:r>
                <a:endParaRPr lang="en-US" sz="2000" dirty="0">
                  <a:latin typeface="Verdana" panose="020B0604030504040204" pitchFamily="34" charset="0"/>
                  <a:ea typeface="Verdana" panose="020B0604030504040204" pitchFamily="34" charset="0"/>
                  <a:cs typeface="Verdana" panose="020B0604030504040204" pitchFamily="34" charset="0"/>
                </a:endParaRPr>
              </a:p>
            </p:txBody>
          </p:sp>
        </mc:Choice>
        <mc:Fallback xmlns="">
          <p:sp>
            <p:nvSpPr>
              <p:cNvPr id="5" name="TextBox 4">
                <a:extLst>
                  <a:ext uri="{FF2B5EF4-FFF2-40B4-BE49-F238E27FC236}">
                    <a16:creationId xmlns:a16="http://schemas.microsoft.com/office/drawing/2014/main" xmlns:a14="http://schemas.microsoft.com/office/drawing/2010/main" xmlns="" id="{08C67FCF-92C3-654A-BF40-5BDF7A4F9271}"/>
                  </a:ext>
                </a:extLst>
              </p:cNvPr>
              <p:cNvSpPr txBox="1">
                <a:spLocks noRot="1" noChangeAspect="1" noMove="1" noResize="1" noEditPoints="1" noAdjustHandles="1" noChangeArrowheads="1" noChangeShapeType="1" noTextEdit="1"/>
              </p:cNvSpPr>
              <p:nvPr/>
            </p:nvSpPr>
            <p:spPr>
              <a:xfrm>
                <a:off x="1037968" y="398473"/>
                <a:ext cx="10116064" cy="3939540"/>
              </a:xfrm>
              <a:prstGeom prst="rect">
                <a:avLst/>
              </a:prstGeom>
              <a:blipFill rotWithShape="0">
                <a:blip r:embed="rId3"/>
                <a:stretch>
                  <a:fillRect l="-663" t="-927" b="-1855"/>
                </a:stretch>
              </a:blipFill>
            </p:spPr>
            <p:txBody>
              <a:bodyPr/>
              <a:lstStyle/>
              <a:p>
                <a:r>
                  <a:rPr lang="en-US">
                    <a:noFill/>
                  </a:rPr>
                  <a:t> </a:t>
                </a:r>
              </a:p>
            </p:txBody>
          </p:sp>
        </mc:Fallback>
      </mc:AlternateContent>
      <p:sp>
        <p:nvSpPr>
          <p:cNvPr id="7" name="Google Shape;278;g104476d1465_1_17">
            <a:extLst>
              <a:ext uri="{FF2B5EF4-FFF2-40B4-BE49-F238E27FC236}">
                <a16:creationId xmlns:a16="http://schemas.microsoft.com/office/drawing/2014/main" id="{252468F9-493F-EA4F-B8D7-90F86F60BDF9}"/>
              </a:ext>
            </a:extLst>
          </p:cNvPr>
          <p:cNvSpPr/>
          <p:nvPr/>
        </p:nvSpPr>
        <p:spPr>
          <a:xfrm>
            <a:off x="0" y="-8226"/>
            <a:ext cx="223200" cy="6866100"/>
          </a:xfrm>
          <a:prstGeom prst="rect">
            <a:avLst/>
          </a:prstGeom>
          <a:solidFill>
            <a:srgbClr val="CE0704"/>
          </a:solidFill>
          <a:ln w="9525" cap="flat" cmpd="sng">
            <a:solidFill>
              <a:srgbClr val="CE0704"/>
            </a:solidFill>
            <a:prstDash val="solid"/>
            <a:round/>
            <a:headEnd type="none" w="sm" len="sm"/>
            <a:tailEnd type="none" w="sm" len="sm"/>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endParaRPr/>
          </a:p>
        </p:txBody>
      </p:sp>
      <p:sp>
        <p:nvSpPr>
          <p:cNvPr id="8" name="Google Shape;282;g104476d1465_1_17"/>
          <p:cNvSpPr txBox="1"/>
          <p:nvPr/>
        </p:nvSpPr>
        <p:spPr>
          <a:xfrm>
            <a:off x="8698707" y="6457674"/>
            <a:ext cx="2634000" cy="400200"/>
          </a:xfrm>
          <a:prstGeom prst="rect">
            <a:avLst/>
          </a:prstGeom>
          <a:noFill/>
          <a:ln>
            <a:noFill/>
          </a:ln>
        </p:spPr>
        <p:txBody>
          <a:bodyPr spcFirstLastPara="1" wrap="square" lIns="91425" tIns="91425" rIns="91425" bIns="91425" anchor="t" anchorCtr="0">
            <a:spAutoFit/>
          </a:bodyPr>
          <a:lstStyle/>
          <a:p>
            <a:pPr algn="r"/>
            <a:r>
              <a:rPr lang="en-US" i="1" dirty="0">
                <a:latin typeface="Calibri"/>
                <a:ea typeface="Calibri"/>
                <a:cs typeface="Calibri"/>
                <a:sym typeface="Calibri"/>
              </a:rPr>
              <a:t>volume 2, pg. </a:t>
            </a:r>
            <a:r>
              <a:rPr lang="en-US" i="1">
                <a:latin typeface="Calibri"/>
                <a:ea typeface="Calibri"/>
                <a:cs typeface="Calibri"/>
                <a:sym typeface="Calibri"/>
              </a:rPr>
              <a:t>434</a:t>
            </a:r>
            <a:endParaRPr i="1" dirty="0">
              <a:latin typeface="Calibri"/>
              <a:ea typeface="Calibri"/>
              <a:cs typeface="Calibri"/>
              <a:sym typeface="Calibri"/>
            </a:endParaRPr>
          </a:p>
        </p:txBody>
      </p:sp>
      <p:pic>
        <p:nvPicPr>
          <p:cNvPr id="9" name="Google Shape;283;g104476d1465_1_17"/>
          <p:cNvPicPr preferRelativeResize="0"/>
          <p:nvPr/>
        </p:nvPicPr>
        <p:blipFill>
          <a:blip r:embed="rId4" cstate="screen">
            <a:alphaModFix/>
            <a:extLst>
              <a:ext uri="{28A0092B-C50C-407E-A947-70E740481C1C}">
                <a14:useLocalDpi xmlns:a14="http://schemas.microsoft.com/office/drawing/2010/main"/>
              </a:ext>
            </a:extLst>
          </a:blip>
          <a:stretch>
            <a:fillRect/>
          </a:stretch>
        </p:blipFill>
        <p:spPr>
          <a:xfrm>
            <a:off x="11436933" y="6200599"/>
            <a:ext cx="563850" cy="657276"/>
          </a:xfrm>
          <a:prstGeom prst="rect">
            <a:avLst/>
          </a:prstGeom>
          <a:noFill/>
          <a:ln>
            <a:noFill/>
          </a:ln>
          <a:effectLst>
            <a:outerShdw blurRad="57150" dist="19050" dir="5400000" algn="bl" rotWithShape="0">
              <a:srgbClr val="000000">
                <a:alpha val="50000"/>
              </a:srgbClr>
            </a:outerShdw>
          </a:effectLst>
        </p:spPr>
      </p:pic>
    </p:spTree>
    <p:extLst>
      <p:ext uri="{BB962C8B-B14F-4D97-AF65-F5344CB8AC3E}">
        <p14:creationId xmlns:p14="http://schemas.microsoft.com/office/powerpoint/2010/main" val="4279486025"/>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Shape 277"/>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5" name="TextBox 4">
                <a:extLst>
                  <a:ext uri="{FF2B5EF4-FFF2-40B4-BE49-F238E27FC236}">
                    <a16:creationId xmlns:a16="http://schemas.microsoft.com/office/drawing/2014/main" id="{08C67FCF-92C3-654A-BF40-5BDF7A4F9271}"/>
                  </a:ext>
                </a:extLst>
              </p:cNvPr>
              <p:cNvSpPr txBox="1"/>
              <p:nvPr/>
            </p:nvSpPr>
            <p:spPr>
              <a:xfrm>
                <a:off x="1087395" y="398473"/>
                <a:ext cx="10187516" cy="3939540"/>
              </a:xfrm>
              <a:prstGeom prst="rect">
                <a:avLst/>
              </a:prstGeom>
              <a:noFill/>
            </p:spPr>
            <p:txBody>
              <a:bodyPr wrap="square" rtlCol="0">
                <a:spAutoFit/>
              </a:bodyPr>
              <a:lstStyle/>
              <a:p>
                <a:pPr marL="914400" indent="-457200">
                  <a:lnSpc>
                    <a:spcPct val="150000"/>
                  </a:lnSpc>
                  <a:buFont typeface="+mj-lt"/>
                  <a:buAutoNum type="alphaLcPeriod" startAt="2"/>
                </a:pPr>
                <a:r>
                  <a:rPr lang="en-US" sz="2000" dirty="0">
                    <a:latin typeface="Verdana"/>
                    <a:ea typeface="Times New Roman"/>
                    <a:cs typeface="Times New Roman"/>
                  </a:rPr>
                  <a:t>Find each probability.</a:t>
                </a:r>
                <a:br>
                  <a:rPr lang="en-US" sz="2000" dirty="0">
                    <a:latin typeface="Verdana"/>
                    <a:ea typeface="Times New Roman"/>
                    <a:cs typeface="Times New Roman"/>
                  </a:rPr>
                </a:br>
                <a14:m>
                  <m:oMath xmlns:m="http://schemas.openxmlformats.org/officeDocument/2006/math">
                    <m:r>
                      <a:rPr lang="en-US" sz="2000" i="1">
                        <a:latin typeface="Cambria Math"/>
                        <a:ea typeface="Times New Roman"/>
                        <a:cs typeface="Times New Roman"/>
                      </a:rPr>
                      <m:t>𝑃</m:t>
                    </m:r>
                  </m:oMath>
                </a14:m>
                <a:r>
                  <a:rPr lang="en-US" sz="2000" dirty="0">
                    <a:latin typeface="Cambria Math" pitchFamily="18" charset="0"/>
                    <a:ea typeface="Cambria Math" pitchFamily="18" charset="0"/>
                    <a:cs typeface="Times New Roman"/>
                  </a:rPr>
                  <a:t>(even) = </a:t>
                </a:r>
                <a:br>
                  <a:rPr lang="en-US" sz="2000" dirty="0">
                    <a:latin typeface="Cambria Math" pitchFamily="18" charset="0"/>
                    <a:ea typeface="Cambria Math" pitchFamily="18" charset="0"/>
                    <a:cs typeface="Times New Roman"/>
                  </a:rPr>
                </a:br>
                <a14:m>
                  <m:oMath xmlns:m="http://schemas.openxmlformats.org/officeDocument/2006/math">
                    <m:r>
                      <a:rPr lang="en-US" sz="2000" i="1">
                        <a:latin typeface="Cambria Math"/>
                        <a:ea typeface="Times New Roman"/>
                        <a:cs typeface="Times New Roman"/>
                      </a:rPr>
                      <m:t>𝑃</m:t>
                    </m:r>
                  </m:oMath>
                </a14:m>
                <a:r>
                  <a:rPr lang="en-US" sz="2000" dirty="0">
                    <a:latin typeface="Cambria Math" pitchFamily="18" charset="0"/>
                    <a:ea typeface="Cambria Math" pitchFamily="18" charset="0"/>
                    <a:cs typeface="Times New Roman"/>
                  </a:rPr>
                  <a:t>(multiple of 5) =</a:t>
                </a:r>
                <a:br>
                  <a:rPr lang="en-US" sz="2000" dirty="0">
                    <a:latin typeface="Cambria Math" pitchFamily="18" charset="0"/>
                    <a:ea typeface="Cambria Math" pitchFamily="18" charset="0"/>
                    <a:cs typeface="Times New Roman"/>
                  </a:rPr>
                </a:br>
                <a14:m>
                  <m:oMath xmlns:m="http://schemas.openxmlformats.org/officeDocument/2006/math">
                    <m:r>
                      <a:rPr lang="en-US" sz="2000" i="1">
                        <a:latin typeface="Cambria Math"/>
                        <a:ea typeface="Times New Roman"/>
                        <a:cs typeface="Times New Roman"/>
                      </a:rPr>
                      <m:t>𝑃</m:t>
                    </m:r>
                  </m:oMath>
                </a14:m>
                <a:r>
                  <a:rPr lang="en-US" sz="2000" dirty="0">
                    <a:latin typeface="Cambria Math" pitchFamily="18" charset="0"/>
                    <a:ea typeface="Cambria Math" pitchFamily="18" charset="0"/>
                    <a:cs typeface="Times New Roman"/>
                  </a:rPr>
                  <a:t>(two digit number) =</a:t>
                </a:r>
                <a:br>
                  <a:rPr lang="en-US" sz="2000" dirty="0">
                    <a:latin typeface="Cambria Math" pitchFamily="18" charset="0"/>
                    <a:ea typeface="Cambria Math" pitchFamily="18" charset="0"/>
                    <a:cs typeface="Times New Roman"/>
                  </a:rPr>
                </a:br>
                <a14:m>
                  <m:oMath xmlns:m="http://schemas.openxmlformats.org/officeDocument/2006/math">
                    <m:r>
                      <a:rPr lang="en-US" sz="2000" i="1">
                        <a:latin typeface="Cambria Math"/>
                        <a:ea typeface="Times New Roman"/>
                        <a:cs typeface="Times New Roman"/>
                      </a:rPr>
                      <m:t>𝑃</m:t>
                    </m:r>
                  </m:oMath>
                </a14:m>
                <a:r>
                  <a:rPr lang="en-US" sz="2000" dirty="0">
                    <a:latin typeface="Cambria Math" pitchFamily="18" charset="0"/>
                    <a:ea typeface="Cambria Math" pitchFamily="18" charset="0"/>
                    <a:cs typeface="Times New Roman"/>
                  </a:rPr>
                  <a:t>(number less than 10) =</a:t>
                </a:r>
              </a:p>
              <a:p>
                <a:pPr marL="914400" indent="-457200">
                  <a:buFont typeface="+mj-lt"/>
                  <a:buAutoNum type="alphaLcPeriod" startAt="2"/>
                </a:pPr>
                <a:endParaRPr lang="en-US" sz="2000" dirty="0">
                  <a:latin typeface="Verdana"/>
                  <a:ea typeface="Times New Roman"/>
                  <a:cs typeface="Times New Roman"/>
                </a:endParaRPr>
              </a:p>
              <a:p>
                <a:pPr marL="914400" indent="-457200">
                  <a:buFont typeface="+mj-lt"/>
                  <a:buAutoNum type="alphaLcPeriod" startAt="2"/>
                </a:pPr>
                <a:r>
                  <a:rPr lang="en-US" sz="2000" dirty="0">
                    <a:latin typeface="Verdana"/>
                    <a:ea typeface="Times New Roman"/>
                    <a:cs typeface="Times New Roman"/>
                  </a:rPr>
                  <a:t>Noelle used a simulator to run the experiment </a:t>
                </a:r>
                <a14:m>
                  <m:oMath xmlns:m="http://schemas.openxmlformats.org/officeDocument/2006/math">
                    <m:r>
                      <a:rPr lang="en-US" sz="2000" i="1">
                        <a:latin typeface="Cambria Math"/>
                        <a:ea typeface="Times New Roman"/>
                        <a:cs typeface="Times New Roman"/>
                      </a:rPr>
                      <m:t>300</m:t>
                    </m:r>
                  </m:oMath>
                </a14:m>
                <a:r>
                  <a:rPr lang="en-US" sz="2000" dirty="0">
                    <a:latin typeface="Verdana"/>
                    <a:ea typeface="Times New Roman"/>
                    <a:cs typeface="Times New Roman"/>
                  </a:rPr>
                  <a:t> times. She selected an odd-numbered card </a:t>
                </a:r>
                <a14:m>
                  <m:oMath xmlns:m="http://schemas.openxmlformats.org/officeDocument/2006/math">
                    <m:r>
                      <a:rPr lang="en-US" sz="2000" i="1">
                        <a:latin typeface="Cambria Math"/>
                        <a:ea typeface="Times New Roman"/>
                        <a:cs typeface="Times New Roman"/>
                      </a:rPr>
                      <m:t>154</m:t>
                    </m:r>
                  </m:oMath>
                </a14:m>
                <a:r>
                  <a:rPr lang="en-US" sz="2000" dirty="0">
                    <a:latin typeface="Verdana"/>
                    <a:ea typeface="Times New Roman"/>
                    <a:cs typeface="Times New Roman"/>
                  </a:rPr>
                  <a:t> times. Compare the experimental probability to the theoretical probability of selecting an odd-numbered card.</a:t>
                </a:r>
                <a:endParaRPr lang="en-US" sz="2000" dirty="0">
                  <a:latin typeface="Verdana" panose="020B0604030504040204" pitchFamily="34" charset="0"/>
                  <a:ea typeface="Verdana" panose="020B0604030504040204" pitchFamily="34" charset="0"/>
                  <a:cs typeface="Verdana" panose="020B0604030504040204" pitchFamily="34" charset="0"/>
                </a:endParaRPr>
              </a:p>
            </p:txBody>
          </p:sp>
        </mc:Choice>
        <mc:Fallback xmlns="">
          <p:sp>
            <p:nvSpPr>
              <p:cNvPr id="5" name="TextBox 4">
                <a:extLst>
                  <a:ext uri="{FF2B5EF4-FFF2-40B4-BE49-F238E27FC236}">
                    <a16:creationId xmlns:a16="http://schemas.microsoft.com/office/drawing/2014/main" xmlns:a14="http://schemas.microsoft.com/office/drawing/2010/main" xmlns="" id="{08C67FCF-92C3-654A-BF40-5BDF7A4F9271}"/>
                  </a:ext>
                </a:extLst>
              </p:cNvPr>
              <p:cNvSpPr txBox="1">
                <a:spLocks noRot="1" noChangeAspect="1" noMove="1" noResize="1" noEditPoints="1" noAdjustHandles="1" noChangeArrowheads="1" noChangeShapeType="1" noTextEdit="1"/>
              </p:cNvSpPr>
              <p:nvPr/>
            </p:nvSpPr>
            <p:spPr>
              <a:xfrm>
                <a:off x="1087395" y="398473"/>
                <a:ext cx="10187516" cy="3939540"/>
              </a:xfrm>
              <a:prstGeom prst="rect">
                <a:avLst/>
              </a:prstGeom>
              <a:blipFill rotWithShape="0">
                <a:blip r:embed="rId3"/>
                <a:stretch>
                  <a:fillRect r="-598" b="-1700"/>
                </a:stretch>
              </a:blipFill>
            </p:spPr>
            <p:txBody>
              <a:bodyPr/>
              <a:lstStyle/>
              <a:p>
                <a:r>
                  <a:rPr lang="en-US">
                    <a:noFill/>
                  </a:rPr>
                  <a:t> </a:t>
                </a:r>
              </a:p>
            </p:txBody>
          </p:sp>
        </mc:Fallback>
      </mc:AlternateContent>
      <p:sp>
        <p:nvSpPr>
          <p:cNvPr id="7" name="Google Shape;278;g104476d1465_1_17">
            <a:extLst>
              <a:ext uri="{FF2B5EF4-FFF2-40B4-BE49-F238E27FC236}">
                <a16:creationId xmlns:a16="http://schemas.microsoft.com/office/drawing/2014/main" id="{252468F9-493F-EA4F-B8D7-90F86F60BDF9}"/>
              </a:ext>
            </a:extLst>
          </p:cNvPr>
          <p:cNvSpPr/>
          <p:nvPr/>
        </p:nvSpPr>
        <p:spPr>
          <a:xfrm>
            <a:off x="0" y="-8226"/>
            <a:ext cx="223200" cy="6866100"/>
          </a:xfrm>
          <a:prstGeom prst="rect">
            <a:avLst/>
          </a:prstGeom>
          <a:solidFill>
            <a:srgbClr val="CE0704"/>
          </a:solidFill>
          <a:ln w="9525" cap="flat" cmpd="sng">
            <a:solidFill>
              <a:srgbClr val="CE0704"/>
            </a:solidFill>
            <a:prstDash val="solid"/>
            <a:round/>
            <a:headEnd type="none" w="sm" len="sm"/>
            <a:tailEnd type="none" w="sm" len="sm"/>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endParaRPr/>
          </a:p>
        </p:txBody>
      </p:sp>
      <p:sp>
        <p:nvSpPr>
          <p:cNvPr id="8" name="Google Shape;282;g104476d1465_1_17"/>
          <p:cNvSpPr txBox="1"/>
          <p:nvPr/>
        </p:nvSpPr>
        <p:spPr>
          <a:xfrm>
            <a:off x="8698707" y="6457674"/>
            <a:ext cx="2634000" cy="400200"/>
          </a:xfrm>
          <a:prstGeom prst="rect">
            <a:avLst/>
          </a:prstGeom>
          <a:noFill/>
          <a:ln>
            <a:noFill/>
          </a:ln>
        </p:spPr>
        <p:txBody>
          <a:bodyPr spcFirstLastPara="1" wrap="square" lIns="91425" tIns="91425" rIns="91425" bIns="91425" anchor="t" anchorCtr="0">
            <a:spAutoFit/>
          </a:bodyPr>
          <a:lstStyle/>
          <a:p>
            <a:pPr algn="r"/>
            <a:r>
              <a:rPr lang="en-US" i="1" dirty="0">
                <a:latin typeface="Calibri"/>
                <a:ea typeface="Calibri"/>
                <a:cs typeface="Calibri"/>
                <a:sym typeface="Calibri"/>
              </a:rPr>
              <a:t>volume 2, pg. </a:t>
            </a:r>
            <a:r>
              <a:rPr lang="en-US" i="1">
                <a:latin typeface="Calibri"/>
                <a:ea typeface="Calibri"/>
                <a:cs typeface="Calibri"/>
                <a:sym typeface="Calibri"/>
              </a:rPr>
              <a:t>434</a:t>
            </a:r>
            <a:endParaRPr i="1" dirty="0">
              <a:latin typeface="Calibri"/>
              <a:ea typeface="Calibri"/>
              <a:cs typeface="Calibri"/>
              <a:sym typeface="Calibri"/>
            </a:endParaRPr>
          </a:p>
        </p:txBody>
      </p:sp>
      <p:pic>
        <p:nvPicPr>
          <p:cNvPr id="9" name="Google Shape;283;g104476d1465_1_17"/>
          <p:cNvPicPr preferRelativeResize="0"/>
          <p:nvPr/>
        </p:nvPicPr>
        <p:blipFill>
          <a:blip r:embed="rId4" cstate="screen">
            <a:alphaModFix/>
            <a:extLst>
              <a:ext uri="{28A0092B-C50C-407E-A947-70E740481C1C}">
                <a14:useLocalDpi xmlns:a14="http://schemas.microsoft.com/office/drawing/2010/main"/>
              </a:ext>
            </a:extLst>
          </a:blip>
          <a:stretch>
            <a:fillRect/>
          </a:stretch>
        </p:blipFill>
        <p:spPr>
          <a:xfrm>
            <a:off x="11436933" y="6200599"/>
            <a:ext cx="563850" cy="657276"/>
          </a:xfrm>
          <a:prstGeom prst="rect">
            <a:avLst/>
          </a:prstGeom>
          <a:noFill/>
          <a:ln>
            <a:noFill/>
          </a:ln>
          <a:effectLst>
            <a:outerShdw blurRad="57150" dist="19050" dir="5400000" algn="bl" rotWithShape="0">
              <a:srgbClr val="000000">
                <a:alpha val="50000"/>
              </a:srgbClr>
            </a:outerShdw>
          </a:effectLst>
        </p:spPr>
      </p:pic>
    </p:spTree>
    <p:extLst>
      <p:ext uri="{BB962C8B-B14F-4D97-AF65-F5344CB8AC3E}">
        <p14:creationId xmlns:p14="http://schemas.microsoft.com/office/powerpoint/2010/main" val="714722017"/>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Shape 308"/>
        <p:cNvGrpSpPr/>
        <p:nvPr/>
      </p:nvGrpSpPr>
      <p:grpSpPr>
        <a:xfrm>
          <a:off x="0" y="0"/>
          <a:ext cx="0" cy="0"/>
          <a:chOff x="0" y="0"/>
          <a:chExt cx="0" cy="0"/>
        </a:xfrm>
      </p:grpSpPr>
      <p:sp>
        <p:nvSpPr>
          <p:cNvPr id="309" name="Google Shape;309;g104476d1465_1_39"/>
          <p:cNvSpPr/>
          <p:nvPr/>
        </p:nvSpPr>
        <p:spPr>
          <a:xfrm>
            <a:off x="0" y="-8226"/>
            <a:ext cx="2731200" cy="6866100"/>
          </a:xfrm>
          <a:prstGeom prst="rect">
            <a:avLst/>
          </a:prstGeom>
          <a:solidFill>
            <a:srgbClr val="CE0704"/>
          </a:solidFill>
          <a:ln w="9525" cap="flat" cmpd="sng">
            <a:solidFill>
              <a:srgbClr val="CE0704"/>
            </a:solidFill>
            <a:prstDash val="solid"/>
            <a:round/>
            <a:headEnd type="none" w="sm" len="sm"/>
            <a:tailEnd type="none" w="sm" len="sm"/>
          </a:ln>
          <a:effectLst>
            <a:outerShdw blurRad="50800" dist="38100" dir="2700000" algn="tl" rotWithShape="0">
              <a:prstClr val="black">
                <a:alpha val="40000"/>
              </a:prstClr>
            </a:outerShdw>
          </a:effectLst>
        </p:spPr>
        <p:txBody>
          <a:bodyPr spcFirstLastPara="1" wrap="square" lIns="91425" tIns="91425" rIns="91425" bIns="91425" anchor="ctr" anchorCtr="0">
            <a:noAutofit/>
          </a:bodyPr>
          <a:lstStyle/>
          <a:p>
            <a:endParaRPr/>
          </a:p>
        </p:txBody>
      </p:sp>
      <p:sp>
        <p:nvSpPr>
          <p:cNvPr id="313" name="Google Shape;313;g104476d1465_1_39"/>
          <p:cNvSpPr txBox="1">
            <a:spLocks noGrp="1"/>
          </p:cNvSpPr>
          <p:nvPr>
            <p:ph type="title" idx="4294967295"/>
          </p:nvPr>
        </p:nvSpPr>
        <p:spPr>
          <a:xfrm>
            <a:off x="5250339" y="2779100"/>
            <a:ext cx="4480750" cy="1325700"/>
          </a:xfrm>
          <a:prstGeom prst="rect">
            <a:avLst/>
          </a:prstGeom>
          <a:noFill/>
          <a:ln>
            <a:noFill/>
          </a:ln>
        </p:spPr>
        <p:txBody>
          <a:bodyPr spcFirstLastPara="1" wrap="square" lIns="91425" tIns="45700" rIns="91425" bIns="45700" anchor="ctr" anchorCtr="0">
            <a:normAutofit/>
          </a:bodyPr>
          <a:lstStyle/>
          <a:p>
            <a:pPr algn="ctr">
              <a:buClr>
                <a:schemeClr val="lt1"/>
              </a:buClr>
              <a:buSzPts val="4800"/>
            </a:pPr>
            <a:r>
              <a:rPr lang="en-US" sz="5500" b="1" dirty="0">
                <a:solidFill>
                  <a:srgbClr val="3F2A67"/>
                </a:solidFill>
                <a:latin typeface="Verdana"/>
                <a:ea typeface="Verdana"/>
                <a:cs typeface="Verdana"/>
                <a:sym typeface="Verdana"/>
              </a:rPr>
              <a:t>Wrap-Up</a:t>
            </a:r>
            <a:endParaRPr sz="5100" b="1" dirty="0">
              <a:solidFill>
                <a:srgbClr val="3F2A67"/>
              </a:solidFill>
              <a:latin typeface="Verdana"/>
              <a:ea typeface="Verdana"/>
              <a:cs typeface="Verdana"/>
              <a:sym typeface="Verdana"/>
            </a:endParaRPr>
          </a:p>
        </p:txBody>
      </p:sp>
      <p:pic>
        <p:nvPicPr>
          <p:cNvPr id="7" name="Google Shape;450;g103996e1364_0_457">
            <a:extLst>
              <a:ext uri="{FF2B5EF4-FFF2-40B4-BE49-F238E27FC236}">
                <a16:creationId xmlns:a16="http://schemas.microsoft.com/office/drawing/2014/main" id="{DE95225C-59B5-E847-AFA2-B83DCFFA10D8}"/>
              </a:ext>
            </a:extLst>
          </p:cNvPr>
          <p:cNvPicPr preferRelativeResize="0"/>
          <p:nvPr/>
        </p:nvPicPr>
        <p:blipFill rotWithShape="1">
          <a:blip r:embed="rId3">
            <a:alphaModFix/>
          </a:blip>
          <a:srcRect/>
          <a:stretch/>
        </p:blipFill>
        <p:spPr>
          <a:xfrm>
            <a:off x="4429333" y="2933695"/>
            <a:ext cx="1008299" cy="1016513"/>
          </a:xfrm>
          <a:prstGeom prst="rect">
            <a:avLst/>
          </a:prstGeom>
          <a:noFill/>
          <a:ln>
            <a:noFill/>
          </a:ln>
          <a:effectLst>
            <a:outerShdw blurRad="50800" dist="38100" dir="2700000" algn="tl" rotWithShape="0">
              <a:prstClr val="black">
                <a:alpha val="40000"/>
              </a:prstClr>
            </a:outerShdw>
          </a:effectLst>
        </p:spPr>
      </p:pic>
      <p:sp>
        <p:nvSpPr>
          <p:cNvPr id="9" name="Google Shape;282;g104476d1465_1_17"/>
          <p:cNvSpPr txBox="1"/>
          <p:nvPr/>
        </p:nvSpPr>
        <p:spPr>
          <a:xfrm>
            <a:off x="8698707" y="6457674"/>
            <a:ext cx="2634000" cy="400200"/>
          </a:xfrm>
          <a:prstGeom prst="rect">
            <a:avLst/>
          </a:prstGeom>
          <a:noFill/>
          <a:ln>
            <a:noFill/>
          </a:ln>
        </p:spPr>
        <p:txBody>
          <a:bodyPr spcFirstLastPara="1" wrap="square" lIns="91425" tIns="91425" rIns="91425" bIns="91425" anchor="t" anchorCtr="0">
            <a:spAutoFit/>
          </a:bodyPr>
          <a:lstStyle/>
          <a:p>
            <a:pPr algn="r"/>
            <a:r>
              <a:rPr lang="en-US" i="1" dirty="0">
                <a:latin typeface="Calibri"/>
                <a:ea typeface="Calibri"/>
                <a:cs typeface="Calibri"/>
                <a:sym typeface="Calibri"/>
              </a:rPr>
              <a:t>volume 2, pg. 435</a:t>
            </a:r>
            <a:endParaRPr i="1" dirty="0">
              <a:latin typeface="Calibri"/>
              <a:ea typeface="Calibri"/>
              <a:cs typeface="Calibri"/>
              <a:sym typeface="Calibri"/>
            </a:endParaRPr>
          </a:p>
        </p:txBody>
      </p:sp>
      <p:pic>
        <p:nvPicPr>
          <p:cNvPr id="10" name="Google Shape;283;g104476d1465_1_17"/>
          <p:cNvPicPr preferRelativeResize="0"/>
          <p:nvPr/>
        </p:nvPicPr>
        <p:blipFill>
          <a:blip r:embed="rId4" cstate="screen">
            <a:alphaModFix/>
            <a:extLst>
              <a:ext uri="{28A0092B-C50C-407E-A947-70E740481C1C}">
                <a14:useLocalDpi xmlns:a14="http://schemas.microsoft.com/office/drawing/2010/main"/>
              </a:ext>
            </a:extLst>
          </a:blip>
          <a:stretch>
            <a:fillRect/>
          </a:stretch>
        </p:blipFill>
        <p:spPr>
          <a:xfrm>
            <a:off x="11436933" y="6200599"/>
            <a:ext cx="563850" cy="657276"/>
          </a:xfrm>
          <a:prstGeom prst="rect">
            <a:avLst/>
          </a:prstGeom>
          <a:noFill/>
          <a:ln>
            <a:noFill/>
          </a:ln>
          <a:effectLst>
            <a:outerShdw blurRad="57150" dist="19050" dir="5400000" algn="bl" rotWithShape="0">
              <a:srgbClr val="000000">
                <a:alpha val="50000"/>
              </a:srgbClr>
            </a:outerShdw>
          </a:effectLst>
        </p:spPr>
      </p:pic>
    </p:spTree>
    <p:extLst>
      <p:ext uri="{BB962C8B-B14F-4D97-AF65-F5344CB8AC3E}">
        <p14:creationId xmlns:p14="http://schemas.microsoft.com/office/powerpoint/2010/main" val="676908715"/>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Shape 277"/>
        <p:cNvGrpSpPr/>
        <p:nvPr/>
      </p:nvGrpSpPr>
      <p:grpSpPr>
        <a:xfrm>
          <a:off x="0" y="0"/>
          <a:ext cx="0" cy="0"/>
          <a:chOff x="0" y="0"/>
          <a:chExt cx="0" cy="0"/>
        </a:xfrm>
      </p:grpSpPr>
      <p:sp>
        <p:nvSpPr>
          <p:cNvPr id="7" name="Google Shape;456;g103996e1364_0_463">
            <a:extLst>
              <a:ext uri="{FF2B5EF4-FFF2-40B4-BE49-F238E27FC236}">
                <a16:creationId xmlns:a16="http://schemas.microsoft.com/office/drawing/2014/main" id="{68C03D65-F0BF-3F41-B52A-024F47388982}"/>
              </a:ext>
            </a:extLst>
          </p:cNvPr>
          <p:cNvSpPr txBox="1">
            <a:spLocks/>
          </p:cNvSpPr>
          <p:nvPr/>
        </p:nvSpPr>
        <p:spPr>
          <a:xfrm>
            <a:off x="1366325" y="-53859"/>
            <a:ext cx="8019300" cy="1325700"/>
          </a:xfrm>
          <a:prstGeom prst="rect">
            <a:avLst/>
          </a:prstGeom>
          <a:noFill/>
          <a:ln>
            <a:noFill/>
          </a:ln>
        </p:spPr>
        <p:txBody>
          <a:bodyPr spcFirstLastPara="1" wrap="square" lIns="91425" tIns="45700" rIns="91425" bIns="45700"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a:lnSpc>
                <a:spcPct val="90000"/>
              </a:lnSpc>
              <a:buClr>
                <a:schemeClr val="dk1"/>
              </a:buClr>
              <a:buSzPts val="5400"/>
              <a:buFont typeface="Century Gothic"/>
              <a:buNone/>
            </a:pPr>
            <a:r>
              <a:rPr lang="en-US" sz="3600" b="1" dirty="0">
                <a:solidFill>
                  <a:srgbClr val="3F2A67"/>
                </a:solidFill>
                <a:latin typeface="Verdana"/>
                <a:ea typeface="Verdana"/>
                <a:cs typeface="Verdana"/>
                <a:sym typeface="Verdana"/>
              </a:rPr>
              <a:t>15.7.4 Wrap-Up: Reflection</a:t>
            </a:r>
          </a:p>
        </p:txBody>
      </p:sp>
      <p:pic>
        <p:nvPicPr>
          <p:cNvPr id="9" name="Google Shape;458;g103996e1364_0_463">
            <a:extLst>
              <a:ext uri="{FF2B5EF4-FFF2-40B4-BE49-F238E27FC236}">
                <a16:creationId xmlns:a16="http://schemas.microsoft.com/office/drawing/2014/main" id="{EEA44D6C-2366-AC41-B1B5-EDDC34786A66}"/>
              </a:ext>
            </a:extLst>
          </p:cNvPr>
          <p:cNvPicPr preferRelativeResize="0"/>
          <p:nvPr/>
        </p:nvPicPr>
        <p:blipFill rotWithShape="1">
          <a:blip r:embed="rId3">
            <a:alphaModFix/>
          </a:blip>
          <a:srcRect/>
          <a:stretch/>
        </p:blipFill>
        <p:spPr>
          <a:xfrm>
            <a:off x="566468" y="222340"/>
            <a:ext cx="747300" cy="747300"/>
          </a:xfrm>
          <a:prstGeom prst="rect">
            <a:avLst/>
          </a:prstGeom>
          <a:noFill/>
          <a:ln>
            <a:noFill/>
          </a:ln>
          <a:effectLst>
            <a:outerShdw blurRad="50800" dist="38100" dir="2700000" algn="tl" rotWithShape="0">
              <a:prstClr val="black">
                <a:alpha val="40000"/>
              </a:prstClr>
            </a:outerShdw>
          </a:effectLst>
        </p:spPr>
      </p:pic>
      <p:sp>
        <p:nvSpPr>
          <p:cNvPr id="12" name="TextBox 11">
            <a:extLst>
              <a:ext uri="{FF2B5EF4-FFF2-40B4-BE49-F238E27FC236}">
                <a16:creationId xmlns:a16="http://schemas.microsoft.com/office/drawing/2014/main" id="{0370EDB7-6994-3D43-ABF9-E04CBAFB9CD9}"/>
              </a:ext>
            </a:extLst>
          </p:cNvPr>
          <p:cNvSpPr txBox="1"/>
          <p:nvPr/>
        </p:nvSpPr>
        <p:spPr>
          <a:xfrm>
            <a:off x="1366325" y="1386026"/>
            <a:ext cx="9715382" cy="3631763"/>
          </a:xfrm>
          <a:prstGeom prst="rect">
            <a:avLst/>
          </a:prstGeom>
          <a:noFill/>
        </p:spPr>
        <p:txBody>
          <a:bodyPr wrap="square" rtlCol="0">
            <a:spAutoFit/>
          </a:bodyPr>
          <a:lstStyle/>
          <a:p>
            <a:r>
              <a:rPr lang="en-US" sz="2000" dirty="0">
                <a:latin typeface="Verdana"/>
                <a:ea typeface="Times New Roman"/>
                <a:cs typeface="Cambria"/>
              </a:rPr>
              <a:t>In this unit, you have learned multiple concepts about probability, including those listed below.</a:t>
            </a:r>
          </a:p>
          <a:p>
            <a:pPr marL="685800" indent="-342900">
              <a:spcBef>
                <a:spcPts val="1200"/>
              </a:spcBef>
              <a:buFont typeface="Arial" pitchFamily="34" charset="0"/>
              <a:buChar char="•"/>
              <a:tabLst>
                <a:tab pos="1041400" algn="l"/>
              </a:tabLst>
            </a:pPr>
            <a:r>
              <a:rPr lang="en-US" sz="2000" dirty="0">
                <a:latin typeface="Verdana" pitchFamily="34" charset="0"/>
                <a:ea typeface="Verdana" pitchFamily="34" charset="0"/>
                <a:cs typeface="Cambria"/>
              </a:rPr>
              <a:t>Determine the sample space for a simple experiment</a:t>
            </a:r>
          </a:p>
          <a:p>
            <a:pPr marL="685800" indent="-342900">
              <a:spcBef>
                <a:spcPts val="1200"/>
              </a:spcBef>
              <a:buFont typeface="Arial" pitchFamily="34" charset="0"/>
              <a:buChar char="•"/>
              <a:tabLst>
                <a:tab pos="1041400" algn="l"/>
              </a:tabLst>
            </a:pPr>
            <a:r>
              <a:rPr lang="en-US" sz="2000" dirty="0">
                <a:latin typeface="Verdana" pitchFamily="34" charset="0"/>
                <a:ea typeface="Verdana" pitchFamily="34" charset="0"/>
                <a:cs typeface="Cambria"/>
              </a:rPr>
              <a:t>Rewrite rational numbers in different but equivalent forms</a:t>
            </a:r>
          </a:p>
          <a:p>
            <a:pPr marL="685800" indent="-342900">
              <a:spcBef>
                <a:spcPts val="1200"/>
              </a:spcBef>
              <a:buFont typeface="Arial" pitchFamily="34" charset="0"/>
              <a:buChar char="•"/>
              <a:tabLst>
                <a:tab pos="1041400" algn="l"/>
              </a:tabLst>
            </a:pPr>
            <a:r>
              <a:rPr lang="en-US" sz="2000" dirty="0">
                <a:latin typeface="Verdana" pitchFamily="34" charset="0"/>
                <a:ea typeface="Verdana" pitchFamily="34" charset="0"/>
                <a:cs typeface="Cambria"/>
              </a:rPr>
              <a:t>Interpret and compare the probability of chance events</a:t>
            </a:r>
          </a:p>
          <a:p>
            <a:pPr marL="685800" indent="-342900">
              <a:spcBef>
                <a:spcPts val="1200"/>
              </a:spcBef>
              <a:buFont typeface="Arial" pitchFamily="34" charset="0"/>
              <a:buChar char="•"/>
              <a:tabLst>
                <a:tab pos="1041400" algn="l"/>
              </a:tabLst>
            </a:pPr>
            <a:r>
              <a:rPr lang="en-US" sz="2000" dirty="0">
                <a:latin typeface="Verdana" pitchFamily="34" charset="0"/>
                <a:ea typeface="Verdana" pitchFamily="34" charset="0"/>
                <a:cs typeface="Cambria"/>
              </a:rPr>
              <a:t>Find the theoretical probability of an event related to a simple experiment</a:t>
            </a:r>
          </a:p>
          <a:p>
            <a:pPr marL="685800" indent="-342900">
              <a:spcBef>
                <a:spcPts val="1200"/>
              </a:spcBef>
              <a:buFont typeface="Arial" pitchFamily="34" charset="0"/>
              <a:buChar char="•"/>
            </a:pPr>
            <a:r>
              <a:rPr lang="en-US" sz="2000" dirty="0">
                <a:latin typeface="Verdana" pitchFamily="34" charset="0"/>
                <a:ea typeface="Verdana" pitchFamily="34" charset="0"/>
                <a:cs typeface="Cambria"/>
              </a:rPr>
              <a:t>Compare experimental probability from simulations to theoretical probability</a:t>
            </a:r>
            <a:endParaRPr lang="en-US" sz="2000" dirty="0">
              <a:latin typeface="Verdana" panose="020B0604030504040204" pitchFamily="34" charset="0"/>
              <a:ea typeface="Verdana" panose="020B0604030504040204" pitchFamily="34" charset="0"/>
              <a:cs typeface="Verdana" panose="020B0604030504040204" pitchFamily="34" charset="0"/>
            </a:endParaRPr>
          </a:p>
        </p:txBody>
      </p:sp>
      <p:sp>
        <p:nvSpPr>
          <p:cNvPr id="10" name="Google Shape;278;g104476d1465_1_17">
            <a:extLst>
              <a:ext uri="{FF2B5EF4-FFF2-40B4-BE49-F238E27FC236}">
                <a16:creationId xmlns:a16="http://schemas.microsoft.com/office/drawing/2014/main" id="{69767437-9B0B-9D43-A596-1373A90D9FE8}"/>
              </a:ext>
            </a:extLst>
          </p:cNvPr>
          <p:cNvSpPr/>
          <p:nvPr/>
        </p:nvSpPr>
        <p:spPr>
          <a:xfrm>
            <a:off x="0" y="-8226"/>
            <a:ext cx="223200" cy="6866100"/>
          </a:xfrm>
          <a:prstGeom prst="rect">
            <a:avLst/>
          </a:prstGeom>
          <a:solidFill>
            <a:srgbClr val="CE0704"/>
          </a:solidFill>
          <a:ln w="9525" cap="flat" cmpd="sng">
            <a:solidFill>
              <a:srgbClr val="CE0704"/>
            </a:solidFill>
            <a:prstDash val="solid"/>
            <a:round/>
            <a:headEnd type="none" w="sm" len="sm"/>
            <a:tailEnd type="none" w="sm" len="sm"/>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endParaRPr/>
          </a:p>
        </p:txBody>
      </p:sp>
      <p:sp>
        <p:nvSpPr>
          <p:cNvPr id="11" name="Google Shape;282;g104476d1465_1_17"/>
          <p:cNvSpPr txBox="1"/>
          <p:nvPr/>
        </p:nvSpPr>
        <p:spPr>
          <a:xfrm>
            <a:off x="8698707" y="6457674"/>
            <a:ext cx="2634000" cy="400200"/>
          </a:xfrm>
          <a:prstGeom prst="rect">
            <a:avLst/>
          </a:prstGeom>
          <a:noFill/>
          <a:ln>
            <a:noFill/>
          </a:ln>
        </p:spPr>
        <p:txBody>
          <a:bodyPr spcFirstLastPara="1" wrap="square" lIns="91425" tIns="91425" rIns="91425" bIns="91425" anchor="t" anchorCtr="0">
            <a:spAutoFit/>
          </a:bodyPr>
          <a:lstStyle/>
          <a:p>
            <a:pPr algn="r"/>
            <a:r>
              <a:rPr lang="en-US" i="1" dirty="0">
                <a:latin typeface="Calibri"/>
                <a:ea typeface="Calibri"/>
                <a:cs typeface="Calibri"/>
                <a:sym typeface="Calibri"/>
              </a:rPr>
              <a:t>volume 2, pg. </a:t>
            </a:r>
            <a:r>
              <a:rPr lang="en-US" i="1">
                <a:latin typeface="Calibri"/>
                <a:ea typeface="Calibri"/>
                <a:cs typeface="Calibri"/>
                <a:sym typeface="Calibri"/>
              </a:rPr>
              <a:t>435</a:t>
            </a:r>
            <a:endParaRPr i="1" dirty="0">
              <a:latin typeface="Calibri"/>
              <a:ea typeface="Calibri"/>
              <a:cs typeface="Calibri"/>
              <a:sym typeface="Calibri"/>
            </a:endParaRPr>
          </a:p>
        </p:txBody>
      </p:sp>
      <p:pic>
        <p:nvPicPr>
          <p:cNvPr id="13" name="Google Shape;283;g104476d1465_1_17"/>
          <p:cNvPicPr preferRelativeResize="0"/>
          <p:nvPr/>
        </p:nvPicPr>
        <p:blipFill>
          <a:blip r:embed="rId4" cstate="screen">
            <a:alphaModFix/>
            <a:extLst>
              <a:ext uri="{28A0092B-C50C-407E-A947-70E740481C1C}">
                <a14:useLocalDpi xmlns:a14="http://schemas.microsoft.com/office/drawing/2010/main"/>
              </a:ext>
            </a:extLst>
          </a:blip>
          <a:stretch>
            <a:fillRect/>
          </a:stretch>
        </p:blipFill>
        <p:spPr>
          <a:xfrm>
            <a:off x="11436933" y="6200599"/>
            <a:ext cx="563850" cy="657276"/>
          </a:xfrm>
          <a:prstGeom prst="rect">
            <a:avLst/>
          </a:prstGeom>
          <a:noFill/>
          <a:ln>
            <a:noFill/>
          </a:ln>
          <a:effectLst>
            <a:outerShdw blurRad="57150" dist="19050" dir="5400000" algn="bl" rotWithShape="0">
              <a:srgbClr val="000000">
                <a:alpha val="50000"/>
              </a:srgbClr>
            </a:outerShdw>
          </a:effectLst>
        </p:spPr>
      </p:pic>
    </p:spTree>
    <p:extLst>
      <p:ext uri="{BB962C8B-B14F-4D97-AF65-F5344CB8AC3E}">
        <p14:creationId xmlns:p14="http://schemas.microsoft.com/office/powerpoint/2010/main" val="553995615"/>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Shape 277"/>
        <p:cNvGrpSpPr/>
        <p:nvPr/>
      </p:nvGrpSpPr>
      <p:grpSpPr>
        <a:xfrm>
          <a:off x="0" y="0"/>
          <a:ext cx="0" cy="0"/>
          <a:chOff x="0" y="0"/>
          <a:chExt cx="0" cy="0"/>
        </a:xfrm>
      </p:grpSpPr>
      <p:sp>
        <p:nvSpPr>
          <p:cNvPr id="5" name="TextBox 4">
            <a:extLst>
              <a:ext uri="{FF2B5EF4-FFF2-40B4-BE49-F238E27FC236}">
                <a16:creationId xmlns:a16="http://schemas.microsoft.com/office/drawing/2014/main" id="{4CE9D117-FAE6-F74F-940B-9CD1479755BE}"/>
              </a:ext>
            </a:extLst>
          </p:cNvPr>
          <p:cNvSpPr txBox="1"/>
          <p:nvPr/>
        </p:nvSpPr>
        <p:spPr>
          <a:xfrm>
            <a:off x="1532238" y="422858"/>
            <a:ext cx="9127524" cy="4401205"/>
          </a:xfrm>
          <a:prstGeom prst="rect">
            <a:avLst/>
          </a:prstGeom>
          <a:noFill/>
        </p:spPr>
        <p:txBody>
          <a:bodyPr wrap="square" rtlCol="0">
            <a:spAutoFit/>
          </a:bodyPr>
          <a:lstStyle/>
          <a:p>
            <a:pPr marL="457200" indent="-457200">
              <a:buFont typeface="+mj-lt"/>
              <a:buAutoNum type="arabicPeriod"/>
            </a:pPr>
            <a:r>
              <a:rPr lang="en-US" sz="2000" dirty="0">
                <a:latin typeface="Verdana"/>
                <a:ea typeface="Times New Roman"/>
                <a:cs typeface="Cambria"/>
              </a:rPr>
              <a:t>Use the stoplight reflection below to share how you are feeling about each of these concepts at this point.</a:t>
            </a:r>
          </a:p>
          <a:p>
            <a:pPr marL="2743200"/>
            <a:br>
              <a:rPr lang="en-US" sz="2000" dirty="0">
                <a:latin typeface="Verdana"/>
                <a:ea typeface="Times New Roman"/>
                <a:cs typeface="Cambria"/>
              </a:rPr>
            </a:br>
            <a:br>
              <a:rPr lang="en-US" sz="2000" dirty="0">
                <a:latin typeface="Verdana"/>
                <a:ea typeface="Times New Roman"/>
                <a:cs typeface="Cambria"/>
              </a:rPr>
            </a:br>
            <a:br>
              <a:rPr lang="en-US" sz="2000" dirty="0">
                <a:latin typeface="Verdana"/>
                <a:ea typeface="Times New Roman"/>
                <a:cs typeface="Cambria"/>
              </a:rPr>
            </a:br>
            <a:r>
              <a:rPr lang="en-US" sz="2000" dirty="0">
                <a:latin typeface="Verdana"/>
                <a:ea typeface="Times New Roman"/>
                <a:cs typeface="Cambria"/>
              </a:rPr>
              <a:t>I still feel stuck on how to …</a:t>
            </a:r>
            <a:br>
              <a:rPr lang="en-US" sz="2000" dirty="0">
                <a:latin typeface="Verdana"/>
                <a:ea typeface="Times New Roman"/>
                <a:cs typeface="Cambria"/>
              </a:rPr>
            </a:br>
            <a:br>
              <a:rPr lang="en-US" sz="2000" dirty="0">
                <a:latin typeface="Verdana"/>
                <a:ea typeface="Times New Roman"/>
                <a:cs typeface="Cambria"/>
              </a:rPr>
            </a:br>
            <a:br>
              <a:rPr lang="en-US" sz="2000" dirty="0">
                <a:latin typeface="Verdana"/>
                <a:ea typeface="Times New Roman"/>
                <a:cs typeface="Cambria"/>
              </a:rPr>
            </a:br>
            <a:br>
              <a:rPr lang="en-US" sz="2000" dirty="0">
                <a:latin typeface="Verdana"/>
                <a:ea typeface="Times New Roman"/>
                <a:cs typeface="Cambria"/>
              </a:rPr>
            </a:br>
            <a:r>
              <a:rPr lang="en-US" sz="2000" dirty="0">
                <a:latin typeface="Verdana"/>
                <a:ea typeface="Times New Roman"/>
                <a:cs typeface="Cambria"/>
              </a:rPr>
              <a:t>I’m starting to get the hang of …</a:t>
            </a:r>
            <a:br>
              <a:rPr lang="en-US" sz="2000" dirty="0">
                <a:latin typeface="Verdana"/>
                <a:ea typeface="Times New Roman"/>
                <a:cs typeface="Cambria"/>
              </a:rPr>
            </a:br>
            <a:br>
              <a:rPr lang="en-US" sz="2000" dirty="0">
                <a:latin typeface="Verdana"/>
                <a:ea typeface="Times New Roman"/>
                <a:cs typeface="Cambria"/>
              </a:rPr>
            </a:br>
            <a:br>
              <a:rPr lang="en-US" sz="2000" dirty="0">
                <a:latin typeface="Verdana"/>
                <a:ea typeface="Times New Roman"/>
                <a:cs typeface="Cambria"/>
              </a:rPr>
            </a:br>
            <a:br>
              <a:rPr lang="en-US" sz="2000" dirty="0">
                <a:latin typeface="Verdana"/>
                <a:ea typeface="Times New Roman"/>
                <a:cs typeface="Cambria"/>
              </a:rPr>
            </a:br>
            <a:r>
              <a:rPr lang="en-US" sz="2000" dirty="0">
                <a:latin typeface="Verdana"/>
                <a:ea typeface="Times New Roman"/>
                <a:cs typeface="Cambria"/>
              </a:rPr>
              <a:t>I feel confident and ready to go with …</a:t>
            </a:r>
            <a:endParaRPr lang="en-US" sz="2000" dirty="0">
              <a:latin typeface="Verdana" panose="020B0604030504040204" pitchFamily="34" charset="0"/>
              <a:ea typeface="Verdana" panose="020B0604030504040204" pitchFamily="34" charset="0"/>
              <a:cs typeface="Verdana" panose="020B0604030504040204" pitchFamily="34" charset="0"/>
            </a:endParaRPr>
          </a:p>
        </p:txBody>
      </p:sp>
      <p:sp>
        <p:nvSpPr>
          <p:cNvPr id="7" name="Google Shape;278;g104476d1465_1_17">
            <a:extLst>
              <a:ext uri="{FF2B5EF4-FFF2-40B4-BE49-F238E27FC236}">
                <a16:creationId xmlns:a16="http://schemas.microsoft.com/office/drawing/2014/main" id="{BEF6C55E-B3A1-F64B-8B75-315832270770}"/>
              </a:ext>
            </a:extLst>
          </p:cNvPr>
          <p:cNvSpPr/>
          <p:nvPr/>
        </p:nvSpPr>
        <p:spPr>
          <a:xfrm>
            <a:off x="0" y="0"/>
            <a:ext cx="223200" cy="6866100"/>
          </a:xfrm>
          <a:prstGeom prst="rect">
            <a:avLst/>
          </a:prstGeom>
          <a:solidFill>
            <a:srgbClr val="CE0704"/>
          </a:solidFill>
          <a:ln w="9525" cap="flat" cmpd="sng">
            <a:solidFill>
              <a:srgbClr val="CE0704"/>
            </a:solidFill>
            <a:prstDash val="solid"/>
            <a:round/>
            <a:headEnd type="none" w="sm" len="sm"/>
            <a:tailEnd type="none" w="sm" len="sm"/>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endParaRPr/>
          </a:p>
        </p:txBody>
      </p:sp>
      <p:pic>
        <p:nvPicPr>
          <p:cNvPr id="6" name="Picture 5"/>
          <p:cNvPicPr/>
          <p:nvPr/>
        </p:nvPicPr>
        <p:blipFill>
          <a:blip r:embed="rId3">
            <a:extLst>
              <a:ext uri="{28A0092B-C50C-407E-A947-70E740481C1C}">
                <a14:useLocalDpi xmlns:a14="http://schemas.microsoft.com/office/drawing/2010/main"/>
              </a:ext>
            </a:extLst>
          </a:blip>
          <a:stretch>
            <a:fillRect/>
          </a:stretch>
        </p:blipFill>
        <p:spPr bwMode="auto">
          <a:xfrm>
            <a:off x="2375853" y="1476621"/>
            <a:ext cx="1839595" cy="3813175"/>
          </a:xfrm>
          <a:prstGeom prst="rect">
            <a:avLst/>
          </a:prstGeom>
          <a:noFill/>
          <a:ln>
            <a:noFill/>
          </a:ln>
        </p:spPr>
      </p:pic>
      <p:sp>
        <p:nvSpPr>
          <p:cNvPr id="9" name="Google Shape;282;g104476d1465_1_17"/>
          <p:cNvSpPr txBox="1"/>
          <p:nvPr/>
        </p:nvSpPr>
        <p:spPr>
          <a:xfrm>
            <a:off x="8698707" y="6457674"/>
            <a:ext cx="2634000" cy="400200"/>
          </a:xfrm>
          <a:prstGeom prst="rect">
            <a:avLst/>
          </a:prstGeom>
          <a:noFill/>
          <a:ln>
            <a:noFill/>
          </a:ln>
        </p:spPr>
        <p:txBody>
          <a:bodyPr spcFirstLastPara="1" wrap="square" lIns="91425" tIns="91425" rIns="91425" bIns="91425" anchor="t" anchorCtr="0">
            <a:spAutoFit/>
          </a:bodyPr>
          <a:lstStyle/>
          <a:p>
            <a:pPr algn="r"/>
            <a:r>
              <a:rPr lang="en-US" i="1" dirty="0">
                <a:latin typeface="Calibri"/>
                <a:ea typeface="Calibri"/>
                <a:cs typeface="Calibri"/>
                <a:sym typeface="Calibri"/>
              </a:rPr>
              <a:t>volume 2, pg. </a:t>
            </a:r>
            <a:r>
              <a:rPr lang="en-US" i="1">
                <a:latin typeface="Calibri"/>
                <a:ea typeface="Calibri"/>
                <a:cs typeface="Calibri"/>
                <a:sym typeface="Calibri"/>
              </a:rPr>
              <a:t>435</a:t>
            </a:r>
            <a:endParaRPr i="1" dirty="0">
              <a:latin typeface="Calibri"/>
              <a:ea typeface="Calibri"/>
              <a:cs typeface="Calibri"/>
              <a:sym typeface="Calibri"/>
            </a:endParaRPr>
          </a:p>
        </p:txBody>
      </p:sp>
      <p:pic>
        <p:nvPicPr>
          <p:cNvPr id="10" name="Google Shape;283;g104476d1465_1_17"/>
          <p:cNvPicPr preferRelativeResize="0"/>
          <p:nvPr/>
        </p:nvPicPr>
        <p:blipFill>
          <a:blip r:embed="rId4" cstate="screen">
            <a:alphaModFix/>
            <a:extLst>
              <a:ext uri="{28A0092B-C50C-407E-A947-70E740481C1C}">
                <a14:useLocalDpi xmlns:a14="http://schemas.microsoft.com/office/drawing/2010/main"/>
              </a:ext>
            </a:extLst>
          </a:blip>
          <a:stretch>
            <a:fillRect/>
          </a:stretch>
        </p:blipFill>
        <p:spPr>
          <a:xfrm>
            <a:off x="11436933" y="6200599"/>
            <a:ext cx="563850" cy="657276"/>
          </a:xfrm>
          <a:prstGeom prst="rect">
            <a:avLst/>
          </a:prstGeom>
          <a:noFill/>
          <a:ln>
            <a:noFill/>
          </a:ln>
          <a:effectLst>
            <a:outerShdw blurRad="57150" dist="19050" dir="5400000" algn="bl" rotWithShape="0">
              <a:srgbClr val="000000">
                <a:alpha val="50000"/>
              </a:srgbClr>
            </a:outerShdw>
          </a:effectLst>
        </p:spPr>
      </p:pic>
    </p:spTree>
    <p:extLst>
      <p:ext uri="{BB962C8B-B14F-4D97-AF65-F5344CB8AC3E}">
        <p14:creationId xmlns:p14="http://schemas.microsoft.com/office/powerpoint/2010/main" val="1123396402"/>
      </p:ext>
    </p:extLst>
  </p:cSld>
  <p:clrMapOvr>
    <a:masterClrMapping/>
  </p:clrMapOvr>
</p:sld>
</file>

<file path=ppt/theme/theme1.xml><?xml version="1.0" encoding="utf-8"?>
<a:theme xmlns:a="http://schemas.openxmlformats.org/drawingml/2006/main" name="1_Office Theme">
  <a:themeElements>
    <a:clrScheme name="Office">
      <a:dk1>
        <a:srgbClr val="000000"/>
      </a:dk1>
      <a:lt1>
        <a:srgbClr val="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rgbClr val="000000"/>
      </a:dk1>
      <a:lt1>
        <a:srgbClr val="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1347</TotalTime>
  <Words>1179</Words>
  <Application>Microsoft Office PowerPoint</Application>
  <PresentationFormat>Widescreen</PresentationFormat>
  <Paragraphs>168</Paragraphs>
  <Slides>22</Slides>
  <Notes>22</Notes>
  <HiddenSlides>0</HiddenSlides>
  <MMClips>0</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22</vt:i4>
      </vt:variant>
    </vt:vector>
  </HeadingPairs>
  <TitlesOfParts>
    <vt:vector size="29" baseType="lpstr">
      <vt:lpstr>Arial</vt:lpstr>
      <vt:lpstr>Arial Black</vt:lpstr>
      <vt:lpstr>Calibri</vt:lpstr>
      <vt:lpstr>Cambria Math</vt:lpstr>
      <vt:lpstr>Century Gothic</vt:lpstr>
      <vt:lpstr>Verdana</vt:lpstr>
      <vt:lpstr>1_Office Theme</vt:lpstr>
      <vt:lpstr>6th Grade Accelerated Math  Unit 15, Lesson 7  Experimental and Theoretical Probabilities from Simulations  Volume 2, pg. 431  </vt:lpstr>
      <vt:lpstr>Benchmarks</vt:lpstr>
      <vt:lpstr>PowerPoint Presentation</vt:lpstr>
      <vt:lpstr>PowerPoint Presentation</vt:lpstr>
      <vt:lpstr>Warm-Up</vt:lpstr>
      <vt:lpstr>PowerPoint Presentation</vt:lpstr>
      <vt:lpstr>PowerPoint Presentation</vt:lpstr>
      <vt:lpstr>Collaboration</vt:lpstr>
      <vt:lpstr>PowerPoint Presentation</vt:lpstr>
      <vt:lpstr>PowerPoint Presentation</vt:lpstr>
      <vt:lpstr>PowerPoint Presentation</vt:lpstr>
      <vt:lpstr>PowerPoint Presentation</vt:lpstr>
      <vt:lpstr>PowerPoint Presentation</vt:lpstr>
      <vt:lpstr>PowerPoint Presentation</vt:lpstr>
      <vt:lpstr>Your Turn</vt:lpstr>
      <vt:lpstr>PowerPoint Presentation</vt:lpstr>
      <vt:lpstr>PowerPoint Presentation</vt:lpstr>
      <vt:lpstr>PowerPoint Presentation</vt:lpstr>
      <vt:lpstr>PowerPoint Presentation</vt:lpstr>
      <vt:lpstr>Wrap-Up</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Algebra 2 Unit 4 Lesson 4  </dc:title>
  <dc:creator>Karen McKenzie</dc:creator>
  <cp:lastModifiedBy>Heather  Rideout</cp:lastModifiedBy>
  <cp:revision>40</cp:revision>
  <dcterms:created xsi:type="dcterms:W3CDTF">2015-03-17T18:51:18Z</dcterms:created>
  <dcterms:modified xsi:type="dcterms:W3CDTF">2023-01-17T14:58:00Z</dcterms:modified>
</cp:coreProperties>
</file>