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6858000" cx="12192000"/>
  <p:notesSz cx="6858000" cy="9144000"/>
  <p:embeddedFontLst>
    <p:embeddedFont>
      <p:font typeface="Arial Black"/>
      <p:regular r:id="rId37"/>
    </p:embeddedFont>
    <p:embeddedFont>
      <p:font typeface="Cambria Math"/>
      <p:regular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27099C9-344D-4B80-BA91-CFAB4E726B23}">
  <a:tblStyle styleId="{B27099C9-344D-4B80-BA91-CFAB4E726B23}"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ArialBlack-regular.fntdata"/><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font" Target="fonts/CambriaMath-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04476d1465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g104476d1465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04476d1465_1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g104476d1465_1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 name="Google Shape;119;g104476d1465_1_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 name="Google Shape;130;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04476d1465_1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g104476d1465_1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g104476d1465_1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2" name="Google Shape;162;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5" name="Google Shape;185;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7" name="Google Shape;197;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0" name="Google Shape;210;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9" name="Google Shape;219;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9" name="Google Shape;229;p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9" name="Google Shape;239;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3" name="Google Shape;253;p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4" name="Google Shape;264;p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5" name="Google Shape;275;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p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5" name="Google Shape;295;p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p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8" name="Google Shape;318;p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9" name="Google Shape;329;p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p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0" name="Google Shape;340;p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p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9" name="Google Shape;349;p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p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9" name="Google Shape;359;p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p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2" name="Google Shape;372;p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 name="Google Shape;380;p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0" name="Google Shape;390;p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1" name="Google Shape;401;p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2" name="Google Shape;402;p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 name="Google Shape;410;p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0" name="Google Shape;420;p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 Id="rId3"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1pPr>
            <a:lvl2pPr indent="0" lvl="1"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2pPr>
            <a:lvl3pPr indent="0" lvl="2"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3pPr>
            <a:lvl4pPr indent="0" lvl="3"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4pPr>
            <a:lvl5pPr indent="0" lvl="4"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5pPr>
            <a:lvl6pPr indent="0" lvl="5"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6pPr>
            <a:lvl7pPr indent="0" lvl="6"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7pPr>
            <a:lvl8pPr indent="0" lvl="7"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8pPr>
            <a:lvl9pPr indent="0" lvl="8"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blipFill>
          <a:blip r:embed="rId2">
            <a:alphaModFix/>
          </a:blip>
          <a:stretch>
            <a:fillRect/>
          </a:stretch>
        </a:blipFill>
      </p:bgPr>
    </p:bg>
    <p:spTree>
      <p:nvGrpSpPr>
        <p:cNvPr id="19" name="Shape 19"/>
        <p:cNvGrpSpPr/>
        <p:nvPr/>
      </p:nvGrpSpPr>
      <p:grpSpPr>
        <a:xfrm>
          <a:off x="0" y="0"/>
          <a:ext cx="0" cy="0"/>
          <a:chOff x="0" y="0"/>
          <a:chExt cx="0" cy="0"/>
        </a:xfrm>
      </p:grpSpPr>
      <p:sp>
        <p:nvSpPr>
          <p:cNvPr id="20" name="Google Shape;20;p3"/>
          <p:cNvSpPr txBox="1"/>
          <p:nvPr>
            <p:ph type="ctrTitle"/>
          </p:nvPr>
        </p:nvSpPr>
        <p:spPr>
          <a:xfrm>
            <a:off x="5299677" y="1070919"/>
            <a:ext cx="6526000" cy="3618000"/>
          </a:xfrm>
          <a:prstGeom prst="rect">
            <a:avLst/>
          </a:prstGeom>
          <a:noFill/>
          <a:ln>
            <a:noFill/>
          </a:ln>
        </p:spPr>
        <p:txBody>
          <a:bodyPr anchorCtr="0" anchor="b" bIns="91425" lIns="91425" spcFirstLastPara="1" rIns="91425" wrap="square" tIns="91425">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4"/>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24" name="Google Shape;24;p4"/>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1pPr>
            <a:lvl2pPr indent="0" lvl="1"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2pPr>
            <a:lvl3pPr indent="0" lvl="2"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3pPr>
            <a:lvl4pPr indent="0" lvl="3"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4pPr>
            <a:lvl5pPr indent="0" lvl="4"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5pPr>
            <a:lvl6pPr indent="0" lvl="5"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6pPr>
            <a:lvl7pPr indent="0" lvl="6"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7pPr>
            <a:lvl8pPr indent="0" lvl="7"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8pPr>
            <a:lvl9pPr indent="0" lvl="8"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5"/>
          <p:cNvSpPr txBox="1"/>
          <p:nvPr>
            <p:ph type="title"/>
          </p:nvPr>
        </p:nvSpPr>
        <p:spPr>
          <a:xfrm>
            <a:off x="838200" y="365126"/>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0" name="Google Shape;30;p5"/>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1pPr>
            <a:lvl2pPr indent="0" lvl="1"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2pPr>
            <a:lvl3pPr indent="0" lvl="2"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3pPr>
            <a:lvl4pPr indent="0" lvl="3"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4pPr>
            <a:lvl5pPr indent="0" lvl="4"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5pPr>
            <a:lvl6pPr indent="0" lvl="5"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6pPr>
            <a:lvl7pPr indent="0" lvl="6"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7pPr>
            <a:lvl8pPr indent="0" lvl="7"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8pPr>
            <a:lvl9pPr indent="0" lvl="8"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6"/>
          <p:cNvSpPr txBox="1"/>
          <p:nvPr>
            <p:ph type="title"/>
          </p:nvPr>
        </p:nvSpPr>
        <p:spPr>
          <a:xfrm>
            <a:off x="831851" y="1709739"/>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 type="body"/>
          </p:nvPr>
        </p:nvSpPr>
        <p:spPr>
          <a:xfrm>
            <a:off x="831851" y="4589464"/>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36" name="Google Shape;36;p6"/>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6"/>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1pPr>
            <a:lvl2pPr indent="0" lvl="1"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2pPr>
            <a:lvl3pPr indent="0" lvl="2"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3pPr>
            <a:lvl4pPr indent="0" lvl="3"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4pPr>
            <a:lvl5pPr indent="0" lvl="4"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5pPr>
            <a:lvl6pPr indent="0" lvl="5"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6pPr>
            <a:lvl7pPr indent="0" lvl="6"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7pPr>
            <a:lvl8pPr indent="0" lvl="7"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8pPr>
            <a:lvl9pPr indent="0" lvl="8"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7"/>
          <p:cNvSpPr txBox="1"/>
          <p:nvPr>
            <p:ph type="title"/>
          </p:nvPr>
        </p:nvSpPr>
        <p:spPr>
          <a:xfrm>
            <a:off x="838200" y="365126"/>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7"/>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2" name="Google Shape;42;p7"/>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3" name="Google Shape;43;p7"/>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7"/>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7"/>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1pPr>
            <a:lvl2pPr indent="0" lvl="1"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2pPr>
            <a:lvl3pPr indent="0" lvl="2"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3pPr>
            <a:lvl4pPr indent="0" lvl="3"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4pPr>
            <a:lvl5pPr indent="0" lvl="4"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5pPr>
            <a:lvl6pPr indent="0" lvl="5"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6pPr>
            <a:lvl7pPr indent="0" lvl="6"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7pPr>
            <a:lvl8pPr indent="0" lvl="7"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8pPr>
            <a:lvl9pPr indent="0" lvl="8"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8"/>
          <p:cNvSpPr txBox="1"/>
          <p:nvPr>
            <p:ph type="title"/>
          </p:nvPr>
        </p:nvSpPr>
        <p:spPr>
          <a:xfrm>
            <a:off x="839788" y="365126"/>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8"/>
          <p:cNvSpPr txBox="1"/>
          <p:nvPr>
            <p:ph idx="1" type="body"/>
          </p:nvPr>
        </p:nvSpPr>
        <p:spPr>
          <a:xfrm>
            <a:off x="839789" y="1681163"/>
            <a:ext cx="51576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9" name="Google Shape;49;p8"/>
          <p:cNvSpPr txBox="1"/>
          <p:nvPr>
            <p:ph idx="2" type="body"/>
          </p:nvPr>
        </p:nvSpPr>
        <p:spPr>
          <a:xfrm>
            <a:off x="839789" y="2505075"/>
            <a:ext cx="51576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0" name="Google Shape;50;p8"/>
          <p:cNvSpPr txBox="1"/>
          <p:nvPr>
            <p:ph idx="3" type="body"/>
          </p:nvPr>
        </p:nvSpPr>
        <p:spPr>
          <a:xfrm>
            <a:off x="6172200" y="1681163"/>
            <a:ext cx="51832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1" name="Google Shape;51;p8"/>
          <p:cNvSpPr txBox="1"/>
          <p:nvPr>
            <p:ph idx="4" type="body"/>
          </p:nvPr>
        </p:nvSpPr>
        <p:spPr>
          <a:xfrm>
            <a:off x="6172200" y="2505075"/>
            <a:ext cx="51832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2" name="Google Shape;52;p8"/>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1pPr>
            <a:lvl2pPr indent="0" lvl="1"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2pPr>
            <a:lvl3pPr indent="0" lvl="2"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3pPr>
            <a:lvl4pPr indent="0" lvl="3"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4pPr>
            <a:lvl5pPr indent="0" lvl="4"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5pPr>
            <a:lvl6pPr indent="0" lvl="5"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6pPr>
            <a:lvl7pPr indent="0" lvl="6"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7pPr>
            <a:lvl8pPr indent="0" lvl="7"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8pPr>
            <a:lvl9pPr indent="0" lvl="8"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9"/>
          <p:cNvSpPr txBox="1"/>
          <p:nvPr>
            <p:ph type="title"/>
          </p:nvPr>
        </p:nvSpPr>
        <p:spPr>
          <a:xfrm>
            <a:off x="838200" y="365126"/>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9"/>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9"/>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1pPr>
            <a:lvl2pPr indent="0" lvl="1"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2pPr>
            <a:lvl3pPr indent="0" lvl="2"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3pPr>
            <a:lvl4pPr indent="0" lvl="3"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4pPr>
            <a:lvl5pPr indent="0" lvl="4"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5pPr>
            <a:lvl6pPr indent="0" lvl="5"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6pPr>
            <a:lvl7pPr indent="0" lvl="6"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7pPr>
            <a:lvl8pPr indent="0" lvl="7"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8pPr>
            <a:lvl9pPr indent="0" lvl="8"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p10"/>
          <p:cNvSpPr txBox="1"/>
          <p:nvPr>
            <p:ph type="title"/>
          </p:nvPr>
        </p:nvSpPr>
        <p:spPr>
          <a:xfrm>
            <a:off x="839788" y="457200"/>
            <a:ext cx="39324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0"/>
          <p:cNvSpPr txBox="1"/>
          <p:nvPr>
            <p:ph idx="1" type="body"/>
          </p:nvPr>
        </p:nvSpPr>
        <p:spPr>
          <a:xfrm>
            <a:off x="5183188" y="987426"/>
            <a:ext cx="6172400" cy="487350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3" name="Google Shape;63;p10"/>
          <p:cNvSpPr txBox="1"/>
          <p:nvPr>
            <p:ph idx="2" type="body"/>
          </p:nvPr>
        </p:nvSpPr>
        <p:spPr>
          <a:xfrm>
            <a:off x="839788" y="2057400"/>
            <a:ext cx="39324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4" name="Google Shape;64;p10"/>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0"/>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1pPr>
            <a:lvl2pPr indent="0" lvl="1"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2pPr>
            <a:lvl3pPr indent="0" lvl="2"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3pPr>
            <a:lvl4pPr indent="0" lvl="3"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4pPr>
            <a:lvl5pPr indent="0" lvl="4"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5pPr>
            <a:lvl6pPr indent="0" lvl="5"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6pPr>
            <a:lvl7pPr indent="0" lvl="6"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7pPr>
            <a:lvl8pPr indent="0" lvl="7"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8pPr>
            <a:lvl9pPr indent="0" lvl="8"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p11"/>
          <p:cNvSpPr txBox="1"/>
          <p:nvPr>
            <p:ph type="title"/>
          </p:nvPr>
        </p:nvSpPr>
        <p:spPr>
          <a:xfrm>
            <a:off x="839788" y="457200"/>
            <a:ext cx="39324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1"/>
          <p:cNvSpPr/>
          <p:nvPr>
            <p:ph idx="2" type="pic"/>
          </p:nvPr>
        </p:nvSpPr>
        <p:spPr>
          <a:xfrm>
            <a:off x="5183188" y="987426"/>
            <a:ext cx="6172400" cy="4873500"/>
          </a:xfrm>
          <a:prstGeom prst="rect">
            <a:avLst/>
          </a:prstGeom>
          <a:noFill/>
          <a:ln>
            <a:noFill/>
          </a:ln>
        </p:spPr>
      </p:sp>
      <p:sp>
        <p:nvSpPr>
          <p:cNvPr id="70" name="Google Shape;70;p11"/>
          <p:cNvSpPr txBox="1"/>
          <p:nvPr>
            <p:ph idx="1" type="body"/>
          </p:nvPr>
        </p:nvSpPr>
        <p:spPr>
          <a:xfrm>
            <a:off x="839788" y="2057400"/>
            <a:ext cx="39324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71" name="Google Shape;71;p11"/>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1pPr>
            <a:lvl2pPr indent="0" lvl="1"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2pPr>
            <a:lvl3pPr indent="0" lvl="2"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3pPr>
            <a:lvl4pPr indent="0" lvl="3"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4pPr>
            <a:lvl5pPr indent="0" lvl="4"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5pPr>
            <a:lvl6pPr indent="0" lvl="5"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6pPr>
            <a:lvl7pPr indent="0" lvl="6"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7pPr>
            <a:lvl8pPr indent="0" lvl="7"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8pPr>
            <a:lvl9pPr indent="0" lvl="8"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4" name="Shape 74"/>
        <p:cNvGrpSpPr/>
        <p:nvPr/>
      </p:nvGrpSpPr>
      <p:grpSpPr>
        <a:xfrm>
          <a:off x="0" y="0"/>
          <a:ext cx="0" cy="0"/>
          <a:chOff x="0" y="0"/>
          <a:chExt cx="0" cy="0"/>
        </a:xfrm>
      </p:grpSpPr>
      <p:sp>
        <p:nvSpPr>
          <p:cNvPr id="75" name="Google Shape;75;p12"/>
          <p:cNvSpPr txBox="1"/>
          <p:nvPr>
            <p:ph type="title"/>
          </p:nvPr>
        </p:nvSpPr>
        <p:spPr>
          <a:xfrm>
            <a:off x="838200" y="365126"/>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7" name="Google Shape;77;p12"/>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1pPr>
            <a:lvl2pPr indent="0" lvl="1"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2pPr>
            <a:lvl3pPr indent="0" lvl="2"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3pPr>
            <a:lvl4pPr indent="0" lvl="3"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4pPr>
            <a:lvl5pPr indent="0" lvl="4"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5pPr>
            <a:lvl6pPr indent="0" lvl="5"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6pPr>
            <a:lvl7pPr indent="0" lvl="6"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7pPr>
            <a:lvl8pPr indent="0" lvl="7"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8pPr>
            <a:lvl9pPr indent="0" lvl="8"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0" name="Shape 80"/>
        <p:cNvGrpSpPr/>
        <p:nvPr/>
      </p:nvGrpSpPr>
      <p:grpSpPr>
        <a:xfrm>
          <a:off x="0" y="0"/>
          <a:ext cx="0" cy="0"/>
          <a:chOff x="0" y="0"/>
          <a:chExt cx="0" cy="0"/>
        </a:xfrm>
      </p:grpSpPr>
      <p:sp>
        <p:nvSpPr>
          <p:cNvPr id="81" name="Google Shape;81;p13"/>
          <p:cNvSpPr txBox="1"/>
          <p:nvPr>
            <p:ph type="title"/>
          </p:nvPr>
        </p:nvSpPr>
        <p:spPr>
          <a:xfrm rot="5400000">
            <a:off x="7133450" y="1956675"/>
            <a:ext cx="5811900" cy="26288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3"/>
          <p:cNvSpPr txBox="1"/>
          <p:nvPr>
            <p:ph idx="1" type="body"/>
          </p:nvPr>
        </p:nvSpPr>
        <p:spPr>
          <a:xfrm rot="5400000">
            <a:off x="1799350" y="-596125"/>
            <a:ext cx="5811900" cy="7734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3" name="Google Shape;83;p13"/>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3"/>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3"/>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1pPr>
            <a:lvl2pPr indent="0" lvl="1"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2pPr>
            <a:lvl3pPr indent="0" lvl="2"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3pPr>
            <a:lvl4pPr indent="0" lvl="3"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4pPr>
            <a:lvl5pPr indent="0" lvl="4"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5pPr>
            <a:lvl6pPr indent="0" lvl="5"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6pPr>
            <a:lvl7pPr indent="0" lvl="6"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7pPr>
            <a:lvl8pPr indent="0" lvl="7"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8pPr>
            <a:lvl9pPr indent="0" lvl="8" marL="0" algn="r">
              <a:lnSpc>
                <a:spcPct val="100000"/>
              </a:lnSpc>
              <a:spcBef>
                <a:spcPts val="0"/>
              </a:spcBef>
              <a:spcAft>
                <a:spcPts val="0"/>
              </a:spcAft>
              <a:buSzPts val="900"/>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Slide">
  <p:cSld name="Text Slide">
    <p:bg>
      <p:bgPr>
        <a:solidFill>
          <a:schemeClr val="lt1"/>
        </a:solidFill>
      </p:bgPr>
    </p:bg>
    <p:spTree>
      <p:nvGrpSpPr>
        <p:cNvPr id="86" name="Shape 86"/>
        <p:cNvGrpSpPr/>
        <p:nvPr/>
      </p:nvGrpSpPr>
      <p:grpSpPr>
        <a:xfrm>
          <a:off x="0" y="0"/>
          <a:ext cx="0" cy="0"/>
          <a:chOff x="0" y="0"/>
          <a:chExt cx="0" cy="0"/>
        </a:xfrm>
      </p:grpSpPr>
      <p:pic>
        <p:nvPicPr>
          <p:cNvPr descr="A picture containing text, sign, seat&#10;&#10;Description automatically generated" id="87" name="Google Shape;87;p14"/>
          <p:cNvPicPr preferRelativeResize="0"/>
          <p:nvPr/>
        </p:nvPicPr>
        <p:blipFill rotWithShape="1">
          <a:blip r:embed="rId2">
            <a:alphaModFix/>
          </a:blip>
          <a:srcRect b="0" l="0" r="0" t="0"/>
          <a:stretch/>
        </p:blipFill>
        <p:spPr>
          <a:xfrm>
            <a:off x="8576869" y="5603082"/>
            <a:ext cx="3413760" cy="1828800"/>
          </a:xfrm>
          <a:prstGeom prst="rect">
            <a:avLst/>
          </a:prstGeom>
          <a:noFill/>
          <a:ln>
            <a:noFill/>
          </a:ln>
        </p:spPr>
      </p:pic>
      <p:sp>
        <p:nvSpPr>
          <p:cNvPr id="88" name="Google Shape;88;p14"/>
          <p:cNvSpPr/>
          <p:nvPr/>
        </p:nvSpPr>
        <p:spPr>
          <a:xfrm>
            <a:off x="0" y="0"/>
            <a:ext cx="198000" cy="6858000"/>
          </a:xfrm>
          <a:prstGeom prst="rect">
            <a:avLst/>
          </a:prstGeom>
          <a:solidFill>
            <a:srgbClr val="2776B6"/>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2">
  <p:cSld name="Divider 2">
    <p:spTree>
      <p:nvGrpSpPr>
        <p:cNvPr id="89" name="Shape 89"/>
        <p:cNvGrpSpPr/>
        <p:nvPr/>
      </p:nvGrpSpPr>
      <p:grpSpPr>
        <a:xfrm>
          <a:off x="0" y="0"/>
          <a:ext cx="0" cy="0"/>
          <a:chOff x="0" y="0"/>
          <a:chExt cx="0" cy="0"/>
        </a:xfrm>
      </p:grpSpPr>
      <p:pic>
        <p:nvPicPr>
          <p:cNvPr descr="ANation-PPT22_5.jpg" id="90" name="Google Shape;90;p15"/>
          <p:cNvPicPr preferRelativeResize="0"/>
          <p:nvPr/>
        </p:nvPicPr>
        <p:blipFill rotWithShape="1">
          <a:blip r:embed="rId2">
            <a:alphaModFix/>
          </a:blip>
          <a:srcRect b="0" l="0" r="0" t="0"/>
          <a:stretch/>
        </p:blipFill>
        <p:spPr>
          <a:xfrm>
            <a:off x="1" y="1"/>
            <a:ext cx="12191999" cy="6858001"/>
          </a:xfrm>
          <a:prstGeom prst="rect">
            <a:avLst/>
          </a:prstGeom>
          <a:noFill/>
          <a:ln>
            <a:noFill/>
          </a:ln>
        </p:spPr>
      </p:pic>
      <p:sp>
        <p:nvSpPr>
          <p:cNvPr id="91" name="Google Shape;91;p15"/>
          <p:cNvSpPr/>
          <p:nvPr/>
        </p:nvSpPr>
        <p:spPr>
          <a:xfrm>
            <a:off x="1" y="0"/>
            <a:ext cx="201200" cy="6858000"/>
          </a:xfrm>
          <a:prstGeom prst="rect">
            <a:avLst/>
          </a:prstGeom>
          <a:solidFill>
            <a:srgbClr val="296CA4">
              <a:alpha val="86666"/>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92" name="Google Shape;92;p15"/>
          <p:cNvSpPr/>
          <p:nvPr/>
        </p:nvSpPr>
        <p:spPr>
          <a:xfrm>
            <a:off x="4851172" y="0"/>
            <a:ext cx="7340800" cy="6858000"/>
          </a:xfrm>
          <a:prstGeom prst="rect">
            <a:avLst/>
          </a:prstGeom>
          <a:solidFill>
            <a:srgbClr val="296CA4">
              <a:alpha val="86666"/>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descr="Text&#10;&#10;Description automatically generated with low confidence" id="93" name="Google Shape;93;p15"/>
          <p:cNvPicPr preferRelativeResize="0"/>
          <p:nvPr/>
        </p:nvPicPr>
        <p:blipFill rotWithShape="1">
          <a:blip r:embed="rId3">
            <a:alphaModFix/>
          </a:blip>
          <a:srcRect b="0" l="0" r="0" t="0"/>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3">
  <p:cSld name="Divider 3">
    <p:spTree>
      <p:nvGrpSpPr>
        <p:cNvPr id="94" name="Shape 94"/>
        <p:cNvGrpSpPr/>
        <p:nvPr/>
      </p:nvGrpSpPr>
      <p:grpSpPr>
        <a:xfrm>
          <a:off x="0" y="0"/>
          <a:ext cx="0" cy="0"/>
          <a:chOff x="0" y="0"/>
          <a:chExt cx="0" cy="0"/>
        </a:xfrm>
      </p:grpSpPr>
      <p:pic>
        <p:nvPicPr>
          <p:cNvPr descr="ANation-PPT22_6.jpg" id="95" name="Google Shape;95;p16"/>
          <p:cNvPicPr preferRelativeResize="0"/>
          <p:nvPr/>
        </p:nvPicPr>
        <p:blipFill rotWithShape="1">
          <a:blip r:embed="rId2">
            <a:alphaModFix/>
          </a:blip>
          <a:srcRect b="0" l="0" r="0" t="0"/>
          <a:stretch/>
        </p:blipFill>
        <p:spPr>
          <a:xfrm>
            <a:off x="1" y="1"/>
            <a:ext cx="12191999" cy="6858001"/>
          </a:xfrm>
          <a:prstGeom prst="rect">
            <a:avLst/>
          </a:prstGeom>
          <a:noFill/>
          <a:ln>
            <a:noFill/>
          </a:ln>
        </p:spPr>
      </p:pic>
      <p:sp>
        <p:nvSpPr>
          <p:cNvPr id="96" name="Google Shape;96;p16"/>
          <p:cNvSpPr/>
          <p:nvPr/>
        </p:nvSpPr>
        <p:spPr>
          <a:xfrm>
            <a:off x="1" y="0"/>
            <a:ext cx="201200" cy="6858000"/>
          </a:xfrm>
          <a:prstGeom prst="rect">
            <a:avLst/>
          </a:prstGeom>
          <a:solidFill>
            <a:srgbClr val="296CA4">
              <a:alpha val="86666"/>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97" name="Google Shape;97;p16"/>
          <p:cNvSpPr/>
          <p:nvPr/>
        </p:nvSpPr>
        <p:spPr>
          <a:xfrm>
            <a:off x="4851172" y="0"/>
            <a:ext cx="7340800" cy="6858000"/>
          </a:xfrm>
          <a:prstGeom prst="rect">
            <a:avLst/>
          </a:prstGeom>
          <a:solidFill>
            <a:srgbClr val="296CA4">
              <a:alpha val="86666"/>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descr="Text&#10;&#10;Description automatically generated with low confidence" id="98" name="Google Shape;98;p16"/>
          <p:cNvPicPr preferRelativeResize="0"/>
          <p:nvPr/>
        </p:nvPicPr>
        <p:blipFill rotWithShape="1">
          <a:blip r:embed="rId3">
            <a:alphaModFix/>
          </a:blip>
          <a:srcRect b="0" l="0" r="0" t="0"/>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1">
  <p:cSld name="Divider 1">
    <p:spTree>
      <p:nvGrpSpPr>
        <p:cNvPr id="99" name="Shape 99"/>
        <p:cNvGrpSpPr/>
        <p:nvPr/>
      </p:nvGrpSpPr>
      <p:grpSpPr>
        <a:xfrm>
          <a:off x="0" y="0"/>
          <a:ext cx="0" cy="0"/>
          <a:chOff x="0" y="0"/>
          <a:chExt cx="0" cy="0"/>
        </a:xfrm>
      </p:grpSpPr>
      <p:pic>
        <p:nvPicPr>
          <p:cNvPr descr="ANation-PPT22_2.jpg" id="100" name="Google Shape;100;p17"/>
          <p:cNvPicPr preferRelativeResize="0"/>
          <p:nvPr/>
        </p:nvPicPr>
        <p:blipFill rotWithShape="1">
          <a:blip r:embed="rId2">
            <a:alphaModFix/>
          </a:blip>
          <a:srcRect b="0" l="0" r="0" t="0"/>
          <a:stretch/>
        </p:blipFill>
        <p:spPr>
          <a:xfrm>
            <a:off x="1" y="1"/>
            <a:ext cx="12191999" cy="6858001"/>
          </a:xfrm>
          <a:prstGeom prst="rect">
            <a:avLst/>
          </a:prstGeom>
          <a:noFill/>
          <a:ln>
            <a:noFill/>
          </a:ln>
        </p:spPr>
      </p:pic>
      <p:sp>
        <p:nvSpPr>
          <p:cNvPr id="101" name="Google Shape;101;p17"/>
          <p:cNvSpPr/>
          <p:nvPr/>
        </p:nvSpPr>
        <p:spPr>
          <a:xfrm>
            <a:off x="1" y="0"/>
            <a:ext cx="201200" cy="6858000"/>
          </a:xfrm>
          <a:prstGeom prst="rect">
            <a:avLst/>
          </a:prstGeom>
          <a:solidFill>
            <a:srgbClr val="296CA4">
              <a:alpha val="86666"/>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2" name="Google Shape;102;p17"/>
          <p:cNvSpPr/>
          <p:nvPr/>
        </p:nvSpPr>
        <p:spPr>
          <a:xfrm>
            <a:off x="4851172" y="0"/>
            <a:ext cx="7340800" cy="6858000"/>
          </a:xfrm>
          <a:prstGeom prst="rect">
            <a:avLst/>
          </a:prstGeom>
          <a:solidFill>
            <a:srgbClr val="296CA4">
              <a:alpha val="86666"/>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descr="Text&#10;&#10;Description automatically generated with low confidence" id="103" name="Google Shape;103;p17"/>
          <p:cNvPicPr preferRelativeResize="0"/>
          <p:nvPr/>
        </p:nvPicPr>
        <p:blipFill rotWithShape="1">
          <a:blip r:embed="rId3">
            <a:alphaModFix/>
          </a:blip>
          <a:srcRect b="0" l="0" r="0" t="0"/>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4">
  <p:cSld name="Divider 4">
    <p:spTree>
      <p:nvGrpSpPr>
        <p:cNvPr id="104" name="Shape 104"/>
        <p:cNvGrpSpPr/>
        <p:nvPr/>
      </p:nvGrpSpPr>
      <p:grpSpPr>
        <a:xfrm>
          <a:off x="0" y="0"/>
          <a:ext cx="0" cy="0"/>
          <a:chOff x="0" y="0"/>
          <a:chExt cx="0" cy="0"/>
        </a:xfrm>
      </p:grpSpPr>
      <p:pic>
        <p:nvPicPr>
          <p:cNvPr descr="ANation-PPT2_7.jpg" id="105" name="Google Shape;105;p18"/>
          <p:cNvPicPr preferRelativeResize="0"/>
          <p:nvPr/>
        </p:nvPicPr>
        <p:blipFill rotWithShape="1">
          <a:blip r:embed="rId2">
            <a:alphaModFix/>
          </a:blip>
          <a:srcRect b="0" l="0" r="0" t="0"/>
          <a:stretch/>
        </p:blipFill>
        <p:spPr>
          <a:xfrm>
            <a:off x="1" y="1"/>
            <a:ext cx="12191999" cy="6858001"/>
          </a:xfrm>
          <a:prstGeom prst="rect">
            <a:avLst/>
          </a:prstGeom>
          <a:noFill/>
          <a:ln>
            <a:noFill/>
          </a:ln>
        </p:spPr>
      </p:pic>
      <p:sp>
        <p:nvSpPr>
          <p:cNvPr id="106" name="Google Shape;106;p18"/>
          <p:cNvSpPr/>
          <p:nvPr/>
        </p:nvSpPr>
        <p:spPr>
          <a:xfrm>
            <a:off x="1" y="0"/>
            <a:ext cx="201200" cy="6858000"/>
          </a:xfrm>
          <a:prstGeom prst="rect">
            <a:avLst/>
          </a:prstGeom>
          <a:solidFill>
            <a:srgbClr val="296CA4">
              <a:alpha val="86666"/>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 name="Google Shape;107;p18"/>
          <p:cNvSpPr/>
          <p:nvPr/>
        </p:nvSpPr>
        <p:spPr>
          <a:xfrm>
            <a:off x="4851172" y="0"/>
            <a:ext cx="7340800" cy="6858000"/>
          </a:xfrm>
          <a:prstGeom prst="rect">
            <a:avLst/>
          </a:prstGeom>
          <a:solidFill>
            <a:srgbClr val="296CA4">
              <a:alpha val="86666"/>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descr="Text&#10;&#10;Description automatically generated with low confidence" id="108" name="Google Shape;108;p18"/>
          <p:cNvPicPr preferRelativeResize="0"/>
          <p:nvPr/>
        </p:nvPicPr>
        <p:blipFill rotWithShape="1">
          <a:blip r:embed="rId3">
            <a:alphaModFix/>
          </a:blip>
          <a:srcRect b="0" l="0" r="0" t="0"/>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6"/>
            <a:ext cx="105156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5.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1.png"/><Relationship Id="rId5" Type="http://schemas.openxmlformats.org/officeDocument/2006/relationships/image" Target="../media/image22.png"/><Relationship Id="rId6"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8.png"/><Relationship Id="rId5"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25.png"/><Relationship Id="rId5" Type="http://schemas.openxmlformats.org/officeDocument/2006/relationships/image" Target="../media/image23.png"/><Relationship Id="rId6" Type="http://schemas.openxmlformats.org/officeDocument/2006/relationships/image" Target="../media/image30.png"/><Relationship Id="rId7" Type="http://schemas.openxmlformats.org/officeDocument/2006/relationships/image" Target="../media/image3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21.png"/><Relationship Id="rId5" Type="http://schemas.openxmlformats.org/officeDocument/2006/relationships/image" Target="../media/image24.png"/><Relationship Id="rId6" Type="http://schemas.openxmlformats.org/officeDocument/2006/relationships/image" Target="../media/image31.png"/><Relationship Id="rId7"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29.png"/><Relationship Id="rId5" Type="http://schemas.openxmlformats.org/officeDocument/2006/relationships/image" Target="../media/image33.png"/><Relationship Id="rId6" Type="http://schemas.openxmlformats.org/officeDocument/2006/relationships/image" Target="../media/image3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png"/><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6.png"/><Relationship Id="rId4" Type="http://schemas.openxmlformats.org/officeDocument/2006/relationships/image" Target="../media/image4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6.png"/><Relationship Id="rId4" Type="http://schemas.openxmlformats.org/officeDocument/2006/relationships/image" Target="../media/image42.png"/><Relationship Id="rId5" Type="http://schemas.openxmlformats.org/officeDocument/2006/relationships/image" Target="../media/image49.png"/><Relationship Id="rId6" Type="http://schemas.openxmlformats.org/officeDocument/2006/relationships/image" Target="../media/image5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6.png"/><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6.png"/><Relationship Id="rId4" Type="http://schemas.openxmlformats.org/officeDocument/2006/relationships/image" Target="../media/image47.png"/><Relationship Id="rId5" Type="http://schemas.openxmlformats.org/officeDocument/2006/relationships/image" Target="../media/image3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6.png"/><Relationship Id="rId4" Type="http://schemas.openxmlformats.org/officeDocument/2006/relationships/image" Target="../media/image4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6.png"/><Relationship Id="rId4" Type="http://schemas.openxmlformats.org/officeDocument/2006/relationships/image" Target="../media/image4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6.png"/><Relationship Id="rId4" Type="http://schemas.openxmlformats.org/officeDocument/2006/relationships/image" Target="../media/image45.png"/><Relationship Id="rId5"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9"/>
          <p:cNvSpPr txBox="1"/>
          <p:nvPr>
            <p:ph idx="4294967295" type="ctrTitle"/>
          </p:nvPr>
        </p:nvSpPr>
        <p:spPr>
          <a:xfrm>
            <a:off x="5742834" y="2054277"/>
            <a:ext cx="4925167" cy="319445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300"/>
              <a:buFont typeface="Calibri"/>
              <a:buNone/>
            </a:pPr>
            <a:r>
              <a:rPr b="1" i="0" lang="en-US" sz="3200" u="none" cap="none" strike="noStrike">
                <a:solidFill>
                  <a:srgbClr val="417DBF"/>
                </a:solidFill>
                <a:latin typeface="Verdana"/>
                <a:ea typeface="Verdana"/>
                <a:cs typeface="Verdana"/>
                <a:sym typeface="Verdana"/>
              </a:rPr>
              <a:t>6</a:t>
            </a:r>
            <a:r>
              <a:rPr b="1" baseline="30000" i="0" lang="en-US" sz="3200" u="none" cap="none" strike="noStrike">
                <a:solidFill>
                  <a:srgbClr val="417DBF"/>
                </a:solidFill>
                <a:latin typeface="Verdana"/>
                <a:ea typeface="Verdana"/>
                <a:cs typeface="Verdana"/>
                <a:sym typeface="Verdana"/>
              </a:rPr>
              <a:t>th</a:t>
            </a:r>
            <a:r>
              <a:rPr b="1" i="0" lang="en-US" sz="3200" u="none" cap="none" strike="noStrike">
                <a:solidFill>
                  <a:srgbClr val="417DBF"/>
                </a:solidFill>
                <a:latin typeface="Verdana"/>
                <a:ea typeface="Verdana"/>
                <a:cs typeface="Verdana"/>
                <a:sym typeface="Verdana"/>
              </a:rPr>
              <a:t> Grade Math</a:t>
            </a:r>
            <a:br>
              <a:rPr b="1" i="0" lang="en-US" sz="3200" u="none" cap="none" strike="noStrike">
                <a:solidFill>
                  <a:srgbClr val="417DBF"/>
                </a:solidFill>
                <a:latin typeface="Verdana"/>
                <a:ea typeface="Verdana"/>
                <a:cs typeface="Verdana"/>
                <a:sym typeface="Verdana"/>
              </a:rPr>
            </a:br>
            <a:endParaRPr b="1" i="0" sz="3200" u="none" cap="none" strike="noStrike">
              <a:solidFill>
                <a:srgbClr val="417DBF"/>
              </a:solidFill>
              <a:latin typeface="Verdana"/>
              <a:ea typeface="Verdana"/>
              <a:cs typeface="Verdana"/>
              <a:sym typeface="Verdana"/>
            </a:endParaRPr>
          </a:p>
          <a:p>
            <a:pPr indent="0" lvl="0" marL="0" marR="0" rtl="0" algn="ctr">
              <a:lnSpc>
                <a:spcPct val="100000"/>
              </a:lnSpc>
              <a:spcBef>
                <a:spcPts val="0"/>
              </a:spcBef>
              <a:spcAft>
                <a:spcPts val="0"/>
              </a:spcAft>
              <a:buClr>
                <a:srgbClr val="000000"/>
              </a:buClr>
              <a:buSzPts val="3300"/>
              <a:buFont typeface="Calibri"/>
              <a:buNone/>
            </a:pPr>
            <a:r>
              <a:rPr b="1" i="0" lang="en-US" sz="3200" u="none" cap="none" strike="noStrike">
                <a:solidFill>
                  <a:srgbClr val="417DBF"/>
                </a:solidFill>
                <a:latin typeface="Verdana"/>
                <a:ea typeface="Verdana"/>
                <a:cs typeface="Verdana"/>
                <a:sym typeface="Verdana"/>
              </a:rPr>
              <a:t>Unit 12, Lesson 11</a:t>
            </a:r>
            <a:br>
              <a:rPr b="1" i="0" lang="en-US" sz="3200" u="none" cap="none" strike="noStrike">
                <a:solidFill>
                  <a:srgbClr val="417DBF"/>
                </a:solidFill>
                <a:latin typeface="Verdana"/>
                <a:ea typeface="Verdana"/>
                <a:cs typeface="Verdana"/>
                <a:sym typeface="Verdana"/>
              </a:rPr>
            </a:br>
            <a:br>
              <a:rPr b="1" i="0" lang="en-US" sz="3200" u="none" cap="none" strike="noStrike">
                <a:solidFill>
                  <a:srgbClr val="417DBF"/>
                </a:solidFill>
                <a:latin typeface="Verdana"/>
                <a:ea typeface="Verdana"/>
                <a:cs typeface="Verdana"/>
                <a:sym typeface="Verdana"/>
              </a:rPr>
            </a:br>
            <a:r>
              <a:rPr b="1" i="0" lang="en-US" sz="3200" u="none" cap="none" strike="noStrike">
                <a:solidFill>
                  <a:srgbClr val="417DBF"/>
                </a:solidFill>
                <a:latin typeface="Verdana"/>
                <a:ea typeface="Verdana"/>
                <a:cs typeface="Verdana"/>
                <a:sym typeface="Verdana"/>
              </a:rPr>
              <a:t>Solving One-Step Multiplication and Division Equations Using Diagrams</a:t>
            </a:r>
            <a:br>
              <a:rPr b="1" i="0" lang="en-US" sz="3200" u="none" cap="none" strike="noStrike">
                <a:solidFill>
                  <a:srgbClr val="417DBF"/>
                </a:solidFill>
                <a:latin typeface="Verdana"/>
                <a:ea typeface="Verdana"/>
                <a:cs typeface="Verdana"/>
                <a:sym typeface="Verdana"/>
              </a:rPr>
            </a:br>
            <a:br>
              <a:rPr b="1" i="0" lang="en-US" sz="3200" u="none" cap="none" strike="noStrike">
                <a:solidFill>
                  <a:srgbClr val="417DBF"/>
                </a:solidFill>
                <a:latin typeface="Verdana"/>
                <a:ea typeface="Verdana"/>
                <a:cs typeface="Verdana"/>
                <a:sym typeface="Verdana"/>
              </a:rPr>
            </a:br>
            <a:r>
              <a:rPr b="1" i="0" lang="en-US" sz="2000" u="none" cap="none" strike="noStrike">
                <a:solidFill>
                  <a:srgbClr val="417DBF"/>
                </a:solidFill>
                <a:latin typeface="Verdana"/>
                <a:ea typeface="Verdana"/>
                <a:cs typeface="Verdana"/>
                <a:sym typeface="Verdana"/>
              </a:rPr>
              <a:t>Volume 2, pg. 340</a:t>
            </a:r>
            <a:endParaRPr/>
          </a:p>
          <a:p>
            <a:pPr indent="0" lvl="0" marL="0" marR="0" rtl="0" algn="ctr">
              <a:lnSpc>
                <a:spcPct val="100000"/>
              </a:lnSpc>
              <a:spcBef>
                <a:spcPts val="0"/>
              </a:spcBef>
              <a:spcAft>
                <a:spcPts val="0"/>
              </a:spcAft>
              <a:buClr>
                <a:srgbClr val="000000"/>
              </a:buClr>
              <a:buSzPts val="3300"/>
              <a:buFont typeface="Calibri"/>
              <a:buNone/>
            </a:pPr>
            <a:r>
              <a:t/>
            </a:r>
            <a:endParaRPr b="1" i="0" sz="2800" u="none" cap="none" strike="noStrike">
              <a:solidFill>
                <a:srgbClr val="417DBF"/>
              </a:solidFill>
              <a:latin typeface="Verdana"/>
              <a:ea typeface="Verdana"/>
              <a:cs typeface="Verdana"/>
              <a:sym typeface="Verdana"/>
            </a:endParaRPr>
          </a:p>
          <a:p>
            <a:pPr indent="0" lvl="0" marL="0" marR="0" rtl="0" algn="ctr">
              <a:lnSpc>
                <a:spcPct val="75000"/>
              </a:lnSpc>
              <a:spcBef>
                <a:spcPts val="0"/>
              </a:spcBef>
              <a:spcAft>
                <a:spcPts val="0"/>
              </a:spcAft>
              <a:buClr>
                <a:schemeClr val="dk1"/>
              </a:buClr>
              <a:buSzPts val="3300"/>
              <a:buFont typeface="Calibri"/>
              <a:buNone/>
            </a:pPr>
            <a:r>
              <a:t/>
            </a:r>
            <a:endParaRPr b="0" i="0" sz="2400" u="none" cap="none" strike="noStrike">
              <a:solidFill>
                <a:srgbClr val="417DBF"/>
              </a:solidFill>
              <a:latin typeface="Calibri"/>
              <a:ea typeface="Calibri"/>
              <a:cs typeface="Calibri"/>
              <a:sym typeface="Calibri"/>
            </a:endParaRPr>
          </a:p>
        </p:txBody>
      </p:sp>
      <p:sp>
        <p:nvSpPr>
          <p:cNvPr id="114" name="Google Shape;114;p19"/>
          <p:cNvSpPr/>
          <p:nvPr/>
        </p:nvSpPr>
        <p:spPr>
          <a:xfrm>
            <a:off x="0" y="0"/>
            <a:ext cx="4094106" cy="6866100"/>
          </a:xfrm>
          <a:prstGeom prst="rect">
            <a:avLst/>
          </a:prstGeom>
          <a:solidFill>
            <a:srgbClr val="8B2D77"/>
          </a:solidFill>
          <a:ln cap="flat" cmpd="sng" w="9525">
            <a:solidFill>
              <a:srgbClr val="8B2D77"/>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Logo&#10;&#10;Description automatically generated" id="115" name="Google Shape;115;p19"/>
          <p:cNvPicPr preferRelativeResize="0"/>
          <p:nvPr/>
        </p:nvPicPr>
        <p:blipFill rotWithShape="1">
          <a:blip r:embed="rId3">
            <a:alphaModFix/>
          </a:blip>
          <a:srcRect b="0" l="0" r="0" t="0"/>
          <a:stretch/>
        </p:blipFill>
        <p:spPr>
          <a:xfrm>
            <a:off x="411480" y="1597002"/>
            <a:ext cx="2973100" cy="3465785"/>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0"/>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26B7D4"/>
              </a:solidFill>
              <a:latin typeface="Arial"/>
              <a:ea typeface="Arial"/>
              <a:cs typeface="Arial"/>
              <a:sym typeface="Arial"/>
            </a:endParaRPr>
          </a:p>
        </p:txBody>
      </p:sp>
      <p:sp>
        <p:nvSpPr>
          <p:cNvPr id="122" name="Google Shape;122;p20"/>
          <p:cNvSpPr txBox="1"/>
          <p:nvPr>
            <p:ph idx="4294967295" type="title"/>
          </p:nvPr>
        </p:nvSpPr>
        <p:spPr>
          <a:xfrm>
            <a:off x="1143000" y="-91440"/>
            <a:ext cx="75099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None/>
            </a:pPr>
            <a:r>
              <a:rPr b="1" lang="en-US" sz="4700">
                <a:solidFill>
                  <a:srgbClr val="54B5D1"/>
                </a:solidFill>
                <a:latin typeface="Verdana"/>
                <a:ea typeface="Verdana"/>
                <a:cs typeface="Verdana"/>
                <a:sym typeface="Verdana"/>
              </a:rPr>
              <a:t>Benchmark</a:t>
            </a:r>
            <a:endParaRPr b="1" sz="3700">
              <a:solidFill>
                <a:srgbClr val="54B5D1"/>
              </a:solidFill>
              <a:latin typeface="Verdana"/>
              <a:ea typeface="Verdana"/>
              <a:cs typeface="Verdana"/>
              <a:sym typeface="Verdana"/>
            </a:endParaRPr>
          </a:p>
        </p:txBody>
      </p:sp>
      <p:pic>
        <p:nvPicPr>
          <p:cNvPr id="123" name="Google Shape;123;p20"/>
          <p:cNvPicPr preferRelativeResize="0"/>
          <p:nvPr/>
        </p:nvPicPr>
        <p:blipFill rotWithShape="1">
          <a:blip r:embed="rId3">
            <a:alphaModFix/>
          </a:blip>
          <a:srcRect b="0" l="0" r="0" t="0"/>
          <a:stretch/>
        </p:blipFill>
        <p:spPr>
          <a:xfrm>
            <a:off x="356616" y="201168"/>
            <a:ext cx="747300" cy="747300"/>
          </a:xfrm>
          <a:prstGeom prst="rect">
            <a:avLst/>
          </a:prstGeom>
          <a:noFill/>
          <a:ln>
            <a:noFill/>
          </a:ln>
          <a:effectLst>
            <a:outerShdw blurRad="57150" rotWithShape="0" algn="bl" dir="5400000" dist="19050">
              <a:srgbClr val="000000">
                <a:alpha val="49803"/>
              </a:srgbClr>
            </a:outerShdw>
          </a:effectLst>
        </p:spPr>
      </p:pic>
      <p:sp>
        <p:nvSpPr>
          <p:cNvPr id="124" name="Google Shape;124;p20"/>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340</a:t>
            </a:r>
            <a:endParaRPr b="0" i="1" sz="1400" u="none" cap="none" strike="noStrike">
              <a:solidFill>
                <a:srgbClr val="000000"/>
              </a:solidFill>
              <a:latin typeface="Calibri"/>
              <a:ea typeface="Calibri"/>
              <a:cs typeface="Calibri"/>
              <a:sym typeface="Calibri"/>
            </a:endParaRPr>
          </a:p>
        </p:txBody>
      </p:sp>
      <p:pic>
        <p:nvPicPr>
          <p:cNvPr id="125" name="Google Shape;125;p20"/>
          <p:cNvPicPr preferRelativeResize="0"/>
          <p:nvPr/>
        </p:nvPicPr>
        <p:blipFill rotWithShape="1">
          <a:blip r:embed="rId4">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126" name="Google Shape;126;p20"/>
          <p:cNvSpPr txBox="1"/>
          <p:nvPr/>
        </p:nvSpPr>
        <p:spPr>
          <a:xfrm>
            <a:off x="914400" y="1600200"/>
            <a:ext cx="10515600" cy="42057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750"/>
              </a:spcBef>
              <a:spcAft>
                <a:spcPts val="0"/>
              </a:spcAft>
              <a:buClr>
                <a:schemeClr val="dk1"/>
              </a:buClr>
              <a:buSzPts val="1100"/>
              <a:buFont typeface="Arial"/>
              <a:buNone/>
            </a:pPr>
            <a:r>
              <a:rPr b="0" i="0" lang="en-US" sz="2400" u="none" cap="none" strike="noStrike">
                <a:solidFill>
                  <a:schemeClr val="dk1"/>
                </a:solidFill>
                <a:latin typeface="Verdana"/>
                <a:ea typeface="Verdana"/>
                <a:cs typeface="Verdana"/>
                <a:sym typeface="Verdana"/>
              </a:rPr>
              <a:t>MA.6.AR.2.3</a:t>
            </a:r>
            <a:endParaRPr/>
          </a:p>
          <a:p>
            <a:pPr indent="0" lvl="0" marL="457200" marR="0" rtl="0" algn="l">
              <a:lnSpc>
                <a:spcPct val="90000"/>
              </a:lnSpc>
              <a:spcBef>
                <a:spcPts val="750"/>
              </a:spcBef>
              <a:spcAft>
                <a:spcPts val="0"/>
              </a:spcAft>
              <a:buClr>
                <a:schemeClr val="dk1"/>
              </a:buClr>
              <a:buSzPts val="2100"/>
              <a:buFont typeface="Arial"/>
              <a:buNone/>
            </a:pPr>
            <a:r>
              <a:rPr b="0" i="0" lang="en-US" sz="2400" u="none" cap="none" strike="noStrike">
                <a:solidFill>
                  <a:schemeClr val="dk1"/>
                </a:solidFill>
                <a:latin typeface="Verdana"/>
                <a:ea typeface="Verdana"/>
                <a:cs typeface="Verdana"/>
                <a:sym typeface="Verdana"/>
              </a:rPr>
              <a:t>Write and solve one-step equations in one variable within a mathematical or real-world context using multiplication and division, where all terms and solutions are integers.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1"/>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33" name="Google Shape;133;p21"/>
          <p:cNvPicPr preferRelativeResize="0"/>
          <p:nvPr/>
        </p:nvPicPr>
        <p:blipFill rotWithShape="1">
          <a:blip r:embed="rId3">
            <a:alphaModFix/>
          </a:blip>
          <a:srcRect b="0" l="0" r="0" t="0"/>
          <a:stretch/>
        </p:blipFill>
        <p:spPr>
          <a:xfrm>
            <a:off x="356616" y="201168"/>
            <a:ext cx="747300" cy="747300"/>
          </a:xfrm>
          <a:prstGeom prst="rect">
            <a:avLst/>
          </a:prstGeom>
          <a:noFill/>
          <a:ln>
            <a:noFill/>
          </a:ln>
          <a:effectLst>
            <a:outerShdw blurRad="57150" rotWithShape="0" algn="bl" dir="5400000" dist="19050">
              <a:srgbClr val="000000">
                <a:alpha val="49803"/>
              </a:srgbClr>
            </a:outerShdw>
          </a:effectLst>
        </p:spPr>
      </p:pic>
      <p:pic>
        <p:nvPicPr>
          <p:cNvPr id="134" name="Google Shape;134;p21"/>
          <p:cNvPicPr preferRelativeResize="0"/>
          <p:nvPr/>
        </p:nvPicPr>
        <p:blipFill rotWithShape="1">
          <a:blip r:embed="rId4">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135" name="Google Shape;135;p21"/>
          <p:cNvSpPr txBox="1"/>
          <p:nvPr/>
        </p:nvSpPr>
        <p:spPr>
          <a:xfrm>
            <a:off x="1143000" y="129667"/>
            <a:ext cx="10515600" cy="13257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5400"/>
              <a:buFont typeface="Century Gothic"/>
              <a:buNone/>
            </a:pPr>
            <a:r>
              <a:rPr b="1" i="0" lang="en-US" sz="3000" u="none" cap="none" strike="noStrike">
                <a:solidFill>
                  <a:srgbClr val="54B5D1"/>
                </a:solidFill>
                <a:latin typeface="Verdana"/>
                <a:ea typeface="Verdana"/>
                <a:cs typeface="Verdana"/>
                <a:sym typeface="Verdana"/>
              </a:rPr>
              <a:t>Integrated Mathematical Thinking and Reasoning Standards</a:t>
            </a:r>
            <a:endParaRPr/>
          </a:p>
        </p:txBody>
      </p:sp>
      <p:sp>
        <p:nvSpPr>
          <p:cNvPr id="136" name="Google Shape;136;p21"/>
          <p:cNvSpPr txBox="1"/>
          <p:nvPr/>
        </p:nvSpPr>
        <p:spPr>
          <a:xfrm>
            <a:off x="914400" y="1596390"/>
            <a:ext cx="10515600" cy="476284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2400" u="none" cap="none" strike="noStrike">
                <a:solidFill>
                  <a:schemeClr val="dk1"/>
                </a:solidFill>
                <a:latin typeface="Verdana"/>
                <a:ea typeface="Verdana"/>
                <a:cs typeface="Verdana"/>
                <a:sym typeface="Verdana"/>
              </a:rPr>
              <a:t>MA.K12.MTR.1.1 Actively participate in effortful learning both individually and collectively.</a:t>
            </a:r>
            <a:endParaRPr/>
          </a:p>
          <a:p>
            <a:pPr indent="0" lvl="0" marL="0" marR="0" rtl="0" algn="l">
              <a:lnSpc>
                <a:spcPct val="100000"/>
              </a:lnSpc>
              <a:spcBef>
                <a:spcPts val="0"/>
              </a:spcBef>
              <a:spcAft>
                <a:spcPts val="0"/>
              </a:spcAft>
              <a:buNone/>
            </a:pPr>
            <a:r>
              <a:t/>
            </a:r>
            <a:endParaRPr b="0" i="0" sz="2400" u="none" cap="none" strike="noStrike">
              <a:solidFill>
                <a:schemeClr val="dk1"/>
              </a:solidFill>
              <a:latin typeface="Verdana"/>
              <a:ea typeface="Verdana"/>
              <a:cs typeface="Verdana"/>
              <a:sym typeface="Verdana"/>
            </a:endParaRPr>
          </a:p>
          <a:p>
            <a:pPr indent="0" lvl="0" marL="0" marR="0" rtl="0" algn="l">
              <a:lnSpc>
                <a:spcPct val="100000"/>
              </a:lnSpc>
              <a:spcBef>
                <a:spcPts val="0"/>
              </a:spcBef>
              <a:spcAft>
                <a:spcPts val="0"/>
              </a:spcAft>
              <a:buNone/>
            </a:pPr>
            <a:r>
              <a:rPr b="0" i="0" lang="en-US" sz="2400" u="none" cap="none" strike="noStrike">
                <a:solidFill>
                  <a:schemeClr val="dk1"/>
                </a:solidFill>
                <a:latin typeface="Verdana"/>
                <a:ea typeface="Verdana"/>
                <a:cs typeface="Verdana"/>
                <a:sym typeface="Verdana"/>
              </a:rPr>
              <a:t>MA.K12.MTR.2.1 Demonstrate understanding by representing problems in multiple ways.</a:t>
            </a:r>
            <a:endParaRPr/>
          </a:p>
          <a:p>
            <a:pPr indent="0" lvl="0" marL="0" marR="0" rtl="0" algn="l">
              <a:lnSpc>
                <a:spcPct val="100000"/>
              </a:lnSpc>
              <a:spcBef>
                <a:spcPts val="0"/>
              </a:spcBef>
              <a:spcAft>
                <a:spcPts val="0"/>
              </a:spcAft>
              <a:buNone/>
            </a:pPr>
            <a:r>
              <a:t/>
            </a:r>
            <a:endParaRPr b="0" i="0" sz="2400" u="none" cap="none" strike="noStrike">
              <a:solidFill>
                <a:schemeClr val="dk1"/>
              </a:solidFill>
              <a:latin typeface="Verdana"/>
              <a:ea typeface="Verdana"/>
              <a:cs typeface="Verdana"/>
              <a:sym typeface="Verdana"/>
            </a:endParaRPr>
          </a:p>
          <a:p>
            <a:pPr indent="0" lvl="0" marL="0" marR="0" rtl="0" algn="l">
              <a:lnSpc>
                <a:spcPct val="100000"/>
              </a:lnSpc>
              <a:spcBef>
                <a:spcPts val="0"/>
              </a:spcBef>
              <a:spcAft>
                <a:spcPts val="0"/>
              </a:spcAft>
              <a:buNone/>
            </a:pPr>
            <a:r>
              <a:rPr b="0" i="0" lang="en-US" sz="2400" u="none" cap="none" strike="noStrike">
                <a:solidFill>
                  <a:schemeClr val="dk1"/>
                </a:solidFill>
                <a:latin typeface="Verdana"/>
                <a:ea typeface="Verdana"/>
                <a:cs typeface="Verdana"/>
                <a:sym typeface="Verdana"/>
              </a:rPr>
              <a:t>MA.K12.MTR.4.1 Engage in discussions that reflect on the mathematical thinking of self and others.</a:t>
            </a:r>
            <a:endParaRPr/>
          </a:p>
          <a:p>
            <a:pPr indent="0" lvl="0" marL="0" marR="0" rtl="0" algn="l">
              <a:lnSpc>
                <a:spcPct val="100000"/>
              </a:lnSpc>
              <a:spcBef>
                <a:spcPts val="0"/>
              </a:spcBef>
              <a:spcAft>
                <a:spcPts val="0"/>
              </a:spcAft>
              <a:buNone/>
            </a:pPr>
            <a:r>
              <a:t/>
            </a:r>
            <a:endParaRPr b="0" i="0" sz="2400" u="none" cap="none" strike="noStrike">
              <a:solidFill>
                <a:schemeClr val="dk1"/>
              </a:solidFill>
              <a:latin typeface="Verdana"/>
              <a:ea typeface="Verdana"/>
              <a:cs typeface="Verdana"/>
              <a:sym typeface="Verdana"/>
            </a:endParaRPr>
          </a:p>
          <a:p>
            <a:pPr indent="0" lvl="0" marL="0" marR="0" rtl="0" algn="l">
              <a:lnSpc>
                <a:spcPct val="100000"/>
              </a:lnSpc>
              <a:spcBef>
                <a:spcPts val="0"/>
              </a:spcBef>
              <a:spcAft>
                <a:spcPts val="0"/>
              </a:spcAft>
              <a:buNone/>
            </a:pPr>
            <a:r>
              <a:rPr b="0" i="0" lang="en-US" sz="2400" u="none" cap="none" strike="noStrike">
                <a:solidFill>
                  <a:schemeClr val="dk1"/>
                </a:solidFill>
                <a:latin typeface="Verdana"/>
                <a:ea typeface="Verdana"/>
                <a:cs typeface="Verdana"/>
                <a:sym typeface="Verdana"/>
              </a:rPr>
              <a:t>MA.K12.MTR.5.1 Use patterns and structure to help understand and connect mathematical concepts.</a:t>
            </a:r>
            <a:endParaRPr/>
          </a:p>
        </p:txBody>
      </p:sp>
      <p:sp>
        <p:nvSpPr>
          <p:cNvPr id="137" name="Google Shape;137;p21"/>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340</a:t>
            </a:r>
            <a:endParaRPr b="0" i="1" sz="14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2"/>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highlight>
                <a:srgbClr val="FFFF00"/>
              </a:highlight>
              <a:latin typeface="Arial"/>
              <a:ea typeface="Arial"/>
              <a:cs typeface="Arial"/>
              <a:sym typeface="Arial"/>
            </a:endParaRPr>
          </a:p>
        </p:txBody>
      </p:sp>
      <p:pic>
        <p:nvPicPr>
          <p:cNvPr id="144" name="Google Shape;144;p22"/>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145" name="Google Shape;145;p22"/>
          <p:cNvSpPr txBox="1"/>
          <p:nvPr/>
        </p:nvSpPr>
        <p:spPr>
          <a:xfrm>
            <a:off x="1143000" y="-91440"/>
            <a:ext cx="7958400" cy="13257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5400"/>
              <a:buFont typeface="Century Gothic"/>
              <a:buNone/>
            </a:pPr>
            <a:r>
              <a:rPr b="1" i="0" lang="en-US" sz="4700" u="none" cap="none" strike="noStrike">
                <a:solidFill>
                  <a:srgbClr val="52BDA6"/>
                </a:solidFill>
                <a:latin typeface="Verdana"/>
                <a:ea typeface="Verdana"/>
                <a:cs typeface="Verdana"/>
                <a:sym typeface="Verdana"/>
              </a:rPr>
              <a:t>Learning Target</a:t>
            </a:r>
            <a:endParaRPr/>
          </a:p>
        </p:txBody>
      </p:sp>
      <p:pic>
        <p:nvPicPr>
          <p:cNvPr id="146" name="Google Shape;146;p22"/>
          <p:cNvPicPr preferRelativeResize="0"/>
          <p:nvPr/>
        </p:nvPicPr>
        <p:blipFill rotWithShape="1">
          <a:blip r:embed="rId4">
            <a:alphaModFix/>
          </a:blip>
          <a:srcRect b="0" l="0" r="0" t="0"/>
          <a:stretch/>
        </p:blipFill>
        <p:spPr>
          <a:xfrm>
            <a:off x="356616" y="201168"/>
            <a:ext cx="747300" cy="747300"/>
          </a:xfrm>
          <a:prstGeom prst="rect">
            <a:avLst/>
          </a:prstGeom>
          <a:noFill/>
          <a:ln>
            <a:noFill/>
          </a:ln>
          <a:effectLst>
            <a:outerShdw blurRad="50800" rotWithShape="0" algn="tl" dir="2700000" dist="38100">
              <a:srgbClr val="000000">
                <a:alpha val="40000"/>
              </a:srgbClr>
            </a:outerShdw>
          </a:effectLst>
        </p:spPr>
      </p:pic>
      <p:sp>
        <p:nvSpPr>
          <p:cNvPr id="147" name="Google Shape;147;p22"/>
          <p:cNvSpPr txBox="1"/>
          <p:nvPr/>
        </p:nvSpPr>
        <p:spPr>
          <a:xfrm>
            <a:off x="914400" y="1547093"/>
            <a:ext cx="10515600" cy="4498865"/>
          </a:xfrm>
          <a:prstGeom prst="rect">
            <a:avLst/>
          </a:prstGeom>
          <a:noFill/>
          <a:ln>
            <a:noFill/>
          </a:ln>
        </p:spPr>
        <p:txBody>
          <a:bodyPr anchorCtr="0" anchor="t" bIns="45700" lIns="91425" spcFirstLastPara="1" rIns="91425" wrap="square" tIns="45700">
            <a:noAutofit/>
          </a:bodyPr>
          <a:lstStyle/>
          <a:p>
            <a:pPr indent="-609600" lvl="0" marL="457200" marR="0" rtl="0" algn="l">
              <a:lnSpc>
                <a:spcPct val="100000"/>
              </a:lnSpc>
              <a:spcBef>
                <a:spcPts val="0"/>
              </a:spcBef>
              <a:spcAft>
                <a:spcPts val="0"/>
              </a:spcAft>
              <a:buClr>
                <a:srgbClr val="000000"/>
              </a:buClr>
              <a:buSzPts val="2400"/>
              <a:buFont typeface="Noto Sans Symbols"/>
              <a:buChar char="❑"/>
            </a:pPr>
            <a:r>
              <a:rPr b="0" i="0" lang="en-US" sz="2400" u="none" cap="none" strike="noStrike">
                <a:solidFill>
                  <a:srgbClr val="000000"/>
                </a:solidFill>
                <a:latin typeface="Verdana"/>
                <a:ea typeface="Verdana"/>
                <a:cs typeface="Verdana"/>
                <a:sym typeface="Verdana"/>
              </a:rPr>
              <a:t>I can solve one-step multiplication and division equations using diagrams. </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Verdana"/>
              <a:ea typeface="Verdana"/>
              <a:cs typeface="Verdana"/>
              <a:sym typeface="Verdana"/>
            </a:endParaRPr>
          </a:p>
        </p:txBody>
      </p:sp>
      <p:sp>
        <p:nvSpPr>
          <p:cNvPr id="148" name="Google Shape;148;p22"/>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340</a:t>
            </a:r>
            <a:endParaRPr b="0" i="1" sz="14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3"/>
          <p:cNvSpPr/>
          <p:nvPr/>
        </p:nvSpPr>
        <p:spPr>
          <a:xfrm>
            <a:off x="0" y="0"/>
            <a:ext cx="2731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55" name="Google Shape;155;p23"/>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pic>
        <p:nvPicPr>
          <p:cNvPr id="156" name="Google Shape;156;p23"/>
          <p:cNvPicPr preferRelativeResize="0"/>
          <p:nvPr/>
        </p:nvPicPr>
        <p:blipFill rotWithShape="1">
          <a:blip r:embed="rId4">
            <a:alphaModFix/>
          </a:blip>
          <a:srcRect b="0" l="0" r="0" t="0"/>
          <a:stretch/>
        </p:blipFill>
        <p:spPr>
          <a:xfrm>
            <a:off x="3054096" y="2770632"/>
            <a:ext cx="1031750" cy="1031750"/>
          </a:xfrm>
          <a:prstGeom prst="rect">
            <a:avLst/>
          </a:prstGeom>
          <a:noFill/>
          <a:ln>
            <a:noFill/>
          </a:ln>
          <a:effectLst>
            <a:outerShdw blurRad="50800" rotWithShape="0" algn="tl" dir="2700000" dist="38100">
              <a:srgbClr val="000000">
                <a:alpha val="40000"/>
              </a:srgbClr>
            </a:outerShdw>
          </a:effectLst>
        </p:spPr>
      </p:pic>
      <p:sp>
        <p:nvSpPr>
          <p:cNvPr id="157" name="Google Shape;157;p23"/>
          <p:cNvSpPr txBox="1"/>
          <p:nvPr>
            <p:ph idx="4294967295" type="title"/>
          </p:nvPr>
        </p:nvSpPr>
        <p:spPr>
          <a:xfrm>
            <a:off x="4087368" y="2770632"/>
            <a:ext cx="40482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800"/>
              <a:buNone/>
            </a:pPr>
            <a:r>
              <a:rPr b="1" lang="en-US" sz="5500">
                <a:solidFill>
                  <a:srgbClr val="3F2A67"/>
                </a:solidFill>
                <a:latin typeface="Verdana"/>
                <a:ea typeface="Verdana"/>
                <a:cs typeface="Verdana"/>
                <a:sym typeface="Verdana"/>
              </a:rPr>
              <a:t>Warm-Up</a:t>
            </a:r>
            <a:endParaRPr b="1" sz="5100">
              <a:solidFill>
                <a:srgbClr val="3F2A67"/>
              </a:solidFill>
              <a:latin typeface="Verdana"/>
              <a:ea typeface="Verdana"/>
              <a:cs typeface="Verdana"/>
              <a:sym typeface="Verdana"/>
            </a:endParaRPr>
          </a:p>
        </p:txBody>
      </p:sp>
      <p:sp>
        <p:nvSpPr>
          <p:cNvPr id="158" name="Google Shape;158;p23"/>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340</a:t>
            </a:r>
            <a:endParaRPr b="0" i="1" sz="1400" u="none" cap="none" strike="noStrik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4"/>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65" name="Google Shape;165;p24"/>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166" name="Google Shape;166;p24"/>
          <p:cNvSpPr txBox="1"/>
          <p:nvPr/>
        </p:nvSpPr>
        <p:spPr>
          <a:xfrm>
            <a:off x="1143000" y="60325"/>
            <a:ext cx="10515600" cy="13257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5400"/>
              <a:buFont typeface="Century Gothic"/>
              <a:buNone/>
            </a:pPr>
            <a:r>
              <a:rPr b="1" i="0" lang="en-US" sz="3200" u="none" cap="none" strike="noStrike">
                <a:solidFill>
                  <a:srgbClr val="3F2A67"/>
                </a:solidFill>
                <a:latin typeface="Verdana"/>
                <a:ea typeface="Verdana"/>
                <a:cs typeface="Verdana"/>
                <a:sym typeface="Verdana"/>
              </a:rPr>
              <a:t>12.11.1 Warm-Up: Manipulative Math</a:t>
            </a:r>
            <a:endParaRPr/>
          </a:p>
        </p:txBody>
      </p:sp>
      <p:pic>
        <p:nvPicPr>
          <p:cNvPr id="167" name="Google Shape;167;p24"/>
          <p:cNvPicPr preferRelativeResize="0"/>
          <p:nvPr/>
        </p:nvPicPr>
        <p:blipFill rotWithShape="1">
          <a:blip r:embed="rId4">
            <a:alphaModFix/>
          </a:blip>
          <a:srcRect b="0" l="0" r="0" t="0"/>
          <a:stretch/>
        </p:blipFill>
        <p:spPr>
          <a:xfrm>
            <a:off x="356616" y="201168"/>
            <a:ext cx="747300" cy="747300"/>
          </a:xfrm>
          <a:prstGeom prst="rect">
            <a:avLst/>
          </a:prstGeom>
          <a:noFill/>
          <a:ln>
            <a:noFill/>
          </a:ln>
          <a:effectLst>
            <a:outerShdw blurRad="50800" rotWithShape="0" algn="tl" dir="2700000" dist="38100">
              <a:srgbClr val="000000">
                <a:alpha val="40000"/>
              </a:srgbClr>
            </a:outerShdw>
          </a:effectLst>
        </p:spPr>
      </p:pic>
      <p:sp>
        <p:nvSpPr>
          <p:cNvPr id="168" name="Google Shape;168;p24"/>
          <p:cNvSpPr/>
          <p:nvPr/>
        </p:nvSpPr>
        <p:spPr>
          <a:xfrm>
            <a:off x="914400" y="1386025"/>
            <a:ext cx="10515600" cy="1237326"/>
          </a:xfrm>
          <a:prstGeom prst="rect">
            <a:avLst/>
          </a:prstGeom>
          <a:blipFill rotWithShape="1">
            <a:blip r:embed="rId5">
              <a:alphaModFix/>
            </a:blip>
            <a:stretch>
              <a:fillRect b="0" l="-964" r="0" t="-302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
        <p:nvSpPr>
          <p:cNvPr id="169" name="Google Shape;169;p24"/>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340</a:t>
            </a:r>
            <a:endParaRPr b="0" i="1" sz="1400" u="none" cap="none" strike="noStrike">
              <a:solidFill>
                <a:srgbClr val="000000"/>
              </a:solidFill>
              <a:latin typeface="Calibri"/>
              <a:ea typeface="Calibri"/>
              <a:cs typeface="Calibri"/>
              <a:sym typeface="Calibri"/>
            </a:endParaRPr>
          </a:p>
        </p:txBody>
      </p:sp>
      <p:graphicFrame>
        <p:nvGraphicFramePr>
          <p:cNvPr id="170" name="Google Shape;170;p24"/>
          <p:cNvGraphicFramePr/>
          <p:nvPr/>
        </p:nvGraphicFramePr>
        <p:xfrm>
          <a:off x="3044825" y="2871098"/>
          <a:ext cx="3000000" cy="3000000"/>
        </p:xfrm>
        <a:graphic>
          <a:graphicData uri="http://schemas.openxmlformats.org/drawingml/2006/table">
            <a:tbl>
              <a:tblPr bandRow="1" firstCol="1" firstRow="1">
                <a:noFill/>
                <a:tableStyleId>{B27099C9-344D-4B80-BA91-CFAB4E726B23}</a:tableStyleId>
              </a:tblPr>
              <a:tblGrid>
                <a:gridCol w="3051175"/>
                <a:gridCol w="3051175"/>
              </a:tblGrid>
              <a:tr h="3338825">
                <a:tc>
                  <a:txBody>
                    <a:bodyPr/>
                    <a:lstStyle/>
                    <a:p>
                      <a:pPr indent="0" lvl="0" marL="0" marR="0" rtl="0" algn="l">
                        <a:lnSpc>
                          <a:spcPct val="100000"/>
                        </a:lnSpc>
                        <a:spcBef>
                          <a:spcPts val="0"/>
                        </a:spcBef>
                        <a:spcAft>
                          <a:spcPts val="0"/>
                        </a:spcAft>
                        <a:buNone/>
                      </a:pPr>
                      <a:r>
                        <a:rPr lang="en-US" sz="1800" u="none" cap="none" strike="noStrike"/>
                        <a:t> </a:t>
                      </a:r>
                      <a:endParaRPr sz="1200" u="none" cap="none" strike="noStrike">
                        <a:latin typeface="Cambria"/>
                        <a:ea typeface="Cambria"/>
                        <a:cs typeface="Cambria"/>
                        <a:sym typeface="Cambria"/>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200" u="none" cap="none" strike="noStrike"/>
                    </a:p>
                    <a:p>
                      <a:pPr indent="0" lvl="0" marL="0" marR="0" rtl="0" algn="l">
                        <a:lnSpc>
                          <a:spcPct val="100000"/>
                        </a:lnSpc>
                        <a:spcBef>
                          <a:spcPts val="0"/>
                        </a:spcBef>
                        <a:spcAft>
                          <a:spcPts val="0"/>
                        </a:spcAft>
                        <a:buNone/>
                      </a:pPr>
                      <a:r>
                        <a:t/>
                      </a:r>
                      <a:endParaRPr sz="1200" u="none" cap="none" strike="noStrike">
                        <a:latin typeface="Cambria"/>
                        <a:ea typeface="Cambria"/>
                        <a:cs typeface="Cambria"/>
                        <a:sym typeface="Cambria"/>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71" name="Google Shape;171;p24"/>
          <p:cNvSpPr txBox="1"/>
          <p:nvPr/>
        </p:nvSpPr>
        <p:spPr>
          <a:xfrm>
            <a:off x="5486400" y="4140463"/>
            <a:ext cx="1219200" cy="800100"/>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5"/>
          <p:cNvSpPr/>
          <p:nvPr/>
        </p:nvSpPr>
        <p:spPr>
          <a:xfrm>
            <a:off x="0" y="0"/>
            <a:ext cx="2731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78" name="Google Shape;178;p25"/>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179" name="Google Shape;179;p25"/>
          <p:cNvSpPr txBox="1"/>
          <p:nvPr>
            <p:ph idx="4294967295" type="title"/>
          </p:nvPr>
        </p:nvSpPr>
        <p:spPr>
          <a:xfrm>
            <a:off x="4270248" y="2770632"/>
            <a:ext cx="4480750" cy="1325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800"/>
              <a:buNone/>
            </a:pPr>
            <a:r>
              <a:rPr b="1" lang="en-US" sz="4400">
                <a:solidFill>
                  <a:srgbClr val="52BDA6"/>
                </a:solidFill>
                <a:latin typeface="Verdana"/>
                <a:ea typeface="Verdana"/>
                <a:cs typeface="Verdana"/>
                <a:sym typeface="Verdana"/>
              </a:rPr>
              <a:t>Exploration</a:t>
            </a:r>
            <a:endParaRPr b="1" sz="4000">
              <a:solidFill>
                <a:srgbClr val="52BDA6"/>
              </a:solidFill>
              <a:latin typeface="Verdana"/>
              <a:ea typeface="Verdana"/>
              <a:cs typeface="Verdana"/>
              <a:sym typeface="Verdana"/>
            </a:endParaRPr>
          </a:p>
        </p:txBody>
      </p:sp>
      <p:sp>
        <p:nvSpPr>
          <p:cNvPr id="180" name="Google Shape;180;p25"/>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341</a:t>
            </a:r>
            <a:endParaRPr b="0" i="1" sz="1400" u="none" cap="none" strike="noStrike">
              <a:solidFill>
                <a:srgbClr val="000000"/>
              </a:solidFill>
              <a:latin typeface="Calibri"/>
              <a:ea typeface="Calibri"/>
              <a:cs typeface="Calibri"/>
              <a:sym typeface="Calibri"/>
            </a:endParaRPr>
          </a:p>
        </p:txBody>
      </p:sp>
      <p:pic>
        <p:nvPicPr>
          <p:cNvPr descr="Icon&#10;&#10;Description automatically generated" id="181" name="Google Shape;181;p25"/>
          <p:cNvPicPr preferRelativeResize="0"/>
          <p:nvPr/>
        </p:nvPicPr>
        <p:blipFill rotWithShape="1">
          <a:blip r:embed="rId4">
            <a:alphaModFix/>
          </a:blip>
          <a:srcRect b="0" l="0" r="0" t="0"/>
          <a:stretch/>
        </p:blipFill>
        <p:spPr>
          <a:xfrm>
            <a:off x="3054096" y="2770632"/>
            <a:ext cx="1128534" cy="1128534"/>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6"/>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88" name="Google Shape;188;p26"/>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189" name="Google Shape;189;p26"/>
          <p:cNvSpPr txBox="1"/>
          <p:nvPr/>
        </p:nvSpPr>
        <p:spPr>
          <a:xfrm>
            <a:off x="1143000" y="101890"/>
            <a:ext cx="10515600" cy="101481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5400"/>
              <a:buFont typeface="Century Gothic"/>
              <a:buNone/>
            </a:pPr>
            <a:r>
              <a:rPr b="1" i="0" lang="en-US" sz="2800" u="none" cap="none" strike="noStrike">
                <a:solidFill>
                  <a:srgbClr val="52BDA6"/>
                </a:solidFill>
                <a:latin typeface="Verdana"/>
                <a:ea typeface="Verdana"/>
                <a:cs typeface="Verdana"/>
                <a:sym typeface="Verdana"/>
              </a:rPr>
              <a:t>12.11.2 Exploration: Hanging Around Activity</a:t>
            </a:r>
            <a:endParaRPr/>
          </a:p>
        </p:txBody>
      </p:sp>
      <p:sp>
        <p:nvSpPr>
          <p:cNvPr id="190" name="Google Shape;190;p26"/>
          <p:cNvSpPr/>
          <p:nvPr/>
        </p:nvSpPr>
        <p:spPr>
          <a:xfrm>
            <a:off x="914400" y="1375714"/>
            <a:ext cx="10515600" cy="830997"/>
          </a:xfrm>
          <a:prstGeom prst="rect">
            <a:avLst/>
          </a:prstGeom>
          <a:noFill/>
          <a:ln>
            <a:noFill/>
          </a:ln>
        </p:spPr>
        <p:txBody>
          <a:bodyPr anchorCtr="0" anchor="t" bIns="45700" lIns="91425" spcFirstLastPara="1" rIns="91425" wrap="square" tIns="45700">
            <a:noAutofit/>
          </a:bodyPr>
          <a:lstStyle/>
          <a:p>
            <a:pPr indent="-457200" lvl="0" marL="468312" marR="0" rtl="0" algn="l">
              <a:lnSpc>
                <a:spcPct val="100000"/>
              </a:lnSpc>
              <a:spcBef>
                <a:spcPts val="0"/>
              </a:spcBef>
              <a:spcAft>
                <a:spcPts val="0"/>
              </a:spcAft>
              <a:buClr>
                <a:srgbClr val="000000"/>
              </a:buClr>
              <a:buSzPts val="2400"/>
              <a:buFont typeface="Arial"/>
              <a:buAutoNum type="arabicPeriod"/>
            </a:pPr>
            <a:r>
              <a:rPr b="0" i="0" lang="en-US" sz="2400" u="none" cap="none" strike="noStrike">
                <a:solidFill>
                  <a:srgbClr val="000000"/>
                </a:solidFill>
                <a:latin typeface="Verdana"/>
                <a:ea typeface="Verdana"/>
                <a:cs typeface="Verdana"/>
                <a:sym typeface="Verdana"/>
              </a:rPr>
              <a:t>The hanger diagram represents the equation </a:t>
            </a:r>
            <a:r>
              <a:rPr lang="en-US" sz="2400">
                <a:solidFill>
                  <a:schemeClr val="dk1"/>
                </a:solidFill>
                <a:latin typeface="Cambria Math"/>
                <a:ea typeface="Cambria Math"/>
                <a:cs typeface="Cambria Math"/>
                <a:sym typeface="Cambria Math"/>
              </a:rPr>
              <a:t>5</a:t>
            </a:r>
            <a:r>
              <a:rPr lang="en-US" sz="2400">
                <a:solidFill>
                  <a:schemeClr val="dk1"/>
                </a:solidFill>
                <a:latin typeface="Verdana"/>
                <a:ea typeface="Verdana"/>
                <a:cs typeface="Verdana"/>
                <a:sym typeface="Verdana"/>
              </a:rPr>
              <a:t>𝑥 </a:t>
            </a:r>
            <a:r>
              <a:rPr lang="en-US" sz="2400">
                <a:solidFill>
                  <a:schemeClr val="dk1"/>
                </a:solidFill>
                <a:latin typeface="Cambria Math"/>
                <a:ea typeface="Cambria Math"/>
                <a:cs typeface="Cambria Math"/>
                <a:sym typeface="Cambria Math"/>
              </a:rPr>
              <a:t>= 15</a:t>
            </a:r>
            <a:r>
              <a:rPr lang="en-US" sz="2400">
                <a:latin typeface="Verdana"/>
                <a:ea typeface="Verdana"/>
                <a:cs typeface="Verdana"/>
                <a:sym typeface="Verdana"/>
              </a:rPr>
              <a:t>.</a:t>
            </a:r>
            <a:endParaRPr/>
          </a:p>
        </p:txBody>
      </p:sp>
      <p:sp>
        <p:nvSpPr>
          <p:cNvPr id="191" name="Google Shape;191;p26"/>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341</a:t>
            </a:r>
            <a:endParaRPr b="0" i="1" sz="1400" u="none" cap="none" strike="noStrike">
              <a:solidFill>
                <a:srgbClr val="000000"/>
              </a:solidFill>
              <a:latin typeface="Calibri"/>
              <a:ea typeface="Calibri"/>
              <a:cs typeface="Calibri"/>
              <a:sym typeface="Calibri"/>
            </a:endParaRPr>
          </a:p>
        </p:txBody>
      </p:sp>
      <p:pic>
        <p:nvPicPr>
          <p:cNvPr descr="Icon&#10;&#10;Description automatically generated" id="192" name="Google Shape;192;p26"/>
          <p:cNvPicPr preferRelativeResize="0"/>
          <p:nvPr/>
        </p:nvPicPr>
        <p:blipFill rotWithShape="1">
          <a:blip r:embed="rId4">
            <a:alphaModFix/>
          </a:blip>
          <a:srcRect b="0" l="0" r="0" t="0"/>
          <a:stretch/>
        </p:blipFill>
        <p:spPr>
          <a:xfrm>
            <a:off x="356616" y="201168"/>
            <a:ext cx="750145" cy="750145"/>
          </a:xfrm>
          <a:prstGeom prst="rect">
            <a:avLst/>
          </a:prstGeom>
          <a:noFill/>
          <a:ln>
            <a:noFill/>
          </a:ln>
        </p:spPr>
      </p:pic>
      <p:pic>
        <p:nvPicPr>
          <p:cNvPr descr="A picture containing text, clock&#10;&#10;Description automatically generated" id="193" name="Google Shape;193;p26"/>
          <p:cNvPicPr preferRelativeResize="0"/>
          <p:nvPr/>
        </p:nvPicPr>
        <p:blipFill rotWithShape="1">
          <a:blip r:embed="rId5">
            <a:alphaModFix/>
          </a:blip>
          <a:srcRect b="0" l="0" r="0" t="0"/>
          <a:stretch/>
        </p:blipFill>
        <p:spPr>
          <a:xfrm>
            <a:off x="5089525" y="2206710"/>
            <a:ext cx="2012950" cy="3600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7"/>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00" name="Google Shape;200;p27"/>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201" name="Google Shape;201;p27"/>
          <p:cNvSpPr/>
          <p:nvPr/>
        </p:nvSpPr>
        <p:spPr>
          <a:xfrm>
            <a:off x="914400" y="482567"/>
            <a:ext cx="10515600" cy="6001643"/>
          </a:xfrm>
          <a:prstGeom prst="rect">
            <a:avLst/>
          </a:prstGeom>
          <a:blipFill rotWithShape="1">
            <a:blip r:embed="rId4">
              <a:alphaModFix/>
            </a:blip>
            <a:stretch>
              <a:fillRect b="0" l="-964" r="0" t="-63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
        <p:nvSpPr>
          <p:cNvPr id="202" name="Google Shape;202;p27"/>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341</a:t>
            </a:r>
            <a:endParaRPr b="0" i="1" sz="1400" u="none" cap="none" strike="noStrike">
              <a:solidFill>
                <a:srgbClr val="000000"/>
              </a:solidFill>
              <a:latin typeface="Calibri"/>
              <a:ea typeface="Calibri"/>
              <a:cs typeface="Calibri"/>
              <a:sym typeface="Calibri"/>
            </a:endParaRPr>
          </a:p>
        </p:txBody>
      </p:sp>
      <p:pic>
        <p:nvPicPr>
          <p:cNvPr descr="Shape, rectangle&#10;&#10;Description automatically generated" id="203" name="Google Shape;203;p27"/>
          <p:cNvPicPr preferRelativeResize="0"/>
          <p:nvPr/>
        </p:nvPicPr>
        <p:blipFill rotWithShape="1">
          <a:blip r:embed="rId5">
            <a:alphaModFix/>
          </a:blip>
          <a:srcRect b="0" l="0" r="0" t="0"/>
          <a:stretch/>
        </p:blipFill>
        <p:spPr>
          <a:xfrm>
            <a:off x="7412551" y="826476"/>
            <a:ext cx="985956" cy="1063335"/>
          </a:xfrm>
          <a:prstGeom prst="rect">
            <a:avLst/>
          </a:prstGeom>
          <a:noFill/>
          <a:ln>
            <a:noFill/>
          </a:ln>
        </p:spPr>
      </p:pic>
      <p:pic>
        <p:nvPicPr>
          <p:cNvPr descr="Shape, rectangle&#10;&#10;Description automatically generated" id="204" name="Google Shape;204;p27"/>
          <p:cNvPicPr preferRelativeResize="0"/>
          <p:nvPr/>
        </p:nvPicPr>
        <p:blipFill rotWithShape="1">
          <a:blip r:embed="rId5">
            <a:alphaModFix/>
          </a:blip>
          <a:srcRect b="0" l="0" r="0" t="0"/>
          <a:stretch/>
        </p:blipFill>
        <p:spPr>
          <a:xfrm>
            <a:off x="1018896" y="3807494"/>
            <a:ext cx="985956" cy="1063335"/>
          </a:xfrm>
          <a:prstGeom prst="rect">
            <a:avLst/>
          </a:prstGeom>
          <a:noFill/>
          <a:ln>
            <a:noFill/>
          </a:ln>
        </p:spPr>
      </p:pic>
      <p:pic>
        <p:nvPicPr>
          <p:cNvPr descr="A picture containing text&#10;&#10;Description automatically generated" id="205" name="Google Shape;205;p27"/>
          <p:cNvPicPr preferRelativeResize="0"/>
          <p:nvPr/>
        </p:nvPicPr>
        <p:blipFill rotWithShape="1">
          <a:blip r:embed="rId6">
            <a:alphaModFix/>
          </a:blip>
          <a:srcRect b="0" l="0" r="0" t="0"/>
          <a:stretch/>
        </p:blipFill>
        <p:spPr>
          <a:xfrm>
            <a:off x="4081259" y="3903814"/>
            <a:ext cx="1939636" cy="870693"/>
          </a:xfrm>
          <a:prstGeom prst="rect">
            <a:avLst/>
          </a:prstGeom>
          <a:noFill/>
          <a:ln>
            <a:noFill/>
          </a:ln>
        </p:spPr>
      </p:pic>
      <p:pic>
        <p:nvPicPr>
          <p:cNvPr descr="Shape, rectangle&#10;&#10;Description automatically generated" id="206" name="Google Shape;206;p27"/>
          <p:cNvPicPr preferRelativeResize="0"/>
          <p:nvPr/>
        </p:nvPicPr>
        <p:blipFill rotWithShape="1">
          <a:blip r:embed="rId7">
            <a:alphaModFix/>
          </a:blip>
          <a:srcRect b="0" l="0" r="0" t="0"/>
          <a:stretch/>
        </p:blipFill>
        <p:spPr>
          <a:xfrm>
            <a:off x="2894716" y="4653294"/>
            <a:ext cx="985955" cy="108104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8"/>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13" name="Google Shape;213;p28"/>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214" name="Google Shape;214;p28"/>
          <p:cNvSpPr/>
          <p:nvPr/>
        </p:nvSpPr>
        <p:spPr>
          <a:xfrm>
            <a:off x="914400" y="385584"/>
            <a:ext cx="10515600" cy="3416320"/>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2400"/>
              <a:buFont typeface="Arial"/>
              <a:buAutoNum type="alphaLcPeriod" startAt="2"/>
            </a:pPr>
            <a:r>
              <a:rPr b="0" i="0" lang="en-US" sz="2400" u="none" cap="none" strike="noStrike">
                <a:solidFill>
                  <a:srgbClr val="000000"/>
                </a:solidFill>
                <a:latin typeface="Verdana"/>
                <a:ea typeface="Verdana"/>
                <a:cs typeface="Verdana"/>
                <a:sym typeface="Verdana"/>
              </a:rPr>
              <a:t>Sketch splitting the hanger diagram into the equal parts as described in Part A.</a:t>
            </a:r>
            <a:endParaRPr/>
          </a:p>
          <a:p>
            <a:pPr indent="-30480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Verdana"/>
              <a:ea typeface="Verdana"/>
              <a:cs typeface="Verdana"/>
              <a:sym typeface="Verdana"/>
            </a:endParaRPr>
          </a:p>
          <a:p>
            <a:pPr indent="-30480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Verdana"/>
              <a:ea typeface="Verdana"/>
              <a:cs typeface="Verdana"/>
              <a:sym typeface="Verdana"/>
            </a:endParaRPr>
          </a:p>
          <a:p>
            <a:pPr indent="-30480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Verdana"/>
              <a:ea typeface="Verdana"/>
              <a:cs typeface="Verdana"/>
              <a:sym typeface="Verdana"/>
            </a:endParaRPr>
          </a:p>
          <a:p>
            <a:pPr indent="-30480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Verdana"/>
              <a:ea typeface="Verdana"/>
              <a:cs typeface="Verdana"/>
              <a:sym typeface="Verdana"/>
            </a:endParaRPr>
          </a:p>
          <a:p>
            <a:pPr indent="-30480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Verdana"/>
              <a:ea typeface="Verdana"/>
              <a:cs typeface="Verdana"/>
              <a:sym typeface="Verdana"/>
            </a:endParaRPr>
          </a:p>
          <a:p>
            <a:pPr indent="-30480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Verdana"/>
              <a:ea typeface="Verdana"/>
              <a:cs typeface="Verdana"/>
              <a:sym typeface="Verdana"/>
            </a:endParaRPr>
          </a:p>
          <a:p>
            <a:pPr indent="-457200" lvl="0" marL="457200" marR="0" rtl="0" algn="l">
              <a:lnSpc>
                <a:spcPct val="100000"/>
              </a:lnSpc>
              <a:spcBef>
                <a:spcPts val="0"/>
              </a:spcBef>
              <a:spcAft>
                <a:spcPts val="0"/>
              </a:spcAft>
              <a:buClr>
                <a:srgbClr val="000000"/>
              </a:buClr>
              <a:buSzPts val="2400"/>
              <a:buFont typeface="Arial"/>
              <a:buAutoNum type="alphaLcPeriod" startAt="2"/>
            </a:pPr>
            <a:r>
              <a:rPr b="0" i="0" lang="en-US" sz="2400" u="none" cap="none" strike="noStrike">
                <a:solidFill>
                  <a:srgbClr val="000000"/>
                </a:solidFill>
                <a:latin typeface="Verdana"/>
                <a:ea typeface="Verdana"/>
                <a:cs typeface="Verdana"/>
                <a:sym typeface="Verdana"/>
              </a:rPr>
              <a:t>What is the value of 𝑥? </a:t>
            </a:r>
            <a:endParaRPr/>
          </a:p>
        </p:txBody>
      </p:sp>
      <p:sp>
        <p:nvSpPr>
          <p:cNvPr id="215" name="Google Shape;215;p28"/>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341</a:t>
            </a:r>
            <a:endParaRPr b="0" i="1" sz="1400" u="none" cap="none" strike="noStrike">
              <a:solidFill>
                <a:srgbClr val="00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9"/>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22" name="Google Shape;222;p29"/>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223" name="Google Shape;223;p29"/>
          <p:cNvSpPr/>
          <p:nvPr/>
        </p:nvSpPr>
        <p:spPr>
          <a:xfrm>
            <a:off x="914400" y="385584"/>
            <a:ext cx="10515600" cy="3416320"/>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2400"/>
              <a:buFont typeface="Arial"/>
              <a:buAutoNum type="alphaLcPeriod" startAt="4"/>
            </a:pPr>
            <a:r>
              <a:rPr b="0" i="0" lang="en-US" sz="2400" u="none" cap="none" strike="noStrike">
                <a:solidFill>
                  <a:srgbClr val="000000"/>
                </a:solidFill>
                <a:latin typeface="Verdana"/>
                <a:ea typeface="Verdana"/>
                <a:cs typeface="Verdana"/>
                <a:sym typeface="Verdana"/>
              </a:rPr>
              <a:t>Compare your diagram with your partner. Discuss the similarities and differences.</a:t>
            </a:r>
            <a:endParaRPr/>
          </a:p>
          <a:p>
            <a:pPr indent="-30480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Verdana"/>
              <a:ea typeface="Verdana"/>
              <a:cs typeface="Verdana"/>
              <a:sym typeface="Verdana"/>
            </a:endParaRPr>
          </a:p>
          <a:p>
            <a:pPr indent="-30480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Verdana"/>
              <a:ea typeface="Verdana"/>
              <a:cs typeface="Verdana"/>
              <a:sym typeface="Verdana"/>
            </a:endParaRPr>
          </a:p>
          <a:p>
            <a:pPr indent="-30480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Verdana"/>
              <a:ea typeface="Verdana"/>
              <a:cs typeface="Verdana"/>
              <a:sym typeface="Verdana"/>
            </a:endParaRPr>
          </a:p>
          <a:p>
            <a:pPr indent="-30480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Verdana"/>
              <a:ea typeface="Verdana"/>
              <a:cs typeface="Verdana"/>
              <a:sym typeface="Verdana"/>
            </a:endParaRPr>
          </a:p>
          <a:p>
            <a:pPr indent="-30480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Verdana"/>
              <a:ea typeface="Verdana"/>
              <a:cs typeface="Verdana"/>
              <a:sym typeface="Verdana"/>
            </a:endParaRPr>
          </a:p>
          <a:p>
            <a:pPr indent="-457200" lvl="0" marL="457200" marR="0" rtl="0" algn="l">
              <a:lnSpc>
                <a:spcPct val="100000"/>
              </a:lnSpc>
              <a:spcBef>
                <a:spcPts val="0"/>
              </a:spcBef>
              <a:spcAft>
                <a:spcPts val="0"/>
              </a:spcAft>
              <a:buClr>
                <a:srgbClr val="000000"/>
              </a:buClr>
              <a:buSzPts val="2400"/>
              <a:buFont typeface="Arial"/>
              <a:buAutoNum type="alphaLcPeriod" startAt="4"/>
            </a:pPr>
            <a:r>
              <a:rPr b="0" i="0" lang="en-US" sz="2400" u="none" cap="none" strike="noStrike">
                <a:solidFill>
                  <a:srgbClr val="000000"/>
                </a:solidFill>
                <a:latin typeface="Verdana"/>
                <a:ea typeface="Verdana"/>
                <a:cs typeface="Verdana"/>
                <a:sym typeface="Verdana"/>
              </a:rPr>
              <a:t>Provide positive feedback to your partner in their book on their sketch and solution. </a:t>
            </a:r>
            <a:endParaRPr/>
          </a:p>
        </p:txBody>
      </p:sp>
      <p:sp>
        <p:nvSpPr>
          <p:cNvPr id="224" name="Google Shape;224;p29"/>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341</a:t>
            </a:r>
            <a:endParaRPr b="0" i="1" sz="1400" u="none" cap="none" strike="noStrike">
              <a:solidFill>
                <a:srgbClr val="000000"/>
              </a:solidFill>
              <a:latin typeface="Calibri"/>
              <a:ea typeface="Calibri"/>
              <a:cs typeface="Calibri"/>
              <a:sym typeface="Calibri"/>
            </a:endParaRPr>
          </a:p>
        </p:txBody>
      </p:sp>
      <p:graphicFrame>
        <p:nvGraphicFramePr>
          <p:cNvPr id="225" name="Google Shape;225;p29"/>
          <p:cNvGraphicFramePr/>
          <p:nvPr/>
        </p:nvGraphicFramePr>
        <p:xfrm>
          <a:off x="3014345" y="4118602"/>
          <a:ext cx="3000000" cy="3000000"/>
        </p:xfrm>
        <a:graphic>
          <a:graphicData uri="http://schemas.openxmlformats.org/drawingml/2006/table">
            <a:tbl>
              <a:tblPr bandRow="1" firstCol="1" firstRow="1">
                <a:noFill/>
                <a:tableStyleId>{B27099C9-344D-4B80-BA91-CFAB4E726B23}</a:tableStyleId>
              </a:tblPr>
              <a:tblGrid>
                <a:gridCol w="1377550"/>
                <a:gridCol w="4785775"/>
              </a:tblGrid>
              <a:tr h="1765300">
                <a:tc>
                  <a:txBody>
                    <a:bodyPr/>
                    <a:lstStyle/>
                    <a:p>
                      <a:pPr indent="0" lvl="0" marL="0" marR="0" rtl="0" algn="ctr">
                        <a:lnSpc>
                          <a:spcPct val="100000"/>
                        </a:lnSpc>
                        <a:spcBef>
                          <a:spcPts val="0"/>
                        </a:spcBef>
                        <a:spcAft>
                          <a:spcPts val="0"/>
                        </a:spcAft>
                        <a:buNone/>
                      </a:pPr>
                      <a:r>
                        <a:rPr b="1" lang="en-US" sz="1800" u="none" cap="none" strike="noStrike">
                          <a:latin typeface="Verdana"/>
                          <a:ea typeface="Verdana"/>
                          <a:cs typeface="Verdana"/>
                          <a:sym typeface="Verdana"/>
                        </a:rPr>
                        <a:t>Partner</a:t>
                      </a:r>
                      <a:endParaRPr b="1" sz="1200" u="none" cap="none" strike="noStrike">
                        <a:latin typeface="Verdana"/>
                        <a:ea typeface="Verdana"/>
                        <a:cs typeface="Verdana"/>
                        <a:sym typeface="Verdana"/>
                      </a:endParaRPr>
                    </a:p>
                    <a:p>
                      <a:pPr indent="0" lvl="0" marL="0" marR="0" rtl="0" algn="ctr">
                        <a:lnSpc>
                          <a:spcPct val="100000"/>
                        </a:lnSpc>
                        <a:spcBef>
                          <a:spcPts val="0"/>
                        </a:spcBef>
                        <a:spcAft>
                          <a:spcPts val="0"/>
                        </a:spcAft>
                        <a:buNone/>
                      </a:pPr>
                      <a:r>
                        <a:rPr b="1" lang="en-US" sz="1800" u="none" cap="none" strike="noStrike">
                          <a:latin typeface="Verdana"/>
                          <a:ea typeface="Verdana"/>
                          <a:cs typeface="Verdana"/>
                          <a:sym typeface="Verdana"/>
                        </a:rPr>
                        <a:t>Feedback</a:t>
                      </a:r>
                      <a:endParaRPr b="1" sz="1200" u="none" cap="none" strike="noStrike">
                        <a:latin typeface="Verdana"/>
                        <a:ea typeface="Verdana"/>
                        <a:cs typeface="Verdana"/>
                        <a:sym typeface="Verdana"/>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0CECE"/>
                    </a:solidFill>
                  </a:tcPr>
                </a:tc>
                <a:tc>
                  <a:txBody>
                    <a:bodyPr/>
                    <a:lstStyle/>
                    <a:p>
                      <a:pPr indent="0" lvl="0" marL="0" marR="0" rtl="0" algn="l">
                        <a:lnSpc>
                          <a:spcPct val="100000"/>
                        </a:lnSpc>
                        <a:spcBef>
                          <a:spcPts val="0"/>
                        </a:spcBef>
                        <a:spcAft>
                          <a:spcPts val="0"/>
                        </a:spcAft>
                        <a:buNone/>
                      </a:pPr>
                      <a:r>
                        <a:rPr lang="en-US" sz="1800" u="none" cap="none" strike="noStrike">
                          <a:latin typeface="Verdana"/>
                          <a:ea typeface="Verdana"/>
                          <a:cs typeface="Verdana"/>
                          <a:sym typeface="Verdana"/>
                        </a:rPr>
                        <a:t> </a:t>
                      </a:r>
                      <a:endParaRPr sz="1200" u="none" cap="none" strike="noStrike">
                        <a:latin typeface="Verdana"/>
                        <a:ea typeface="Verdana"/>
                        <a:cs typeface="Verdana"/>
                        <a:sym typeface="Verdana"/>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0"/>
          <p:cNvSpPr/>
          <p:nvPr/>
        </p:nvSpPr>
        <p:spPr>
          <a:xfrm>
            <a:off x="0" y="-4050"/>
            <a:ext cx="2731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32" name="Google Shape;232;p30"/>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233" name="Google Shape;233;p30"/>
          <p:cNvSpPr txBox="1"/>
          <p:nvPr>
            <p:ph idx="4294967295" type="title"/>
          </p:nvPr>
        </p:nvSpPr>
        <p:spPr>
          <a:xfrm>
            <a:off x="4087368" y="2770632"/>
            <a:ext cx="4480750" cy="13257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lt1"/>
              </a:buClr>
              <a:buSzPct val="96969"/>
              <a:buNone/>
            </a:pPr>
            <a:r>
              <a:rPr b="1" lang="en-US" sz="5500">
                <a:solidFill>
                  <a:srgbClr val="26B7D4"/>
                </a:solidFill>
                <a:latin typeface="Verdana"/>
                <a:ea typeface="Verdana"/>
                <a:cs typeface="Verdana"/>
                <a:sym typeface="Verdana"/>
              </a:rPr>
              <a:t>Guided Instruction</a:t>
            </a:r>
            <a:endParaRPr b="1" sz="5100">
              <a:solidFill>
                <a:srgbClr val="26B7D4"/>
              </a:solidFill>
              <a:latin typeface="Verdana"/>
              <a:ea typeface="Verdana"/>
              <a:cs typeface="Verdana"/>
              <a:sym typeface="Verdana"/>
            </a:endParaRPr>
          </a:p>
        </p:txBody>
      </p:sp>
      <p:sp>
        <p:nvSpPr>
          <p:cNvPr id="234" name="Google Shape;234;p30"/>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342</a:t>
            </a:r>
            <a:endParaRPr b="0" i="1" sz="1400" u="none" cap="none" strike="noStrike">
              <a:solidFill>
                <a:srgbClr val="000000"/>
              </a:solidFill>
              <a:latin typeface="Calibri"/>
              <a:ea typeface="Calibri"/>
              <a:cs typeface="Calibri"/>
              <a:sym typeface="Calibri"/>
            </a:endParaRPr>
          </a:p>
        </p:txBody>
      </p:sp>
      <p:pic>
        <p:nvPicPr>
          <p:cNvPr descr="Icon&#10;&#10;Description automatically generated" id="235" name="Google Shape;235;p30"/>
          <p:cNvPicPr preferRelativeResize="0"/>
          <p:nvPr/>
        </p:nvPicPr>
        <p:blipFill rotWithShape="1">
          <a:blip r:embed="rId4">
            <a:alphaModFix/>
          </a:blip>
          <a:srcRect b="0" l="0" r="0" t="0"/>
          <a:stretch/>
        </p:blipFill>
        <p:spPr>
          <a:xfrm>
            <a:off x="3054096" y="2770632"/>
            <a:ext cx="1156733" cy="1156733"/>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1"/>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42" name="Google Shape;242;p31"/>
          <p:cNvPicPr preferRelativeResize="0"/>
          <p:nvPr/>
        </p:nvPicPr>
        <p:blipFill rotWithShape="1">
          <a:blip r:embed="rId3">
            <a:alphaModFix/>
          </a:blip>
          <a:srcRect b="0" l="0" r="0" t="0"/>
          <a:stretch/>
        </p:blipFill>
        <p:spPr>
          <a:xfrm>
            <a:off x="11530584" y="6199632"/>
            <a:ext cx="563850" cy="657276"/>
          </a:xfrm>
          <a:prstGeom prst="rect">
            <a:avLst/>
          </a:prstGeom>
          <a:noFill/>
          <a:ln>
            <a:noFill/>
          </a:ln>
          <a:effectLst>
            <a:outerShdw blurRad="57150" rotWithShape="0" algn="bl" dir="5400000" dist="19050">
              <a:srgbClr val="000000">
                <a:alpha val="49803"/>
              </a:srgbClr>
            </a:outerShdw>
          </a:effectLst>
        </p:spPr>
      </p:pic>
      <p:sp>
        <p:nvSpPr>
          <p:cNvPr id="243" name="Google Shape;243;p31"/>
          <p:cNvSpPr txBox="1"/>
          <p:nvPr/>
        </p:nvSpPr>
        <p:spPr>
          <a:xfrm>
            <a:off x="1143000" y="-27923"/>
            <a:ext cx="10515600" cy="13257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5400"/>
              <a:buFont typeface="Century Gothic"/>
              <a:buNone/>
            </a:pPr>
            <a:r>
              <a:rPr b="1" i="0" lang="en-US" sz="2000" u="none" cap="none" strike="noStrike">
                <a:solidFill>
                  <a:srgbClr val="54B5D1"/>
                </a:solidFill>
                <a:latin typeface="Verdana"/>
                <a:ea typeface="Verdana"/>
                <a:cs typeface="Verdana"/>
                <a:sym typeface="Verdana"/>
              </a:rPr>
              <a:t>12.11.3 Guided Instruction: Solving One-Step Multiplication and Division Equations Using Diagrams</a:t>
            </a:r>
            <a:endParaRPr/>
          </a:p>
        </p:txBody>
      </p:sp>
      <p:sp>
        <p:nvSpPr>
          <p:cNvPr id="244" name="Google Shape;244;p31"/>
          <p:cNvSpPr/>
          <p:nvPr/>
        </p:nvSpPr>
        <p:spPr>
          <a:xfrm>
            <a:off x="914400" y="1331161"/>
            <a:ext cx="10515600" cy="2494016"/>
          </a:xfrm>
          <a:prstGeom prst="rect">
            <a:avLst/>
          </a:prstGeom>
          <a:blipFill rotWithShape="1">
            <a:blip r:embed="rId4">
              <a:alphaModFix/>
            </a:blip>
            <a:stretch>
              <a:fillRect b="0" l="-964" r="0" t="-202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
        <p:nvSpPr>
          <p:cNvPr id="245" name="Google Shape;245;p31"/>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342</a:t>
            </a:r>
            <a:endParaRPr b="0" i="1" sz="1400" u="none" cap="none" strike="noStrike">
              <a:solidFill>
                <a:srgbClr val="000000"/>
              </a:solidFill>
              <a:latin typeface="Calibri"/>
              <a:ea typeface="Calibri"/>
              <a:cs typeface="Calibri"/>
              <a:sym typeface="Calibri"/>
            </a:endParaRPr>
          </a:p>
        </p:txBody>
      </p:sp>
      <p:sp>
        <p:nvSpPr>
          <p:cNvPr id="246" name="Google Shape;246;p31"/>
          <p:cNvSpPr/>
          <p:nvPr/>
        </p:nvSpPr>
        <p:spPr>
          <a:xfrm>
            <a:off x="2146200" y="2419359"/>
            <a:ext cx="8333128" cy="1019277"/>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1000"/>
              </a:spcAft>
              <a:buNone/>
            </a:pPr>
            <a:r>
              <a:rPr b="0" i="0" lang="en-US" sz="1200" u="none" cap="none" strike="noStrike">
                <a:solidFill>
                  <a:srgbClr val="000000"/>
                </a:solidFill>
                <a:latin typeface="Cambria"/>
                <a:ea typeface="Cambria"/>
                <a:cs typeface="Cambria"/>
                <a:sym typeface="Cambria"/>
              </a:rPr>
              <a:t> </a:t>
            </a:r>
            <a:endParaRPr b="0" i="0" sz="1200" u="none" cap="none" strike="noStrike">
              <a:solidFill>
                <a:srgbClr val="000000"/>
              </a:solidFill>
              <a:latin typeface="Cambria"/>
              <a:ea typeface="Cambria"/>
              <a:cs typeface="Cambria"/>
              <a:sym typeface="Cambria"/>
            </a:endParaRPr>
          </a:p>
        </p:txBody>
      </p:sp>
      <p:pic>
        <p:nvPicPr>
          <p:cNvPr descr="Icon&#10;&#10;Description automatically generated" id="247" name="Google Shape;247;p31"/>
          <p:cNvPicPr preferRelativeResize="0"/>
          <p:nvPr/>
        </p:nvPicPr>
        <p:blipFill rotWithShape="1">
          <a:blip r:embed="rId5">
            <a:alphaModFix/>
          </a:blip>
          <a:srcRect b="0" l="0" r="0" t="0"/>
          <a:stretch/>
        </p:blipFill>
        <p:spPr>
          <a:xfrm>
            <a:off x="356616" y="201168"/>
            <a:ext cx="747300" cy="747300"/>
          </a:xfrm>
          <a:prstGeom prst="rect">
            <a:avLst/>
          </a:prstGeom>
          <a:noFill/>
          <a:ln>
            <a:noFill/>
          </a:ln>
        </p:spPr>
      </p:pic>
      <p:sp>
        <p:nvSpPr>
          <p:cNvPr id="248" name="Google Shape;248;p31"/>
          <p:cNvSpPr/>
          <p:nvPr/>
        </p:nvSpPr>
        <p:spPr>
          <a:xfrm>
            <a:off x="914400" y="4961053"/>
            <a:ext cx="10515600" cy="1323247"/>
          </a:xfrm>
          <a:prstGeom prst="rect">
            <a:avLst/>
          </a:prstGeom>
          <a:blipFill rotWithShape="1">
            <a:blip r:embed="rId6">
              <a:alphaModFix/>
            </a:blip>
            <a:stretch>
              <a:fillRect b="-9523" l="-964" r="0" t="-190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pic>
        <p:nvPicPr>
          <p:cNvPr id="249" name="Google Shape;249;p31"/>
          <p:cNvPicPr preferRelativeResize="0"/>
          <p:nvPr/>
        </p:nvPicPr>
        <p:blipFill>
          <a:blip r:embed="rId7">
            <a:alphaModFix/>
          </a:blip>
          <a:stretch>
            <a:fillRect/>
          </a:stretch>
        </p:blipFill>
        <p:spPr>
          <a:xfrm>
            <a:off x="3604800" y="3130776"/>
            <a:ext cx="4391675" cy="16791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2"/>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56" name="Google Shape;256;p32"/>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257" name="Google Shape;257;p32"/>
          <p:cNvSpPr/>
          <p:nvPr/>
        </p:nvSpPr>
        <p:spPr>
          <a:xfrm>
            <a:off x="1946910" y="417703"/>
            <a:ext cx="8549640"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Verdana"/>
                <a:ea typeface="Verdana"/>
                <a:cs typeface="Verdana"/>
                <a:sym typeface="Verdana"/>
              </a:rPr>
              <a:t>Step 1</a:t>
            </a:r>
            <a:endParaRPr/>
          </a:p>
        </p:txBody>
      </p:sp>
      <p:sp>
        <p:nvSpPr>
          <p:cNvPr id="258" name="Google Shape;258;p32"/>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342</a:t>
            </a:r>
            <a:endParaRPr b="0" i="1" sz="1400" u="none" cap="none" strike="noStrike">
              <a:solidFill>
                <a:srgbClr val="000000"/>
              </a:solidFill>
              <a:latin typeface="Calibri"/>
              <a:ea typeface="Calibri"/>
              <a:cs typeface="Calibri"/>
              <a:sym typeface="Calibri"/>
            </a:endParaRPr>
          </a:p>
        </p:txBody>
      </p:sp>
      <p:graphicFrame>
        <p:nvGraphicFramePr>
          <p:cNvPr id="259" name="Google Shape;259;p32"/>
          <p:cNvGraphicFramePr/>
          <p:nvPr/>
        </p:nvGraphicFramePr>
        <p:xfrm>
          <a:off x="2654244" y="2941286"/>
          <a:ext cx="3000000" cy="3000000"/>
        </p:xfrm>
        <a:graphic>
          <a:graphicData uri="http://schemas.openxmlformats.org/drawingml/2006/table">
            <a:tbl>
              <a:tblPr bandRow="1" firstCol="1" firstRow="1">
                <a:noFill/>
                <a:tableStyleId>{B27099C9-344D-4B80-BA91-CFAB4E726B23}</a:tableStyleId>
              </a:tblPr>
              <a:tblGrid>
                <a:gridCol w="6883500"/>
              </a:tblGrid>
              <a:tr h="228600">
                <a:tc>
                  <a:txBody>
                    <a:bodyPr/>
                    <a:lstStyle/>
                    <a:p>
                      <a:pPr indent="0" lvl="0" marL="0" marR="0" rtl="0" algn="ctr">
                        <a:lnSpc>
                          <a:spcPct val="100000"/>
                        </a:lnSpc>
                        <a:spcBef>
                          <a:spcPts val="0"/>
                        </a:spcBef>
                        <a:spcAft>
                          <a:spcPts val="0"/>
                        </a:spcAft>
                        <a:buNone/>
                      </a:pPr>
                      <a:r>
                        <a:rPr b="1" lang="en-US" sz="1800" u="none" cap="none" strike="noStrike">
                          <a:latin typeface="Verdana"/>
                          <a:ea typeface="Verdana"/>
                          <a:cs typeface="Verdana"/>
                          <a:sym typeface="Verdana"/>
                        </a:rPr>
                        <a:t>Explanation of Step 1</a:t>
                      </a:r>
                      <a:endParaRPr b="1" sz="1200" u="none" cap="none" strike="noStrike">
                        <a:latin typeface="Verdana"/>
                        <a:ea typeface="Verdana"/>
                        <a:cs typeface="Verdana"/>
                        <a:sym typeface="Verdana"/>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0CECE"/>
                    </a:solidFill>
                  </a:tcPr>
                </a:tc>
              </a:tr>
              <a:tr h="1782450">
                <a:tc>
                  <a:txBody>
                    <a:bodyPr/>
                    <a:lstStyle/>
                    <a:p>
                      <a:pPr indent="0" lvl="0" marL="0" marR="0" rtl="0" algn="l">
                        <a:lnSpc>
                          <a:spcPct val="100000"/>
                        </a:lnSpc>
                        <a:spcBef>
                          <a:spcPts val="0"/>
                        </a:spcBef>
                        <a:spcAft>
                          <a:spcPts val="0"/>
                        </a:spcAft>
                        <a:buNone/>
                      </a:pPr>
                      <a:r>
                        <a:rPr lang="en-US" sz="1800" u="none" cap="none" strike="noStrike">
                          <a:latin typeface="Verdana"/>
                          <a:ea typeface="Verdana"/>
                          <a:cs typeface="Verdana"/>
                          <a:sym typeface="Verdana"/>
                        </a:rPr>
                        <a:t> </a:t>
                      </a:r>
                      <a:endParaRPr sz="1200" u="none" cap="none" strike="noStrike">
                        <a:latin typeface="Verdana"/>
                        <a:ea typeface="Verdana"/>
                        <a:cs typeface="Verdana"/>
                        <a:sym typeface="Verdana"/>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id="260" name="Google Shape;260;p32"/>
          <p:cNvPicPr preferRelativeResize="0"/>
          <p:nvPr/>
        </p:nvPicPr>
        <p:blipFill>
          <a:blip r:embed="rId4">
            <a:alphaModFix/>
          </a:blip>
          <a:stretch>
            <a:fillRect/>
          </a:stretch>
        </p:blipFill>
        <p:spPr>
          <a:xfrm>
            <a:off x="3034750" y="1171014"/>
            <a:ext cx="6122500" cy="14786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3"/>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67" name="Google Shape;267;p33"/>
          <p:cNvPicPr preferRelativeResize="0"/>
          <p:nvPr/>
        </p:nvPicPr>
        <p:blipFill rotWithShape="1">
          <a:blip r:embed="rId3">
            <a:alphaModFix/>
          </a:blip>
          <a:srcRect b="0" l="0" r="0" t="0"/>
          <a:stretch/>
        </p:blipFill>
        <p:spPr>
          <a:xfrm>
            <a:off x="11530584" y="6211270"/>
            <a:ext cx="563850" cy="657276"/>
          </a:xfrm>
          <a:prstGeom prst="rect">
            <a:avLst/>
          </a:prstGeom>
          <a:noFill/>
          <a:ln>
            <a:noFill/>
          </a:ln>
          <a:effectLst>
            <a:outerShdw blurRad="57150" rotWithShape="0" algn="bl" dir="5400000" dist="19050">
              <a:srgbClr val="000000">
                <a:alpha val="49803"/>
              </a:srgbClr>
            </a:outerShdw>
          </a:effectLst>
        </p:spPr>
      </p:pic>
      <p:sp>
        <p:nvSpPr>
          <p:cNvPr id="268" name="Google Shape;268;p33"/>
          <p:cNvSpPr/>
          <p:nvPr/>
        </p:nvSpPr>
        <p:spPr>
          <a:xfrm>
            <a:off x="1946910" y="417703"/>
            <a:ext cx="8549640"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Verdana"/>
                <a:ea typeface="Verdana"/>
                <a:cs typeface="Verdana"/>
                <a:sym typeface="Verdana"/>
              </a:rPr>
              <a:t>Step 2</a:t>
            </a:r>
            <a:endParaRPr/>
          </a:p>
        </p:txBody>
      </p:sp>
      <p:sp>
        <p:nvSpPr>
          <p:cNvPr id="269" name="Google Shape;269;p33"/>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342</a:t>
            </a:r>
            <a:endParaRPr b="0" i="1" sz="1400" u="none" cap="none" strike="noStrike">
              <a:solidFill>
                <a:srgbClr val="000000"/>
              </a:solidFill>
              <a:latin typeface="Calibri"/>
              <a:ea typeface="Calibri"/>
              <a:cs typeface="Calibri"/>
              <a:sym typeface="Calibri"/>
            </a:endParaRPr>
          </a:p>
        </p:txBody>
      </p:sp>
      <p:graphicFrame>
        <p:nvGraphicFramePr>
          <p:cNvPr id="270" name="Google Shape;270;p33"/>
          <p:cNvGraphicFramePr/>
          <p:nvPr/>
        </p:nvGraphicFramePr>
        <p:xfrm>
          <a:off x="2654244" y="2941286"/>
          <a:ext cx="3000000" cy="3000000"/>
        </p:xfrm>
        <a:graphic>
          <a:graphicData uri="http://schemas.openxmlformats.org/drawingml/2006/table">
            <a:tbl>
              <a:tblPr bandRow="1" firstCol="1" firstRow="1">
                <a:noFill/>
                <a:tableStyleId>{B27099C9-344D-4B80-BA91-CFAB4E726B23}</a:tableStyleId>
              </a:tblPr>
              <a:tblGrid>
                <a:gridCol w="6883500"/>
              </a:tblGrid>
              <a:tr h="228600">
                <a:tc>
                  <a:txBody>
                    <a:bodyPr/>
                    <a:lstStyle/>
                    <a:p>
                      <a:pPr indent="0" lvl="0" marL="0" marR="0" rtl="0" algn="ctr">
                        <a:lnSpc>
                          <a:spcPct val="100000"/>
                        </a:lnSpc>
                        <a:spcBef>
                          <a:spcPts val="0"/>
                        </a:spcBef>
                        <a:spcAft>
                          <a:spcPts val="0"/>
                        </a:spcAft>
                        <a:buNone/>
                      </a:pPr>
                      <a:r>
                        <a:rPr b="1" lang="en-US" sz="1800" u="none" cap="none" strike="noStrike">
                          <a:latin typeface="Verdana"/>
                          <a:ea typeface="Verdana"/>
                          <a:cs typeface="Verdana"/>
                          <a:sym typeface="Verdana"/>
                        </a:rPr>
                        <a:t>Explanation of Step 2</a:t>
                      </a:r>
                      <a:endParaRPr b="1" sz="1200" u="none" cap="none" strike="noStrike">
                        <a:latin typeface="Verdana"/>
                        <a:ea typeface="Verdana"/>
                        <a:cs typeface="Verdana"/>
                        <a:sym typeface="Verdana"/>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0CECE"/>
                    </a:solidFill>
                  </a:tcPr>
                </a:tc>
              </a:tr>
              <a:tr h="1782450">
                <a:tc>
                  <a:txBody>
                    <a:bodyPr/>
                    <a:lstStyle/>
                    <a:p>
                      <a:pPr indent="0" lvl="0" marL="0" marR="0" rtl="0" algn="l">
                        <a:lnSpc>
                          <a:spcPct val="100000"/>
                        </a:lnSpc>
                        <a:spcBef>
                          <a:spcPts val="0"/>
                        </a:spcBef>
                        <a:spcAft>
                          <a:spcPts val="0"/>
                        </a:spcAft>
                        <a:buNone/>
                      </a:pPr>
                      <a:r>
                        <a:rPr lang="en-US" sz="1800" u="none" cap="none" strike="noStrike">
                          <a:latin typeface="Verdana"/>
                          <a:ea typeface="Verdana"/>
                          <a:cs typeface="Verdana"/>
                          <a:sym typeface="Verdana"/>
                        </a:rPr>
                        <a:t> </a:t>
                      </a:r>
                      <a:endParaRPr sz="1200" u="none" cap="none" strike="noStrike">
                        <a:latin typeface="Verdana"/>
                        <a:ea typeface="Verdana"/>
                        <a:cs typeface="Verdana"/>
                        <a:sym typeface="Verdana"/>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id="271" name="Google Shape;271;p33"/>
          <p:cNvPicPr preferRelativeResize="0"/>
          <p:nvPr/>
        </p:nvPicPr>
        <p:blipFill>
          <a:blip r:embed="rId4">
            <a:alphaModFix/>
          </a:blip>
          <a:stretch>
            <a:fillRect/>
          </a:stretch>
        </p:blipFill>
        <p:spPr>
          <a:xfrm>
            <a:off x="3072700" y="1359115"/>
            <a:ext cx="5824399" cy="132656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4"/>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78" name="Google Shape;278;p34"/>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279" name="Google Shape;279;p34"/>
          <p:cNvSpPr/>
          <p:nvPr/>
        </p:nvSpPr>
        <p:spPr>
          <a:xfrm>
            <a:off x="1946910" y="417703"/>
            <a:ext cx="8549640"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Verdana"/>
                <a:ea typeface="Verdana"/>
                <a:cs typeface="Verdana"/>
                <a:sym typeface="Verdana"/>
              </a:rPr>
              <a:t>Step 3</a:t>
            </a:r>
            <a:endParaRPr/>
          </a:p>
        </p:txBody>
      </p:sp>
      <p:sp>
        <p:nvSpPr>
          <p:cNvPr id="280" name="Google Shape;280;p34"/>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342</a:t>
            </a:r>
            <a:endParaRPr b="0" i="1" sz="1400" u="none" cap="none" strike="noStrike">
              <a:solidFill>
                <a:srgbClr val="000000"/>
              </a:solidFill>
              <a:latin typeface="Calibri"/>
              <a:ea typeface="Calibri"/>
              <a:cs typeface="Calibri"/>
              <a:sym typeface="Calibri"/>
            </a:endParaRPr>
          </a:p>
        </p:txBody>
      </p:sp>
      <p:graphicFrame>
        <p:nvGraphicFramePr>
          <p:cNvPr id="281" name="Google Shape;281;p34"/>
          <p:cNvGraphicFramePr/>
          <p:nvPr/>
        </p:nvGraphicFramePr>
        <p:xfrm>
          <a:off x="2654244" y="2941286"/>
          <a:ext cx="3000000" cy="3000000"/>
        </p:xfrm>
        <a:graphic>
          <a:graphicData uri="http://schemas.openxmlformats.org/drawingml/2006/table">
            <a:tbl>
              <a:tblPr bandRow="1" firstCol="1" firstRow="1">
                <a:noFill/>
                <a:tableStyleId>{B27099C9-344D-4B80-BA91-CFAB4E726B23}</a:tableStyleId>
              </a:tblPr>
              <a:tblGrid>
                <a:gridCol w="6883500"/>
              </a:tblGrid>
              <a:tr h="228600">
                <a:tc>
                  <a:txBody>
                    <a:bodyPr/>
                    <a:lstStyle/>
                    <a:p>
                      <a:pPr indent="0" lvl="0" marL="0" marR="0" rtl="0" algn="ctr">
                        <a:lnSpc>
                          <a:spcPct val="100000"/>
                        </a:lnSpc>
                        <a:spcBef>
                          <a:spcPts val="0"/>
                        </a:spcBef>
                        <a:spcAft>
                          <a:spcPts val="0"/>
                        </a:spcAft>
                        <a:buNone/>
                      </a:pPr>
                      <a:r>
                        <a:rPr b="1" lang="en-US" sz="1800" u="none" cap="none" strike="noStrike">
                          <a:latin typeface="Verdana"/>
                          <a:ea typeface="Verdana"/>
                          <a:cs typeface="Verdana"/>
                          <a:sym typeface="Verdana"/>
                        </a:rPr>
                        <a:t>Explanation of Step 3</a:t>
                      </a:r>
                      <a:endParaRPr b="1" sz="1200" u="none" cap="none" strike="noStrike">
                        <a:latin typeface="Verdana"/>
                        <a:ea typeface="Verdana"/>
                        <a:cs typeface="Verdana"/>
                        <a:sym typeface="Verdana"/>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0CECE"/>
                    </a:solidFill>
                  </a:tcPr>
                </a:tc>
              </a:tr>
              <a:tr h="1782450">
                <a:tc>
                  <a:txBody>
                    <a:bodyPr/>
                    <a:lstStyle/>
                    <a:p>
                      <a:pPr indent="0" lvl="0" marL="0" marR="0" rtl="0" algn="l">
                        <a:lnSpc>
                          <a:spcPct val="100000"/>
                        </a:lnSpc>
                        <a:spcBef>
                          <a:spcPts val="0"/>
                        </a:spcBef>
                        <a:spcAft>
                          <a:spcPts val="0"/>
                        </a:spcAft>
                        <a:buNone/>
                      </a:pPr>
                      <a:r>
                        <a:rPr lang="en-US" sz="1800" u="none" cap="none" strike="noStrike">
                          <a:latin typeface="Verdana"/>
                          <a:ea typeface="Verdana"/>
                          <a:cs typeface="Verdana"/>
                          <a:sym typeface="Verdana"/>
                        </a:rPr>
                        <a:t> </a:t>
                      </a:r>
                      <a:endParaRPr sz="1200" u="none" cap="none" strike="noStrike">
                        <a:latin typeface="Verdana"/>
                        <a:ea typeface="Verdana"/>
                        <a:cs typeface="Verdana"/>
                        <a:sym typeface="Verdana"/>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id="282" name="Google Shape;282;p34"/>
          <p:cNvPicPr preferRelativeResize="0"/>
          <p:nvPr/>
        </p:nvPicPr>
        <p:blipFill>
          <a:blip r:embed="rId4">
            <a:alphaModFix/>
          </a:blip>
          <a:stretch>
            <a:fillRect/>
          </a:stretch>
        </p:blipFill>
        <p:spPr>
          <a:xfrm>
            <a:off x="2249900" y="1053278"/>
            <a:ext cx="7692199" cy="14422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5"/>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89" name="Google Shape;289;p35"/>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290" name="Google Shape;290;p35"/>
          <p:cNvSpPr/>
          <p:nvPr/>
        </p:nvSpPr>
        <p:spPr>
          <a:xfrm>
            <a:off x="914400" y="1235122"/>
            <a:ext cx="10515600" cy="1200329"/>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2400"/>
              <a:buFont typeface="Arial"/>
              <a:buAutoNum type="alphaLcPeriod" startAt="2"/>
            </a:pPr>
            <a:r>
              <a:rPr b="0" i="0" lang="en-US" sz="2400" u="none" cap="none" strike="noStrike">
                <a:solidFill>
                  <a:srgbClr val="000000"/>
                </a:solidFill>
                <a:latin typeface="Verdana"/>
                <a:ea typeface="Verdana"/>
                <a:cs typeface="Verdana"/>
                <a:sym typeface="Verdana"/>
              </a:rPr>
              <a:t>Discuss with your partner how the operation used in the equation relates to the operation used in the solution. Summarize your discussion.</a:t>
            </a:r>
            <a:endParaRPr/>
          </a:p>
        </p:txBody>
      </p:sp>
      <p:sp>
        <p:nvSpPr>
          <p:cNvPr id="291" name="Google Shape;291;p35"/>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342</a:t>
            </a:r>
            <a:endParaRPr b="0" i="1" sz="1400" u="none" cap="none" strike="noStrike">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6"/>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98" name="Google Shape;298;p36"/>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299" name="Google Shape;299;p36"/>
          <p:cNvSpPr/>
          <p:nvPr/>
        </p:nvSpPr>
        <p:spPr>
          <a:xfrm>
            <a:off x="914400" y="389994"/>
            <a:ext cx="10515600" cy="461665"/>
          </a:xfrm>
          <a:prstGeom prst="rect">
            <a:avLst/>
          </a:prstGeom>
          <a:blipFill rotWithShape="1">
            <a:blip r:embed="rId4">
              <a:alphaModFix/>
            </a:blip>
            <a:stretch>
              <a:fillRect b="-28945" l="-964" r="0" t="-1052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
        <p:nvSpPr>
          <p:cNvPr id="300" name="Google Shape;300;p36"/>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343</a:t>
            </a:r>
            <a:endParaRPr b="0" i="1" sz="1400" u="none" cap="none" strike="noStrike">
              <a:solidFill>
                <a:srgbClr val="000000"/>
              </a:solidFill>
              <a:latin typeface="Calibri"/>
              <a:ea typeface="Calibri"/>
              <a:cs typeface="Calibri"/>
              <a:sym typeface="Calibri"/>
            </a:endParaRPr>
          </a:p>
        </p:txBody>
      </p:sp>
      <p:pic>
        <p:nvPicPr>
          <p:cNvPr descr="Diagram&#10;&#10;Description automatically generated" id="301" name="Google Shape;301;p36"/>
          <p:cNvPicPr preferRelativeResize="0"/>
          <p:nvPr/>
        </p:nvPicPr>
        <p:blipFill rotWithShape="1">
          <a:blip r:embed="rId5">
            <a:alphaModFix/>
          </a:blip>
          <a:srcRect b="0" l="0" r="0" t="0"/>
          <a:stretch/>
        </p:blipFill>
        <p:spPr>
          <a:xfrm>
            <a:off x="2647258" y="1260763"/>
            <a:ext cx="7148945" cy="1310640"/>
          </a:xfrm>
          <a:prstGeom prst="rect">
            <a:avLst/>
          </a:prstGeom>
          <a:noFill/>
          <a:ln>
            <a:noFill/>
          </a:ln>
        </p:spPr>
      </p:pic>
      <p:sp>
        <p:nvSpPr>
          <p:cNvPr id="302" name="Google Shape;302;p36"/>
          <p:cNvSpPr/>
          <p:nvPr/>
        </p:nvSpPr>
        <p:spPr>
          <a:xfrm>
            <a:off x="914400" y="2939230"/>
            <a:ext cx="10515600" cy="1200329"/>
          </a:xfrm>
          <a:prstGeom prst="rect">
            <a:avLst/>
          </a:prstGeom>
          <a:blipFill rotWithShape="1">
            <a:blip r:embed="rId6">
              <a:alphaModFix/>
            </a:blip>
            <a:stretch>
              <a:fillRect b="-10525" l="-964" r="0" t="-420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7"/>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09" name="Google Shape;309;p37"/>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310" name="Google Shape;310;p37"/>
          <p:cNvSpPr/>
          <p:nvPr/>
        </p:nvSpPr>
        <p:spPr>
          <a:xfrm>
            <a:off x="914400" y="419022"/>
            <a:ext cx="10515600"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Verdana"/>
                <a:ea typeface="Verdana"/>
                <a:cs typeface="Verdana"/>
                <a:sym typeface="Verdana"/>
              </a:rPr>
              <a:t>Step 1 </a:t>
            </a:r>
            <a:endParaRPr/>
          </a:p>
        </p:txBody>
      </p:sp>
      <p:sp>
        <p:nvSpPr>
          <p:cNvPr id="311" name="Google Shape;311;p37"/>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343</a:t>
            </a:r>
            <a:endParaRPr b="0" i="1" sz="1400" u="none" cap="none" strike="noStrike">
              <a:solidFill>
                <a:srgbClr val="000000"/>
              </a:solidFill>
              <a:latin typeface="Calibri"/>
              <a:ea typeface="Calibri"/>
              <a:cs typeface="Calibri"/>
              <a:sym typeface="Calibri"/>
            </a:endParaRPr>
          </a:p>
        </p:txBody>
      </p:sp>
      <p:pic>
        <p:nvPicPr>
          <p:cNvPr descr="A screenshot of a computer&#10;&#10;Description automatically generated with low confidence" id="312" name="Google Shape;312;p37"/>
          <p:cNvPicPr preferRelativeResize="0"/>
          <p:nvPr/>
        </p:nvPicPr>
        <p:blipFill rotWithShape="1">
          <a:blip r:embed="rId4">
            <a:alphaModFix/>
          </a:blip>
          <a:srcRect b="0" l="0" r="0" t="0"/>
          <a:stretch/>
        </p:blipFill>
        <p:spPr>
          <a:xfrm>
            <a:off x="2473037" y="1146587"/>
            <a:ext cx="7245927" cy="1229220"/>
          </a:xfrm>
          <a:prstGeom prst="rect">
            <a:avLst/>
          </a:prstGeom>
          <a:noFill/>
          <a:ln>
            <a:noFill/>
          </a:ln>
        </p:spPr>
      </p:pic>
      <p:sp>
        <p:nvSpPr>
          <p:cNvPr id="313" name="Google Shape;313;p37"/>
          <p:cNvSpPr/>
          <p:nvPr/>
        </p:nvSpPr>
        <p:spPr>
          <a:xfrm>
            <a:off x="914400" y="2718877"/>
            <a:ext cx="10515600" cy="830997"/>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2400"/>
              <a:buFont typeface="Arial"/>
              <a:buAutoNum type="alphaLcPeriod"/>
            </a:pPr>
            <a:r>
              <a:rPr b="0" i="0" lang="en-US" sz="2400" u="none" cap="none" strike="noStrike">
                <a:solidFill>
                  <a:srgbClr val="000000"/>
                </a:solidFill>
                <a:latin typeface="Verdana"/>
                <a:ea typeface="Verdana"/>
                <a:cs typeface="Verdana"/>
                <a:sym typeface="Verdana"/>
              </a:rPr>
              <a:t>How were the integers in the equation used to determine the negative value of 𝑥?</a:t>
            </a:r>
            <a:endParaRPr/>
          </a:p>
        </p:txBody>
      </p:sp>
      <p:graphicFrame>
        <p:nvGraphicFramePr>
          <p:cNvPr id="314" name="Google Shape;314;p37"/>
          <p:cNvGraphicFramePr/>
          <p:nvPr/>
        </p:nvGraphicFramePr>
        <p:xfrm>
          <a:off x="2785952" y="3833298"/>
          <a:ext cx="3000000" cy="3000000"/>
        </p:xfrm>
        <a:graphic>
          <a:graphicData uri="http://schemas.openxmlformats.org/drawingml/2006/table">
            <a:tbl>
              <a:tblPr bandRow="1" firstCol="1" firstRow="1">
                <a:noFill/>
                <a:tableStyleId>{B27099C9-344D-4B80-BA91-CFAB4E726B23}</a:tableStyleId>
              </a:tblPr>
              <a:tblGrid>
                <a:gridCol w="6620100"/>
              </a:tblGrid>
              <a:tr h="254000">
                <a:tc>
                  <a:txBody>
                    <a:bodyPr/>
                    <a:lstStyle/>
                    <a:p>
                      <a:pPr indent="0" lvl="0" marL="0" marR="0" rtl="0" algn="ctr">
                        <a:lnSpc>
                          <a:spcPct val="100000"/>
                        </a:lnSpc>
                        <a:spcBef>
                          <a:spcPts val="0"/>
                        </a:spcBef>
                        <a:spcAft>
                          <a:spcPts val="0"/>
                        </a:spcAft>
                        <a:buNone/>
                      </a:pPr>
                      <a:r>
                        <a:rPr b="1" lang="en-US" sz="2000" u="none" cap="none" strike="noStrike">
                          <a:latin typeface="Verdana"/>
                          <a:ea typeface="Verdana"/>
                          <a:cs typeface="Verdana"/>
                          <a:sym typeface="Verdana"/>
                        </a:rPr>
                        <a:t>Explanation of Step 1</a:t>
                      </a:r>
                      <a:endParaRPr b="1" sz="1400" u="none" cap="none" strike="noStrike">
                        <a:latin typeface="Verdana"/>
                        <a:ea typeface="Verdana"/>
                        <a:cs typeface="Verdana"/>
                        <a:sym typeface="Verdana"/>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0CECE"/>
                    </a:solidFill>
                  </a:tcPr>
                </a:tc>
              </a:tr>
              <a:tr h="1536700">
                <a:tc>
                  <a:txBody>
                    <a:bodyPr/>
                    <a:lstStyle/>
                    <a:p>
                      <a:pPr indent="0" lvl="0" marL="0" marR="0" rtl="0" algn="l">
                        <a:lnSpc>
                          <a:spcPct val="100000"/>
                        </a:lnSpc>
                        <a:spcBef>
                          <a:spcPts val="0"/>
                        </a:spcBef>
                        <a:spcAft>
                          <a:spcPts val="0"/>
                        </a:spcAft>
                        <a:buNone/>
                      </a:pPr>
                      <a:r>
                        <a:rPr lang="en-US" sz="2000" u="none" cap="none" strike="noStrike">
                          <a:latin typeface="Verdana"/>
                          <a:ea typeface="Verdana"/>
                          <a:cs typeface="Verdana"/>
                          <a:sym typeface="Verdana"/>
                        </a:rPr>
                        <a:t> </a:t>
                      </a:r>
                      <a:endParaRPr sz="1400" u="none" cap="none" strike="noStrike">
                        <a:latin typeface="Verdana"/>
                        <a:ea typeface="Verdana"/>
                        <a:cs typeface="Verdana"/>
                        <a:sym typeface="Verdana"/>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38"/>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21" name="Google Shape;321;p38"/>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322" name="Google Shape;322;p38"/>
          <p:cNvSpPr/>
          <p:nvPr/>
        </p:nvSpPr>
        <p:spPr>
          <a:xfrm>
            <a:off x="1946910" y="419022"/>
            <a:ext cx="8549640"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Verdana"/>
                <a:ea typeface="Verdana"/>
                <a:cs typeface="Verdana"/>
                <a:sym typeface="Verdana"/>
              </a:rPr>
              <a:t>Step 2</a:t>
            </a:r>
            <a:endParaRPr/>
          </a:p>
        </p:txBody>
      </p:sp>
      <p:sp>
        <p:nvSpPr>
          <p:cNvPr id="323" name="Google Shape;323;p38"/>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343</a:t>
            </a:r>
            <a:endParaRPr b="0" i="1" sz="1400" u="none" cap="none" strike="noStrike">
              <a:solidFill>
                <a:srgbClr val="000000"/>
              </a:solidFill>
              <a:latin typeface="Calibri"/>
              <a:ea typeface="Calibri"/>
              <a:cs typeface="Calibri"/>
              <a:sym typeface="Calibri"/>
            </a:endParaRPr>
          </a:p>
        </p:txBody>
      </p:sp>
      <p:graphicFrame>
        <p:nvGraphicFramePr>
          <p:cNvPr id="324" name="Google Shape;324;p38"/>
          <p:cNvGraphicFramePr/>
          <p:nvPr/>
        </p:nvGraphicFramePr>
        <p:xfrm>
          <a:off x="2785952" y="3121054"/>
          <a:ext cx="3000000" cy="3000000"/>
        </p:xfrm>
        <a:graphic>
          <a:graphicData uri="http://schemas.openxmlformats.org/drawingml/2006/table">
            <a:tbl>
              <a:tblPr bandRow="1" firstCol="1" firstRow="1">
                <a:noFill/>
                <a:tableStyleId>{B27099C9-344D-4B80-BA91-CFAB4E726B23}</a:tableStyleId>
              </a:tblPr>
              <a:tblGrid>
                <a:gridCol w="6620100"/>
              </a:tblGrid>
              <a:tr h="254000">
                <a:tc>
                  <a:txBody>
                    <a:bodyPr/>
                    <a:lstStyle/>
                    <a:p>
                      <a:pPr indent="0" lvl="0" marL="0" marR="0" rtl="0" algn="ctr">
                        <a:lnSpc>
                          <a:spcPct val="100000"/>
                        </a:lnSpc>
                        <a:spcBef>
                          <a:spcPts val="0"/>
                        </a:spcBef>
                        <a:spcAft>
                          <a:spcPts val="0"/>
                        </a:spcAft>
                        <a:buNone/>
                      </a:pPr>
                      <a:r>
                        <a:rPr b="1" lang="en-US" sz="2000" u="none" cap="none" strike="noStrike">
                          <a:latin typeface="Verdana"/>
                          <a:ea typeface="Verdana"/>
                          <a:cs typeface="Verdana"/>
                          <a:sym typeface="Verdana"/>
                        </a:rPr>
                        <a:t>Explanation of Step 2</a:t>
                      </a:r>
                      <a:endParaRPr b="1" sz="1400" u="none" cap="none" strike="noStrike">
                        <a:latin typeface="Verdana"/>
                        <a:ea typeface="Verdana"/>
                        <a:cs typeface="Verdana"/>
                        <a:sym typeface="Verdana"/>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0CECE"/>
                    </a:solidFill>
                  </a:tcPr>
                </a:tc>
              </a:tr>
              <a:tr h="1536700">
                <a:tc>
                  <a:txBody>
                    <a:bodyPr/>
                    <a:lstStyle/>
                    <a:p>
                      <a:pPr indent="0" lvl="0" marL="0" marR="0" rtl="0" algn="l">
                        <a:lnSpc>
                          <a:spcPct val="100000"/>
                        </a:lnSpc>
                        <a:spcBef>
                          <a:spcPts val="0"/>
                        </a:spcBef>
                        <a:spcAft>
                          <a:spcPts val="0"/>
                        </a:spcAft>
                        <a:buNone/>
                      </a:pPr>
                      <a:r>
                        <a:rPr lang="en-US" sz="2000" u="none" cap="none" strike="noStrike">
                          <a:latin typeface="Verdana"/>
                          <a:ea typeface="Verdana"/>
                          <a:cs typeface="Verdana"/>
                          <a:sym typeface="Verdana"/>
                        </a:rPr>
                        <a:t> </a:t>
                      </a:r>
                      <a:endParaRPr sz="1400" u="none" cap="none" strike="noStrike">
                        <a:latin typeface="Verdana"/>
                        <a:ea typeface="Verdana"/>
                        <a:cs typeface="Verdana"/>
                        <a:sym typeface="Verdana"/>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descr="A picture containing diagram&#10;&#10;Description automatically generated" id="325" name="Google Shape;325;p38"/>
          <p:cNvPicPr preferRelativeResize="0"/>
          <p:nvPr/>
        </p:nvPicPr>
        <p:blipFill rotWithShape="1">
          <a:blip r:embed="rId4">
            <a:alphaModFix/>
          </a:blip>
          <a:srcRect b="0" l="0" r="0" t="0"/>
          <a:stretch/>
        </p:blipFill>
        <p:spPr>
          <a:xfrm>
            <a:off x="5619049" y="1330036"/>
            <a:ext cx="953902" cy="143486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9"/>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32" name="Google Shape;332;p39"/>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333" name="Google Shape;333;p39"/>
          <p:cNvSpPr/>
          <p:nvPr/>
        </p:nvSpPr>
        <p:spPr>
          <a:xfrm>
            <a:off x="1946910" y="419022"/>
            <a:ext cx="8549640"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Verdana"/>
                <a:ea typeface="Verdana"/>
                <a:cs typeface="Verdana"/>
                <a:sym typeface="Verdana"/>
              </a:rPr>
              <a:t>Step 3</a:t>
            </a:r>
            <a:endParaRPr/>
          </a:p>
        </p:txBody>
      </p:sp>
      <p:sp>
        <p:nvSpPr>
          <p:cNvPr id="334" name="Google Shape;334;p39"/>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343</a:t>
            </a:r>
            <a:endParaRPr b="0" i="1" sz="1400" u="none" cap="none" strike="noStrike">
              <a:solidFill>
                <a:srgbClr val="000000"/>
              </a:solidFill>
              <a:latin typeface="Calibri"/>
              <a:ea typeface="Calibri"/>
              <a:cs typeface="Calibri"/>
              <a:sym typeface="Calibri"/>
            </a:endParaRPr>
          </a:p>
        </p:txBody>
      </p:sp>
      <p:graphicFrame>
        <p:nvGraphicFramePr>
          <p:cNvPr id="335" name="Google Shape;335;p39"/>
          <p:cNvGraphicFramePr/>
          <p:nvPr/>
        </p:nvGraphicFramePr>
        <p:xfrm>
          <a:off x="2785952" y="3121054"/>
          <a:ext cx="3000000" cy="3000000"/>
        </p:xfrm>
        <a:graphic>
          <a:graphicData uri="http://schemas.openxmlformats.org/drawingml/2006/table">
            <a:tbl>
              <a:tblPr bandRow="1" firstCol="1" firstRow="1">
                <a:noFill/>
                <a:tableStyleId>{B27099C9-344D-4B80-BA91-CFAB4E726B23}</a:tableStyleId>
              </a:tblPr>
              <a:tblGrid>
                <a:gridCol w="6620100"/>
              </a:tblGrid>
              <a:tr h="254000">
                <a:tc>
                  <a:txBody>
                    <a:bodyPr/>
                    <a:lstStyle/>
                    <a:p>
                      <a:pPr indent="0" lvl="0" marL="0" marR="0" rtl="0" algn="ctr">
                        <a:lnSpc>
                          <a:spcPct val="100000"/>
                        </a:lnSpc>
                        <a:spcBef>
                          <a:spcPts val="0"/>
                        </a:spcBef>
                        <a:spcAft>
                          <a:spcPts val="0"/>
                        </a:spcAft>
                        <a:buNone/>
                      </a:pPr>
                      <a:r>
                        <a:rPr b="1" lang="en-US" sz="2000" u="none" cap="none" strike="noStrike">
                          <a:latin typeface="Verdana"/>
                          <a:ea typeface="Verdana"/>
                          <a:cs typeface="Verdana"/>
                          <a:sym typeface="Verdana"/>
                        </a:rPr>
                        <a:t>Explanation of Step 3</a:t>
                      </a:r>
                      <a:endParaRPr b="1" sz="1400" u="none" cap="none" strike="noStrike">
                        <a:latin typeface="Verdana"/>
                        <a:ea typeface="Verdana"/>
                        <a:cs typeface="Verdana"/>
                        <a:sym typeface="Verdana"/>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0CECE"/>
                    </a:solidFill>
                  </a:tcPr>
                </a:tc>
              </a:tr>
              <a:tr h="1536700">
                <a:tc>
                  <a:txBody>
                    <a:bodyPr/>
                    <a:lstStyle/>
                    <a:p>
                      <a:pPr indent="0" lvl="0" marL="0" marR="0" rtl="0" algn="l">
                        <a:lnSpc>
                          <a:spcPct val="100000"/>
                        </a:lnSpc>
                        <a:spcBef>
                          <a:spcPts val="0"/>
                        </a:spcBef>
                        <a:spcAft>
                          <a:spcPts val="0"/>
                        </a:spcAft>
                        <a:buNone/>
                      </a:pPr>
                      <a:r>
                        <a:rPr lang="en-US" sz="2000" u="none" cap="none" strike="noStrike">
                          <a:latin typeface="Verdana"/>
                          <a:ea typeface="Verdana"/>
                          <a:cs typeface="Verdana"/>
                          <a:sym typeface="Verdana"/>
                        </a:rPr>
                        <a:t> </a:t>
                      </a:r>
                      <a:endParaRPr sz="1400" u="none" cap="none" strike="noStrike">
                        <a:latin typeface="Verdana"/>
                        <a:ea typeface="Verdana"/>
                        <a:cs typeface="Verdana"/>
                        <a:sym typeface="Verdana"/>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descr="A picture containing diagram&#10;&#10;Description automatically generated" id="336" name="Google Shape;336;p39"/>
          <p:cNvPicPr preferRelativeResize="0"/>
          <p:nvPr/>
        </p:nvPicPr>
        <p:blipFill rotWithShape="1">
          <a:blip r:embed="rId4">
            <a:alphaModFix/>
          </a:blip>
          <a:srcRect b="0" l="0" r="0" t="0"/>
          <a:stretch/>
        </p:blipFill>
        <p:spPr>
          <a:xfrm>
            <a:off x="5736532" y="1330036"/>
            <a:ext cx="970397" cy="143486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0"/>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43" name="Google Shape;343;p40"/>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344" name="Google Shape;344;p40"/>
          <p:cNvSpPr/>
          <p:nvPr/>
        </p:nvSpPr>
        <p:spPr>
          <a:xfrm>
            <a:off x="914400" y="973204"/>
            <a:ext cx="10515600" cy="1200329"/>
          </a:xfrm>
          <a:prstGeom prst="rect">
            <a:avLst/>
          </a:prstGeom>
          <a:noFill/>
          <a:ln>
            <a:noFill/>
          </a:ln>
        </p:spPr>
        <p:txBody>
          <a:bodyPr anchorCtr="0" anchor="t" bIns="45700" lIns="91425" spcFirstLastPara="1" rIns="91425" wrap="square" tIns="45700">
            <a:noAutofit/>
          </a:bodyPr>
          <a:lstStyle/>
          <a:p>
            <a:pPr indent="-501650" lvl="0" marL="515938" marR="0" rtl="0" algn="l">
              <a:lnSpc>
                <a:spcPct val="100000"/>
              </a:lnSpc>
              <a:spcBef>
                <a:spcPts val="0"/>
              </a:spcBef>
              <a:spcAft>
                <a:spcPts val="0"/>
              </a:spcAft>
              <a:buNone/>
            </a:pPr>
            <a:r>
              <a:rPr b="0" i="0" lang="en-US" sz="2400" u="none" cap="none" strike="noStrike">
                <a:solidFill>
                  <a:srgbClr val="000000"/>
                </a:solidFill>
                <a:latin typeface="Verdana"/>
                <a:ea typeface="Verdana"/>
                <a:cs typeface="Verdana"/>
                <a:sym typeface="Verdana"/>
              </a:rPr>
              <a:t>b.  Discuss with your partner how the operation used in the equation relates to the operation used in the solution. Summarize your discussion.</a:t>
            </a:r>
            <a:endParaRPr/>
          </a:p>
        </p:txBody>
      </p:sp>
      <p:sp>
        <p:nvSpPr>
          <p:cNvPr id="345" name="Google Shape;345;p40"/>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343</a:t>
            </a:r>
            <a:endParaRPr b="0" i="1" sz="1400" u="none" cap="none" strike="noStrike">
              <a:solidFill>
                <a:srgbClr val="000000"/>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1"/>
          <p:cNvSpPr/>
          <p:nvPr/>
        </p:nvSpPr>
        <p:spPr>
          <a:xfrm>
            <a:off x="0" y="0"/>
            <a:ext cx="2731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52" name="Google Shape;352;p41"/>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353" name="Google Shape;353;p41"/>
          <p:cNvSpPr txBox="1"/>
          <p:nvPr>
            <p:ph idx="4294967295" type="title"/>
          </p:nvPr>
        </p:nvSpPr>
        <p:spPr>
          <a:xfrm>
            <a:off x="4270248" y="2770632"/>
            <a:ext cx="4480750" cy="1325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800"/>
              <a:buNone/>
            </a:pPr>
            <a:r>
              <a:rPr b="1" lang="en-US" sz="4400">
                <a:solidFill>
                  <a:srgbClr val="52BDA6"/>
                </a:solidFill>
                <a:latin typeface="Verdana"/>
                <a:ea typeface="Verdana"/>
                <a:cs typeface="Verdana"/>
                <a:sym typeface="Verdana"/>
              </a:rPr>
              <a:t>Collaboration</a:t>
            </a:r>
            <a:endParaRPr b="1" sz="4000">
              <a:solidFill>
                <a:srgbClr val="52BDA6"/>
              </a:solidFill>
              <a:latin typeface="Verdana"/>
              <a:ea typeface="Verdana"/>
              <a:cs typeface="Verdana"/>
              <a:sym typeface="Verdana"/>
            </a:endParaRPr>
          </a:p>
        </p:txBody>
      </p:sp>
      <p:sp>
        <p:nvSpPr>
          <p:cNvPr id="354" name="Google Shape;354;p41"/>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344</a:t>
            </a:r>
            <a:endParaRPr b="0" i="1" sz="1400" u="none" cap="none" strike="noStrike">
              <a:solidFill>
                <a:srgbClr val="000000"/>
              </a:solidFill>
              <a:latin typeface="Calibri"/>
              <a:ea typeface="Calibri"/>
              <a:cs typeface="Calibri"/>
              <a:sym typeface="Calibri"/>
            </a:endParaRPr>
          </a:p>
        </p:txBody>
      </p:sp>
      <p:pic>
        <p:nvPicPr>
          <p:cNvPr id="355" name="Google Shape;355;p41"/>
          <p:cNvPicPr preferRelativeResize="0"/>
          <p:nvPr/>
        </p:nvPicPr>
        <p:blipFill rotWithShape="1">
          <a:blip r:embed="rId4">
            <a:alphaModFix/>
          </a:blip>
          <a:srcRect b="0" l="0" r="0" t="0"/>
          <a:stretch/>
        </p:blipFill>
        <p:spPr>
          <a:xfrm>
            <a:off x="3054096" y="2770632"/>
            <a:ext cx="1128534" cy="1128534"/>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2"/>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62" name="Google Shape;362;p42"/>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363" name="Google Shape;363;p42"/>
          <p:cNvSpPr txBox="1"/>
          <p:nvPr/>
        </p:nvSpPr>
        <p:spPr>
          <a:xfrm>
            <a:off x="1143000" y="60325"/>
            <a:ext cx="10515600" cy="101481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5400"/>
              <a:buFont typeface="Century Gothic"/>
              <a:buNone/>
            </a:pPr>
            <a:r>
              <a:rPr b="1" i="0" lang="en-US" sz="2400" u="none" cap="none" strike="noStrike">
                <a:solidFill>
                  <a:srgbClr val="52BDA6"/>
                </a:solidFill>
                <a:latin typeface="Verdana"/>
                <a:ea typeface="Verdana"/>
                <a:cs typeface="Verdana"/>
                <a:sym typeface="Verdana"/>
              </a:rPr>
              <a:t>12.11.4 Collaboration: Matching Equations and Solutions</a:t>
            </a:r>
            <a:endParaRPr/>
          </a:p>
        </p:txBody>
      </p:sp>
      <p:sp>
        <p:nvSpPr>
          <p:cNvPr id="364" name="Google Shape;364;p42"/>
          <p:cNvSpPr/>
          <p:nvPr/>
        </p:nvSpPr>
        <p:spPr>
          <a:xfrm>
            <a:off x="914400" y="1120745"/>
            <a:ext cx="10515600" cy="1323439"/>
          </a:xfrm>
          <a:prstGeom prst="rect">
            <a:avLst/>
          </a:prstGeom>
          <a:noFill/>
          <a:ln>
            <a:noFill/>
          </a:ln>
        </p:spPr>
        <p:txBody>
          <a:bodyPr anchorCtr="0" anchor="t" bIns="45700" lIns="91425" spcFirstLastPara="1" rIns="91425" wrap="square" tIns="45700">
            <a:noAutofit/>
          </a:bodyPr>
          <a:lstStyle/>
          <a:p>
            <a:pPr indent="-457200" lvl="0" marL="468313"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rgbClr val="000000"/>
                </a:solidFill>
                <a:latin typeface="Verdana"/>
                <a:ea typeface="Verdana"/>
                <a:cs typeface="Verdana"/>
                <a:sym typeface="Verdana"/>
              </a:rPr>
              <a:t>Match each equation to the correct solution. Record the equation with its solution in the table. Some solutions may be used more than once or not at all. Include an explanation for the match. </a:t>
            </a:r>
            <a:endParaRPr/>
          </a:p>
        </p:txBody>
      </p:sp>
      <p:sp>
        <p:nvSpPr>
          <p:cNvPr id="365" name="Google Shape;365;p42"/>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344</a:t>
            </a:r>
            <a:endParaRPr b="0" i="1" sz="1400" u="none" cap="none" strike="noStrike">
              <a:solidFill>
                <a:srgbClr val="000000"/>
              </a:solidFill>
              <a:latin typeface="Calibri"/>
              <a:ea typeface="Calibri"/>
              <a:cs typeface="Calibri"/>
              <a:sym typeface="Calibri"/>
            </a:endParaRPr>
          </a:p>
        </p:txBody>
      </p:sp>
      <p:pic>
        <p:nvPicPr>
          <p:cNvPr id="366" name="Google Shape;366;p42"/>
          <p:cNvPicPr preferRelativeResize="0"/>
          <p:nvPr/>
        </p:nvPicPr>
        <p:blipFill rotWithShape="1">
          <a:blip r:embed="rId4">
            <a:alphaModFix/>
          </a:blip>
          <a:srcRect b="0" l="0" r="0" t="0"/>
          <a:stretch/>
        </p:blipFill>
        <p:spPr>
          <a:xfrm>
            <a:off x="356616" y="201168"/>
            <a:ext cx="750144" cy="750144"/>
          </a:xfrm>
          <a:prstGeom prst="rect">
            <a:avLst/>
          </a:prstGeom>
          <a:noFill/>
          <a:ln>
            <a:noFill/>
          </a:ln>
        </p:spPr>
      </p:pic>
      <p:sp>
        <p:nvSpPr>
          <p:cNvPr id="367" name="Google Shape;367;p42"/>
          <p:cNvSpPr/>
          <p:nvPr/>
        </p:nvSpPr>
        <p:spPr>
          <a:xfrm>
            <a:off x="7314750" y="2381818"/>
            <a:ext cx="1955800" cy="4064000"/>
          </a:xfrm>
          <a:prstGeom prst="roundRect">
            <a:avLst>
              <a:gd fmla="val 16667" name="adj"/>
            </a:avLst>
          </a:prstGeom>
          <a:blipFill rotWithShape="1">
            <a:blip r:embed="rId5">
              <a:alphaModFix/>
            </a:blip>
            <a:stretch>
              <a:fillRect b="0" l="-64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pic>
        <p:nvPicPr>
          <p:cNvPr id="368" name="Google Shape;368;p42"/>
          <p:cNvPicPr preferRelativeResize="0"/>
          <p:nvPr/>
        </p:nvPicPr>
        <p:blipFill>
          <a:blip r:embed="rId6">
            <a:alphaModFix/>
          </a:blip>
          <a:stretch>
            <a:fillRect/>
          </a:stretch>
        </p:blipFill>
        <p:spPr>
          <a:xfrm>
            <a:off x="1271400" y="2444184"/>
            <a:ext cx="4581525" cy="38481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3"/>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75" name="Google Shape;375;p43"/>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376" name="Google Shape;376;p43"/>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344</a:t>
            </a:r>
            <a:endParaRPr b="0" i="1" sz="1400" u="none" cap="none" strike="noStrike">
              <a:solidFill>
                <a:srgbClr val="000000"/>
              </a:solidFill>
              <a:latin typeface="Calibri"/>
              <a:ea typeface="Calibri"/>
              <a:cs typeface="Calibri"/>
              <a:sym typeface="Calibri"/>
            </a:endParaRPr>
          </a:p>
        </p:txBody>
      </p:sp>
      <p:graphicFrame>
        <p:nvGraphicFramePr>
          <p:cNvPr id="377" name="Google Shape;377;p43"/>
          <p:cNvGraphicFramePr/>
          <p:nvPr/>
        </p:nvGraphicFramePr>
        <p:xfrm>
          <a:off x="2313709" y="771678"/>
          <a:ext cx="3000000" cy="3000000"/>
        </p:xfrm>
        <a:graphic>
          <a:graphicData uri="http://schemas.openxmlformats.org/drawingml/2006/table">
            <a:tbl>
              <a:tblPr bandRow="1" firstCol="1" firstRow="1">
                <a:noFill/>
                <a:tableStyleId>{B27099C9-344D-4B80-BA91-CFAB4E726B23}</a:tableStyleId>
              </a:tblPr>
              <a:tblGrid>
                <a:gridCol w="1396725"/>
                <a:gridCol w="1376300"/>
                <a:gridCol w="5082525"/>
              </a:tblGrid>
              <a:tr h="183975">
                <a:tc>
                  <a:txBody>
                    <a:bodyPr/>
                    <a:lstStyle/>
                    <a:p>
                      <a:pPr indent="0" lvl="0" marL="0" marR="0" rtl="0" algn="ctr">
                        <a:lnSpc>
                          <a:spcPct val="100000"/>
                        </a:lnSpc>
                        <a:spcBef>
                          <a:spcPts val="0"/>
                        </a:spcBef>
                        <a:spcAft>
                          <a:spcPts val="0"/>
                        </a:spcAft>
                        <a:buNone/>
                      </a:pPr>
                      <a:r>
                        <a:rPr b="1" lang="en-US" sz="1400" u="none" cap="none" strike="noStrike">
                          <a:latin typeface="Verdana"/>
                          <a:ea typeface="Verdana"/>
                          <a:cs typeface="Verdana"/>
                          <a:sym typeface="Verdana"/>
                        </a:rPr>
                        <a:t>Equation</a:t>
                      </a:r>
                      <a:endParaRPr b="1" sz="1050" u="none" cap="none" strike="noStrike">
                        <a:latin typeface="Verdana"/>
                        <a:ea typeface="Verdana"/>
                        <a:cs typeface="Verdana"/>
                        <a:sym typeface="Verdana"/>
                      </a:endParaRPr>
                    </a:p>
                  </a:txBody>
                  <a:tcPr marT="0" marB="0" marR="33250" marL="332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0CECE"/>
                    </a:solidFill>
                  </a:tcPr>
                </a:tc>
                <a:tc>
                  <a:txBody>
                    <a:bodyPr/>
                    <a:lstStyle/>
                    <a:p>
                      <a:pPr indent="0" lvl="0" marL="0" marR="0" rtl="0" algn="ctr">
                        <a:lnSpc>
                          <a:spcPct val="100000"/>
                        </a:lnSpc>
                        <a:spcBef>
                          <a:spcPts val="0"/>
                        </a:spcBef>
                        <a:spcAft>
                          <a:spcPts val="0"/>
                        </a:spcAft>
                        <a:buNone/>
                      </a:pPr>
                      <a:r>
                        <a:rPr b="1" lang="en-US" sz="1400" u="none" cap="none" strike="noStrike">
                          <a:latin typeface="Verdana"/>
                          <a:ea typeface="Verdana"/>
                          <a:cs typeface="Verdana"/>
                          <a:sym typeface="Verdana"/>
                        </a:rPr>
                        <a:t>Solution </a:t>
                      </a:r>
                      <a:endParaRPr b="1" sz="1050" u="none" cap="none" strike="noStrike">
                        <a:latin typeface="Verdana"/>
                        <a:ea typeface="Verdana"/>
                        <a:cs typeface="Verdana"/>
                        <a:sym typeface="Verdana"/>
                      </a:endParaRPr>
                    </a:p>
                  </a:txBody>
                  <a:tcPr marT="0" marB="0" marR="33250" marL="332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0CECE"/>
                    </a:solidFill>
                  </a:tcPr>
                </a:tc>
                <a:tc>
                  <a:txBody>
                    <a:bodyPr/>
                    <a:lstStyle/>
                    <a:p>
                      <a:pPr indent="0" lvl="0" marL="0" marR="0" rtl="0" algn="ctr">
                        <a:lnSpc>
                          <a:spcPct val="100000"/>
                        </a:lnSpc>
                        <a:spcBef>
                          <a:spcPts val="0"/>
                        </a:spcBef>
                        <a:spcAft>
                          <a:spcPts val="0"/>
                        </a:spcAft>
                        <a:buNone/>
                      </a:pPr>
                      <a:r>
                        <a:rPr b="1" lang="en-US" sz="1400" u="none" cap="none" strike="noStrike">
                          <a:latin typeface="Verdana"/>
                          <a:ea typeface="Verdana"/>
                          <a:cs typeface="Verdana"/>
                          <a:sym typeface="Verdana"/>
                        </a:rPr>
                        <a:t>Explanation for Match</a:t>
                      </a:r>
                      <a:endParaRPr b="1" sz="1050" u="none" cap="none" strike="noStrike">
                        <a:latin typeface="Verdana"/>
                        <a:ea typeface="Verdana"/>
                        <a:cs typeface="Verdana"/>
                        <a:sym typeface="Verdana"/>
                      </a:endParaRPr>
                    </a:p>
                  </a:txBody>
                  <a:tcPr marT="0" marB="0" marR="33250" marL="332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0CECE"/>
                    </a:solidFill>
                  </a:tcPr>
                </a:tc>
              </a:tr>
              <a:tr h="731750">
                <a:tc>
                  <a:txBody>
                    <a:bodyPr/>
                    <a:lstStyle/>
                    <a:p>
                      <a:pPr indent="0" lvl="0" marL="0" marR="0" rtl="0" algn="l">
                        <a:lnSpc>
                          <a:spcPct val="100000"/>
                        </a:lnSpc>
                        <a:spcBef>
                          <a:spcPts val="0"/>
                        </a:spcBef>
                        <a:spcAft>
                          <a:spcPts val="0"/>
                        </a:spcAft>
                        <a:buNone/>
                      </a:pPr>
                      <a:r>
                        <a:rPr lang="en-US" sz="1400" u="none" cap="none" strike="noStrike">
                          <a:latin typeface="Verdana"/>
                          <a:ea typeface="Verdana"/>
                          <a:cs typeface="Verdana"/>
                          <a:sym typeface="Verdana"/>
                        </a:rPr>
                        <a:t> </a:t>
                      </a:r>
                      <a:endParaRPr sz="1050" u="none" cap="none" strike="noStrike">
                        <a:latin typeface="Verdana"/>
                        <a:ea typeface="Verdana"/>
                        <a:cs typeface="Verdana"/>
                        <a:sym typeface="Verdana"/>
                      </a:endParaRPr>
                    </a:p>
                  </a:txBody>
                  <a:tcPr marT="0" marB="0" marR="33250" marL="332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400" u="none" cap="none" strike="noStrike">
                          <a:latin typeface="Verdana"/>
                          <a:ea typeface="Verdana"/>
                          <a:cs typeface="Verdana"/>
                          <a:sym typeface="Verdana"/>
                        </a:rPr>
                        <a:t> </a:t>
                      </a:r>
                      <a:endParaRPr sz="1050" u="none" cap="none" strike="noStrike">
                        <a:latin typeface="Verdana"/>
                        <a:ea typeface="Verdana"/>
                        <a:cs typeface="Verdana"/>
                        <a:sym typeface="Verdana"/>
                      </a:endParaRPr>
                    </a:p>
                  </a:txBody>
                  <a:tcPr marT="0" marB="0" marR="33250" marL="332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400" u="none" cap="none" strike="noStrike">
                          <a:latin typeface="Verdana"/>
                          <a:ea typeface="Verdana"/>
                          <a:cs typeface="Verdana"/>
                          <a:sym typeface="Verdana"/>
                        </a:rPr>
                        <a:t> </a:t>
                      </a:r>
                      <a:endParaRPr sz="1050" u="none" cap="none" strike="noStrike">
                        <a:latin typeface="Verdana"/>
                        <a:ea typeface="Verdana"/>
                        <a:cs typeface="Verdana"/>
                        <a:sym typeface="Verdana"/>
                      </a:endParaRPr>
                    </a:p>
                  </a:txBody>
                  <a:tcPr marT="0" marB="0" marR="33250" marL="332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31750">
                <a:tc>
                  <a:txBody>
                    <a:bodyPr/>
                    <a:lstStyle/>
                    <a:p>
                      <a:pPr indent="0" lvl="0" marL="0" marR="0" rtl="0" algn="l">
                        <a:lnSpc>
                          <a:spcPct val="100000"/>
                        </a:lnSpc>
                        <a:spcBef>
                          <a:spcPts val="0"/>
                        </a:spcBef>
                        <a:spcAft>
                          <a:spcPts val="0"/>
                        </a:spcAft>
                        <a:buNone/>
                      </a:pPr>
                      <a:r>
                        <a:rPr lang="en-US" sz="1400" u="none" cap="none" strike="noStrike">
                          <a:latin typeface="Verdana"/>
                          <a:ea typeface="Verdana"/>
                          <a:cs typeface="Verdana"/>
                          <a:sym typeface="Verdana"/>
                        </a:rPr>
                        <a:t> </a:t>
                      </a:r>
                      <a:endParaRPr sz="1050" u="none" cap="none" strike="noStrike">
                        <a:latin typeface="Verdana"/>
                        <a:ea typeface="Verdana"/>
                        <a:cs typeface="Verdana"/>
                        <a:sym typeface="Verdana"/>
                      </a:endParaRPr>
                    </a:p>
                  </a:txBody>
                  <a:tcPr marT="0" marB="0" marR="33250" marL="332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400" u="none" cap="none" strike="noStrike">
                          <a:latin typeface="Verdana"/>
                          <a:ea typeface="Verdana"/>
                          <a:cs typeface="Verdana"/>
                          <a:sym typeface="Verdana"/>
                        </a:rPr>
                        <a:t> </a:t>
                      </a:r>
                      <a:endParaRPr sz="1050" u="none" cap="none" strike="noStrike">
                        <a:latin typeface="Verdana"/>
                        <a:ea typeface="Verdana"/>
                        <a:cs typeface="Verdana"/>
                        <a:sym typeface="Verdana"/>
                      </a:endParaRPr>
                    </a:p>
                  </a:txBody>
                  <a:tcPr marT="0" marB="0" marR="33250" marL="332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400" u="none" cap="none" strike="noStrike">
                          <a:latin typeface="Verdana"/>
                          <a:ea typeface="Verdana"/>
                          <a:cs typeface="Verdana"/>
                          <a:sym typeface="Verdana"/>
                        </a:rPr>
                        <a:t> </a:t>
                      </a:r>
                      <a:endParaRPr sz="1050" u="none" cap="none" strike="noStrike">
                        <a:latin typeface="Verdana"/>
                        <a:ea typeface="Verdana"/>
                        <a:cs typeface="Verdana"/>
                        <a:sym typeface="Verdana"/>
                      </a:endParaRPr>
                    </a:p>
                  </a:txBody>
                  <a:tcPr marT="0" marB="0" marR="33250" marL="332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31750">
                <a:tc>
                  <a:txBody>
                    <a:bodyPr/>
                    <a:lstStyle/>
                    <a:p>
                      <a:pPr indent="0" lvl="0" marL="0" marR="0" rtl="0" algn="l">
                        <a:lnSpc>
                          <a:spcPct val="100000"/>
                        </a:lnSpc>
                        <a:spcBef>
                          <a:spcPts val="0"/>
                        </a:spcBef>
                        <a:spcAft>
                          <a:spcPts val="0"/>
                        </a:spcAft>
                        <a:buNone/>
                      </a:pPr>
                      <a:r>
                        <a:rPr lang="en-US" sz="1400" u="none" cap="none" strike="noStrike">
                          <a:latin typeface="Verdana"/>
                          <a:ea typeface="Verdana"/>
                          <a:cs typeface="Verdana"/>
                          <a:sym typeface="Verdana"/>
                        </a:rPr>
                        <a:t> </a:t>
                      </a:r>
                      <a:endParaRPr sz="1050" u="none" cap="none" strike="noStrike">
                        <a:latin typeface="Verdana"/>
                        <a:ea typeface="Verdana"/>
                        <a:cs typeface="Verdana"/>
                        <a:sym typeface="Verdana"/>
                      </a:endParaRPr>
                    </a:p>
                  </a:txBody>
                  <a:tcPr marT="0" marB="0" marR="33250" marL="332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400" u="none" cap="none" strike="noStrike">
                          <a:latin typeface="Verdana"/>
                          <a:ea typeface="Verdana"/>
                          <a:cs typeface="Verdana"/>
                          <a:sym typeface="Verdana"/>
                        </a:rPr>
                        <a:t> </a:t>
                      </a:r>
                      <a:endParaRPr sz="1050" u="none" cap="none" strike="noStrike">
                        <a:latin typeface="Verdana"/>
                        <a:ea typeface="Verdana"/>
                        <a:cs typeface="Verdana"/>
                        <a:sym typeface="Verdana"/>
                      </a:endParaRPr>
                    </a:p>
                  </a:txBody>
                  <a:tcPr marT="0" marB="0" marR="33250" marL="332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400" u="none" cap="none" strike="noStrike">
                          <a:latin typeface="Verdana"/>
                          <a:ea typeface="Verdana"/>
                          <a:cs typeface="Verdana"/>
                          <a:sym typeface="Verdana"/>
                        </a:rPr>
                        <a:t> </a:t>
                      </a:r>
                      <a:endParaRPr sz="1050" u="none" cap="none" strike="noStrike">
                        <a:latin typeface="Verdana"/>
                        <a:ea typeface="Verdana"/>
                        <a:cs typeface="Verdana"/>
                        <a:sym typeface="Verdana"/>
                      </a:endParaRPr>
                    </a:p>
                  </a:txBody>
                  <a:tcPr marT="0" marB="0" marR="33250" marL="332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31750">
                <a:tc>
                  <a:txBody>
                    <a:bodyPr/>
                    <a:lstStyle/>
                    <a:p>
                      <a:pPr indent="0" lvl="0" marL="0" marR="0" rtl="0" algn="l">
                        <a:lnSpc>
                          <a:spcPct val="100000"/>
                        </a:lnSpc>
                        <a:spcBef>
                          <a:spcPts val="0"/>
                        </a:spcBef>
                        <a:spcAft>
                          <a:spcPts val="0"/>
                        </a:spcAft>
                        <a:buNone/>
                      </a:pPr>
                      <a:r>
                        <a:rPr lang="en-US" sz="1400" u="none" cap="none" strike="noStrike">
                          <a:latin typeface="Verdana"/>
                          <a:ea typeface="Verdana"/>
                          <a:cs typeface="Verdana"/>
                          <a:sym typeface="Verdana"/>
                        </a:rPr>
                        <a:t> </a:t>
                      </a:r>
                      <a:endParaRPr sz="1050" u="none" cap="none" strike="noStrike">
                        <a:latin typeface="Verdana"/>
                        <a:ea typeface="Verdana"/>
                        <a:cs typeface="Verdana"/>
                        <a:sym typeface="Verdana"/>
                      </a:endParaRPr>
                    </a:p>
                  </a:txBody>
                  <a:tcPr marT="0" marB="0" marR="33250" marL="332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400" u="none" cap="none" strike="noStrike">
                          <a:latin typeface="Verdana"/>
                          <a:ea typeface="Verdana"/>
                          <a:cs typeface="Verdana"/>
                          <a:sym typeface="Verdana"/>
                        </a:rPr>
                        <a:t> </a:t>
                      </a:r>
                      <a:endParaRPr sz="1050" u="none" cap="none" strike="noStrike">
                        <a:latin typeface="Verdana"/>
                        <a:ea typeface="Verdana"/>
                        <a:cs typeface="Verdana"/>
                        <a:sym typeface="Verdana"/>
                      </a:endParaRPr>
                    </a:p>
                  </a:txBody>
                  <a:tcPr marT="0" marB="0" marR="33250" marL="332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400" u="none" cap="none" strike="noStrike">
                          <a:latin typeface="Verdana"/>
                          <a:ea typeface="Verdana"/>
                          <a:cs typeface="Verdana"/>
                          <a:sym typeface="Verdana"/>
                        </a:rPr>
                        <a:t> </a:t>
                      </a:r>
                      <a:endParaRPr sz="1050" u="none" cap="none" strike="noStrike">
                        <a:latin typeface="Verdana"/>
                        <a:ea typeface="Verdana"/>
                        <a:cs typeface="Verdana"/>
                        <a:sym typeface="Verdana"/>
                      </a:endParaRPr>
                    </a:p>
                  </a:txBody>
                  <a:tcPr marT="0" marB="0" marR="33250" marL="332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31750">
                <a:tc>
                  <a:txBody>
                    <a:bodyPr/>
                    <a:lstStyle/>
                    <a:p>
                      <a:pPr indent="0" lvl="0" marL="0" marR="0" rtl="0" algn="l">
                        <a:lnSpc>
                          <a:spcPct val="100000"/>
                        </a:lnSpc>
                        <a:spcBef>
                          <a:spcPts val="0"/>
                        </a:spcBef>
                        <a:spcAft>
                          <a:spcPts val="0"/>
                        </a:spcAft>
                        <a:buNone/>
                      </a:pPr>
                      <a:r>
                        <a:rPr lang="en-US" sz="1400" u="none" cap="none" strike="noStrike">
                          <a:latin typeface="Verdana"/>
                          <a:ea typeface="Verdana"/>
                          <a:cs typeface="Verdana"/>
                          <a:sym typeface="Verdana"/>
                        </a:rPr>
                        <a:t> </a:t>
                      </a:r>
                      <a:endParaRPr sz="1050" u="none" cap="none" strike="noStrike">
                        <a:latin typeface="Verdana"/>
                        <a:ea typeface="Verdana"/>
                        <a:cs typeface="Verdana"/>
                        <a:sym typeface="Verdana"/>
                      </a:endParaRPr>
                    </a:p>
                  </a:txBody>
                  <a:tcPr marT="0" marB="0" marR="33250" marL="332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400" u="none" cap="none" strike="noStrike">
                          <a:latin typeface="Verdana"/>
                          <a:ea typeface="Verdana"/>
                          <a:cs typeface="Verdana"/>
                          <a:sym typeface="Verdana"/>
                        </a:rPr>
                        <a:t> </a:t>
                      </a:r>
                      <a:endParaRPr sz="1050" u="none" cap="none" strike="noStrike">
                        <a:latin typeface="Verdana"/>
                        <a:ea typeface="Verdana"/>
                        <a:cs typeface="Verdana"/>
                        <a:sym typeface="Verdana"/>
                      </a:endParaRPr>
                    </a:p>
                  </a:txBody>
                  <a:tcPr marT="0" marB="0" marR="33250" marL="332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400" u="none" cap="none" strike="noStrike">
                          <a:latin typeface="Verdana"/>
                          <a:ea typeface="Verdana"/>
                          <a:cs typeface="Verdana"/>
                          <a:sym typeface="Verdana"/>
                        </a:rPr>
                        <a:t> </a:t>
                      </a:r>
                      <a:endParaRPr sz="1050" u="none" cap="none" strike="noStrike">
                        <a:latin typeface="Verdana"/>
                        <a:ea typeface="Verdana"/>
                        <a:cs typeface="Verdana"/>
                        <a:sym typeface="Verdana"/>
                      </a:endParaRPr>
                    </a:p>
                  </a:txBody>
                  <a:tcPr marT="0" marB="0" marR="33250" marL="332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31750">
                <a:tc>
                  <a:txBody>
                    <a:bodyPr/>
                    <a:lstStyle/>
                    <a:p>
                      <a:pPr indent="0" lvl="0" marL="0" marR="0" rtl="0" algn="l">
                        <a:lnSpc>
                          <a:spcPct val="100000"/>
                        </a:lnSpc>
                        <a:spcBef>
                          <a:spcPts val="0"/>
                        </a:spcBef>
                        <a:spcAft>
                          <a:spcPts val="0"/>
                        </a:spcAft>
                        <a:buNone/>
                      </a:pPr>
                      <a:r>
                        <a:rPr lang="en-US" sz="1400" u="none" cap="none" strike="noStrike">
                          <a:latin typeface="Verdana"/>
                          <a:ea typeface="Verdana"/>
                          <a:cs typeface="Verdana"/>
                          <a:sym typeface="Verdana"/>
                        </a:rPr>
                        <a:t> </a:t>
                      </a:r>
                      <a:endParaRPr sz="1050" u="none" cap="none" strike="noStrike">
                        <a:latin typeface="Verdana"/>
                        <a:ea typeface="Verdana"/>
                        <a:cs typeface="Verdana"/>
                        <a:sym typeface="Verdana"/>
                      </a:endParaRPr>
                    </a:p>
                  </a:txBody>
                  <a:tcPr marT="0" marB="0" marR="33250" marL="332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400" u="none" cap="none" strike="noStrike">
                          <a:latin typeface="Verdana"/>
                          <a:ea typeface="Verdana"/>
                          <a:cs typeface="Verdana"/>
                          <a:sym typeface="Verdana"/>
                        </a:rPr>
                        <a:t> </a:t>
                      </a:r>
                      <a:endParaRPr sz="1050" u="none" cap="none" strike="noStrike">
                        <a:latin typeface="Verdana"/>
                        <a:ea typeface="Verdana"/>
                        <a:cs typeface="Verdana"/>
                        <a:sym typeface="Verdana"/>
                      </a:endParaRPr>
                    </a:p>
                  </a:txBody>
                  <a:tcPr marT="0" marB="0" marR="33250" marL="332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400" u="none" cap="none" strike="noStrike">
                          <a:latin typeface="Verdana"/>
                          <a:ea typeface="Verdana"/>
                          <a:cs typeface="Verdana"/>
                          <a:sym typeface="Verdana"/>
                        </a:rPr>
                        <a:t> </a:t>
                      </a:r>
                      <a:endParaRPr sz="1050" u="none" cap="none" strike="noStrike">
                        <a:latin typeface="Verdana"/>
                        <a:ea typeface="Verdana"/>
                        <a:cs typeface="Verdana"/>
                        <a:sym typeface="Verdana"/>
                      </a:endParaRPr>
                    </a:p>
                  </a:txBody>
                  <a:tcPr marT="0" marB="0" marR="33250" marL="332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31750">
                <a:tc>
                  <a:txBody>
                    <a:bodyPr/>
                    <a:lstStyle/>
                    <a:p>
                      <a:pPr indent="0" lvl="0" marL="0" marR="0" rtl="0" algn="l">
                        <a:lnSpc>
                          <a:spcPct val="100000"/>
                        </a:lnSpc>
                        <a:spcBef>
                          <a:spcPts val="0"/>
                        </a:spcBef>
                        <a:spcAft>
                          <a:spcPts val="0"/>
                        </a:spcAft>
                        <a:buNone/>
                      </a:pPr>
                      <a:r>
                        <a:rPr lang="en-US" sz="1400" u="none" cap="none" strike="noStrike">
                          <a:latin typeface="Verdana"/>
                          <a:ea typeface="Verdana"/>
                          <a:cs typeface="Verdana"/>
                          <a:sym typeface="Verdana"/>
                        </a:rPr>
                        <a:t> </a:t>
                      </a:r>
                      <a:endParaRPr sz="1050" u="none" cap="none" strike="noStrike">
                        <a:latin typeface="Verdana"/>
                        <a:ea typeface="Verdana"/>
                        <a:cs typeface="Verdana"/>
                        <a:sym typeface="Verdana"/>
                      </a:endParaRPr>
                    </a:p>
                  </a:txBody>
                  <a:tcPr marT="0" marB="0" marR="33250" marL="332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400" u="none" cap="none" strike="noStrike">
                          <a:latin typeface="Verdana"/>
                          <a:ea typeface="Verdana"/>
                          <a:cs typeface="Verdana"/>
                          <a:sym typeface="Verdana"/>
                        </a:rPr>
                        <a:t> </a:t>
                      </a:r>
                      <a:endParaRPr sz="1050" u="none" cap="none" strike="noStrike">
                        <a:latin typeface="Verdana"/>
                        <a:ea typeface="Verdana"/>
                        <a:cs typeface="Verdana"/>
                        <a:sym typeface="Verdana"/>
                      </a:endParaRPr>
                    </a:p>
                  </a:txBody>
                  <a:tcPr marT="0" marB="0" marR="33250" marL="332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400" u="none" cap="none" strike="noStrike">
                          <a:latin typeface="Verdana"/>
                          <a:ea typeface="Verdana"/>
                          <a:cs typeface="Verdana"/>
                          <a:sym typeface="Verdana"/>
                        </a:rPr>
                        <a:t> </a:t>
                      </a:r>
                      <a:endParaRPr sz="1050" u="none" cap="none" strike="noStrike">
                        <a:latin typeface="Verdana"/>
                        <a:ea typeface="Verdana"/>
                        <a:cs typeface="Verdana"/>
                        <a:sym typeface="Verdana"/>
                      </a:endParaRPr>
                    </a:p>
                  </a:txBody>
                  <a:tcPr marT="0" marB="0" marR="33250" marL="332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44"/>
          <p:cNvSpPr/>
          <p:nvPr/>
        </p:nvSpPr>
        <p:spPr>
          <a:xfrm>
            <a:off x="0" y="0"/>
            <a:ext cx="2731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84" name="Google Shape;384;p44"/>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385" name="Google Shape;385;p44"/>
          <p:cNvSpPr txBox="1"/>
          <p:nvPr>
            <p:ph idx="4294967295" type="title"/>
          </p:nvPr>
        </p:nvSpPr>
        <p:spPr>
          <a:xfrm>
            <a:off x="4087368" y="2770632"/>
            <a:ext cx="4396930" cy="13257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4800"/>
              <a:buNone/>
            </a:pPr>
            <a:r>
              <a:rPr b="1" lang="en-US" sz="4400">
                <a:solidFill>
                  <a:srgbClr val="E24E5F"/>
                </a:solidFill>
                <a:latin typeface="Verdana"/>
                <a:ea typeface="Verdana"/>
                <a:cs typeface="Verdana"/>
                <a:sym typeface="Verdana"/>
              </a:rPr>
              <a:t>Your Turn</a:t>
            </a:r>
            <a:endParaRPr b="1" sz="4000">
              <a:solidFill>
                <a:srgbClr val="E24E5F"/>
              </a:solidFill>
              <a:latin typeface="Verdana"/>
              <a:ea typeface="Verdana"/>
              <a:cs typeface="Verdana"/>
              <a:sym typeface="Verdana"/>
            </a:endParaRPr>
          </a:p>
        </p:txBody>
      </p:sp>
      <p:sp>
        <p:nvSpPr>
          <p:cNvPr id="386" name="Google Shape;386;p44"/>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345</a:t>
            </a:r>
            <a:endParaRPr b="0" i="1" sz="1400" u="none" cap="none" strike="noStrike">
              <a:solidFill>
                <a:srgbClr val="000000"/>
              </a:solidFill>
              <a:latin typeface="Calibri"/>
              <a:ea typeface="Calibri"/>
              <a:cs typeface="Calibri"/>
              <a:sym typeface="Calibri"/>
            </a:endParaRPr>
          </a:p>
        </p:txBody>
      </p:sp>
      <p:pic>
        <p:nvPicPr>
          <p:cNvPr descr="Icon&#10;&#10;Description automatically generated" id="387" name="Google Shape;387;p44"/>
          <p:cNvPicPr preferRelativeResize="0"/>
          <p:nvPr/>
        </p:nvPicPr>
        <p:blipFill rotWithShape="1">
          <a:blip r:embed="rId4">
            <a:alphaModFix/>
          </a:blip>
          <a:srcRect b="0" l="0" r="0" t="0"/>
          <a:stretch/>
        </p:blipFill>
        <p:spPr>
          <a:xfrm>
            <a:off x="3054096" y="2770632"/>
            <a:ext cx="1156228" cy="1156228"/>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5"/>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94" name="Google Shape;394;p45"/>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395" name="Google Shape;395;p45"/>
          <p:cNvSpPr txBox="1"/>
          <p:nvPr/>
        </p:nvSpPr>
        <p:spPr>
          <a:xfrm>
            <a:off x="1143000" y="-91440"/>
            <a:ext cx="8019300" cy="13257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5400"/>
              <a:buFont typeface="Century Gothic"/>
              <a:buNone/>
            </a:pPr>
            <a:r>
              <a:rPr b="1" i="0" lang="en-US" sz="3600" u="none" cap="none" strike="noStrike">
                <a:solidFill>
                  <a:srgbClr val="E24E5F"/>
                </a:solidFill>
                <a:latin typeface="Verdana"/>
                <a:ea typeface="Verdana"/>
                <a:cs typeface="Verdana"/>
                <a:sym typeface="Verdana"/>
              </a:rPr>
              <a:t>12.11.5 Your Turn!</a:t>
            </a:r>
            <a:endParaRPr/>
          </a:p>
        </p:txBody>
      </p:sp>
      <p:sp>
        <p:nvSpPr>
          <p:cNvPr id="396" name="Google Shape;396;p45"/>
          <p:cNvSpPr/>
          <p:nvPr/>
        </p:nvSpPr>
        <p:spPr>
          <a:xfrm>
            <a:off x="914400" y="1344168"/>
            <a:ext cx="10515600" cy="1569660"/>
          </a:xfrm>
          <a:prstGeom prst="rect">
            <a:avLst/>
          </a:prstGeom>
          <a:blipFill rotWithShape="1">
            <a:blip r:embed="rId4">
              <a:alphaModFix/>
            </a:blip>
            <a:stretch>
              <a:fillRect b="-8062" l="-963" r="-1807" t="-403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
        <p:nvSpPr>
          <p:cNvPr id="397" name="Google Shape;397;p45"/>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345</a:t>
            </a:r>
            <a:endParaRPr b="0" i="1" sz="1400" u="none" cap="none" strike="noStrike">
              <a:solidFill>
                <a:srgbClr val="000000"/>
              </a:solidFill>
              <a:latin typeface="Calibri"/>
              <a:ea typeface="Calibri"/>
              <a:cs typeface="Calibri"/>
              <a:sym typeface="Calibri"/>
            </a:endParaRPr>
          </a:p>
        </p:txBody>
      </p:sp>
      <p:pic>
        <p:nvPicPr>
          <p:cNvPr descr="Icon&#10;&#10;Description automatically generated" id="398" name="Google Shape;398;p45"/>
          <p:cNvPicPr preferRelativeResize="0"/>
          <p:nvPr/>
        </p:nvPicPr>
        <p:blipFill rotWithShape="1">
          <a:blip r:embed="rId5">
            <a:alphaModFix/>
          </a:blip>
          <a:srcRect b="0" l="0" r="0" t="0"/>
          <a:stretch/>
        </p:blipFill>
        <p:spPr>
          <a:xfrm>
            <a:off x="356616" y="201168"/>
            <a:ext cx="752254" cy="75225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46"/>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405" name="Google Shape;405;p46"/>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406" name="Google Shape;406;p46"/>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345</a:t>
            </a:r>
            <a:endParaRPr b="0" i="1" sz="1400" u="none" cap="none" strike="noStrike">
              <a:solidFill>
                <a:srgbClr val="000000"/>
              </a:solidFill>
              <a:latin typeface="Calibri"/>
              <a:ea typeface="Calibri"/>
              <a:cs typeface="Calibri"/>
              <a:sym typeface="Calibri"/>
            </a:endParaRPr>
          </a:p>
        </p:txBody>
      </p:sp>
      <p:sp>
        <p:nvSpPr>
          <p:cNvPr id="407" name="Google Shape;407;p46"/>
          <p:cNvSpPr/>
          <p:nvPr/>
        </p:nvSpPr>
        <p:spPr>
          <a:xfrm>
            <a:off x="914400" y="469042"/>
            <a:ext cx="10515600" cy="4094839"/>
          </a:xfrm>
          <a:prstGeom prst="rect">
            <a:avLst/>
          </a:prstGeom>
          <a:blipFill rotWithShape="1">
            <a:blip r:embed="rId4">
              <a:alphaModFix/>
            </a:blip>
            <a:stretch>
              <a:fillRect b="0" l="-964" r="0" t="-30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7"/>
          <p:cNvSpPr/>
          <p:nvPr/>
        </p:nvSpPr>
        <p:spPr>
          <a:xfrm>
            <a:off x="0" y="0"/>
            <a:ext cx="2731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414" name="Google Shape;414;p47"/>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415" name="Google Shape;415;p47"/>
          <p:cNvSpPr txBox="1"/>
          <p:nvPr>
            <p:ph idx="4294967295" type="title"/>
          </p:nvPr>
        </p:nvSpPr>
        <p:spPr>
          <a:xfrm>
            <a:off x="4087368" y="2770632"/>
            <a:ext cx="448075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800"/>
              <a:buNone/>
            </a:pPr>
            <a:r>
              <a:rPr b="1" lang="en-US" sz="5500">
                <a:solidFill>
                  <a:srgbClr val="3F2A67"/>
                </a:solidFill>
                <a:latin typeface="Verdana"/>
                <a:ea typeface="Verdana"/>
                <a:cs typeface="Verdana"/>
                <a:sym typeface="Verdana"/>
              </a:rPr>
              <a:t>Wrap-Up</a:t>
            </a:r>
            <a:endParaRPr b="1" sz="5100">
              <a:solidFill>
                <a:srgbClr val="3F2A67"/>
              </a:solidFill>
              <a:latin typeface="Verdana"/>
              <a:ea typeface="Verdana"/>
              <a:cs typeface="Verdana"/>
              <a:sym typeface="Verdana"/>
            </a:endParaRPr>
          </a:p>
        </p:txBody>
      </p:sp>
      <p:pic>
        <p:nvPicPr>
          <p:cNvPr id="416" name="Google Shape;416;p47"/>
          <p:cNvPicPr preferRelativeResize="0"/>
          <p:nvPr/>
        </p:nvPicPr>
        <p:blipFill rotWithShape="1">
          <a:blip r:embed="rId4">
            <a:alphaModFix/>
          </a:blip>
          <a:srcRect b="0" l="0" r="0" t="0"/>
          <a:stretch/>
        </p:blipFill>
        <p:spPr>
          <a:xfrm>
            <a:off x="3054096" y="2770632"/>
            <a:ext cx="1008299" cy="1016513"/>
          </a:xfrm>
          <a:prstGeom prst="rect">
            <a:avLst/>
          </a:prstGeom>
          <a:noFill/>
          <a:ln>
            <a:noFill/>
          </a:ln>
          <a:effectLst>
            <a:outerShdw blurRad="50800" rotWithShape="0" algn="tl" dir="2700000" dist="38100">
              <a:srgbClr val="000000">
                <a:alpha val="40000"/>
              </a:srgbClr>
            </a:outerShdw>
          </a:effectLst>
        </p:spPr>
      </p:pic>
      <p:sp>
        <p:nvSpPr>
          <p:cNvPr id="417" name="Google Shape;417;p47"/>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345</a:t>
            </a:r>
            <a:endParaRPr b="0" i="1" sz="1400" u="none" cap="none" strike="noStrike">
              <a:solidFill>
                <a:srgbClr val="000000"/>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8"/>
          <p:cNvSpPr/>
          <p:nvPr/>
        </p:nvSpPr>
        <p:spPr>
          <a:xfrm>
            <a:off x="0" y="0"/>
            <a:ext cx="223200" cy="6866100"/>
          </a:xfrm>
          <a:prstGeom prst="rect">
            <a:avLst/>
          </a:prstGeom>
          <a:solidFill>
            <a:srgbClr val="8B2D77"/>
          </a:solidFill>
          <a:ln cap="flat" cmpd="sng" w="9525">
            <a:solidFill>
              <a:srgbClr val="8B2D77"/>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424" name="Google Shape;424;p48"/>
          <p:cNvPicPr preferRelativeResize="0"/>
          <p:nvPr/>
        </p:nvPicPr>
        <p:blipFill rotWithShape="1">
          <a:blip r:embed="rId3">
            <a:alphaModFix/>
          </a:blip>
          <a:srcRect b="0" l="0" r="0" t="0"/>
          <a:stretch/>
        </p:blipFill>
        <p:spPr>
          <a:xfrm>
            <a:off x="11530584" y="6200600"/>
            <a:ext cx="563850" cy="657276"/>
          </a:xfrm>
          <a:prstGeom prst="rect">
            <a:avLst/>
          </a:prstGeom>
          <a:noFill/>
          <a:ln>
            <a:noFill/>
          </a:ln>
          <a:effectLst>
            <a:outerShdw blurRad="57150" rotWithShape="0" algn="bl" dir="5400000" dist="19050">
              <a:srgbClr val="000000">
                <a:alpha val="49803"/>
              </a:srgbClr>
            </a:outerShdw>
          </a:effectLst>
        </p:spPr>
      </p:pic>
      <p:sp>
        <p:nvSpPr>
          <p:cNvPr id="425" name="Google Shape;425;p48"/>
          <p:cNvSpPr txBox="1"/>
          <p:nvPr/>
        </p:nvSpPr>
        <p:spPr>
          <a:xfrm>
            <a:off x="1143000" y="-185441"/>
            <a:ext cx="8019300" cy="13257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5400"/>
              <a:buFont typeface="Century Gothic"/>
              <a:buNone/>
            </a:pPr>
            <a:r>
              <a:rPr b="1" i="0" lang="en-US" sz="2800" u="none" cap="none" strike="noStrike">
                <a:solidFill>
                  <a:srgbClr val="3F2A67"/>
                </a:solidFill>
                <a:latin typeface="Verdana"/>
                <a:ea typeface="Verdana"/>
                <a:cs typeface="Verdana"/>
                <a:sym typeface="Verdana"/>
              </a:rPr>
              <a:t>12.11.6 Wrap-Up: Ticket Out the Door</a:t>
            </a:r>
            <a:endParaRPr/>
          </a:p>
        </p:txBody>
      </p:sp>
      <p:pic>
        <p:nvPicPr>
          <p:cNvPr id="426" name="Google Shape;426;p48"/>
          <p:cNvPicPr preferRelativeResize="0"/>
          <p:nvPr/>
        </p:nvPicPr>
        <p:blipFill rotWithShape="1">
          <a:blip r:embed="rId4">
            <a:alphaModFix/>
          </a:blip>
          <a:srcRect b="0" l="0" r="0" t="0"/>
          <a:stretch/>
        </p:blipFill>
        <p:spPr>
          <a:xfrm>
            <a:off x="356616" y="201168"/>
            <a:ext cx="747300" cy="747300"/>
          </a:xfrm>
          <a:prstGeom prst="rect">
            <a:avLst/>
          </a:prstGeom>
          <a:noFill/>
          <a:ln>
            <a:noFill/>
          </a:ln>
          <a:effectLst>
            <a:outerShdw blurRad="50800" rotWithShape="0" algn="tl" dir="2700000" dist="38100">
              <a:srgbClr val="000000">
                <a:alpha val="40000"/>
              </a:srgbClr>
            </a:outerShdw>
          </a:effectLst>
        </p:spPr>
      </p:pic>
      <p:sp>
        <p:nvSpPr>
          <p:cNvPr id="427" name="Google Shape;427;p48"/>
          <p:cNvSpPr/>
          <p:nvPr/>
        </p:nvSpPr>
        <p:spPr>
          <a:xfrm>
            <a:off x="914400" y="1309477"/>
            <a:ext cx="10515600" cy="1938992"/>
          </a:xfrm>
          <a:prstGeom prst="rect">
            <a:avLst/>
          </a:prstGeom>
          <a:blipFill rotWithShape="1">
            <a:blip r:embed="rId5">
              <a:alphaModFix/>
            </a:blip>
            <a:stretch>
              <a:fillRect b="0" l="-963" r="-1807" t="-261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
        <p:nvSpPr>
          <p:cNvPr id="428" name="Google Shape;428;p48"/>
          <p:cNvSpPr txBox="1"/>
          <p:nvPr/>
        </p:nvSpPr>
        <p:spPr>
          <a:xfrm>
            <a:off x="8897112" y="6457675"/>
            <a:ext cx="2634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volume 2, pg. 345</a:t>
            </a:r>
            <a:endParaRPr b="0" i="1" sz="14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