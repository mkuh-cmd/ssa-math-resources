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32" r:id="rId8"/>
    <p:sldId id="333" r:id="rId9"/>
    <p:sldId id="334" r:id="rId10"/>
    <p:sldId id="343" r:id="rId11"/>
    <p:sldId id="344" r:id="rId12"/>
    <p:sldId id="335" r:id="rId13"/>
    <p:sldId id="336" r:id="rId14"/>
    <p:sldId id="339" r:id="rId15"/>
    <p:sldId id="340" r:id="rId16"/>
    <p:sldId id="341" r:id="rId17"/>
    <p:sldId id="342" r:id="rId18"/>
    <p:sldId id="345" r:id="rId19"/>
    <p:sldId id="346" r:id="rId20"/>
    <p:sldId id="347" r:id="rId21"/>
    <p:sldId id="348" r:id="rId22"/>
    <p:sldId id="302" r:id="rId23"/>
    <p:sldId id="303" r:id="rId24"/>
    <p:sldId id="306" r:id="rId25"/>
    <p:sldId id="307" r:id="rId26"/>
    <p:sldId id="310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9A3D"/>
    <a:srgbClr val="E3EED5"/>
    <a:srgbClr val="B399C8"/>
    <a:srgbClr val="1F3165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/>
    <p:restoredTop sz="94719"/>
  </p:normalViewPr>
  <p:slideViewPr>
    <p:cSldViewPr snapToGrid="0">
      <p:cViewPr varScale="1">
        <p:scale>
          <a:sx n="53" d="100"/>
          <a:sy n="53" d="100"/>
        </p:scale>
        <p:origin x="102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22772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4685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0543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34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845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6140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2210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5916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1871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4322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26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056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351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8681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7928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54107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What Values Make an Equation or Inequality True?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266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69503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067079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MA.6.AR.2.1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Given an equation or inequality and a specified set of integer values, determine which values make the equation or inequality true or false.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107771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266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09833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2314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266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07865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determine if a given integer value makes an equation or inequality true.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35469" y="2705953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60326"/>
            <a:ext cx="105980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11.6.1 Warm-Up: Day at Work – Film Composer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6" y="1386026"/>
            <a:ext cx="1096016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Shohan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Cagle is a film composer. He writes music for commercials and soundtracks for TV shows and movies.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did you notice about what he does to write a soundtrack? 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Shohan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said that most people say they don’t normally hear the soundtrack. Name a TV show or a movie whose soundtrack you remember.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Shohan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mentioned that one of his challenges is a short deadline. He said that his strategy to get his work done is “to sit and focus and get in the right mindset”. How can you use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Shohan’s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strategy?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82889" y="2766150"/>
            <a:ext cx="779407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267</a:t>
            </a:r>
          </a:p>
        </p:txBody>
      </p:sp>
    </p:spTree>
    <p:extLst>
      <p:ext uri="{BB962C8B-B14F-4D97-AF65-F5344CB8AC3E}">
        <p14:creationId xmlns:p14="http://schemas.microsoft.com/office/powerpoint/2010/main" val="2133228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3915" y="0"/>
            <a:ext cx="1089903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11.6.2 Guided Instruction: Determining Values That Make an Equation True or False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30266" y="4283097"/>
                <a:ext cx="112726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4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+5=8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−23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are the two expressions?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4283097"/>
                <a:ext cx="11272680" cy="400110"/>
              </a:xfrm>
              <a:prstGeom prst="rect">
                <a:avLst/>
              </a:prstGeom>
              <a:blipFill>
                <a:blip r:embed="rId5"/>
                <a:stretch>
                  <a:fillRect l="-562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4"/>
          <p:cNvSpPr txBox="1"/>
          <p:nvPr/>
        </p:nvSpPr>
        <p:spPr>
          <a:xfrm>
            <a:off x="2781300" y="1838052"/>
            <a:ext cx="6629400" cy="1887608"/>
          </a:xfrm>
          <a:prstGeom prst="roundRect">
            <a:avLst/>
          </a:prstGeom>
          <a:solidFill>
            <a:srgbClr val="E3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	An </a:t>
            </a:r>
            <a:r>
              <a:rPr lang="en-US" sz="2000" b="1" i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equation </a:t>
            </a:r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is a mathematical relation 	statement where two equivalent 	expressions and values are separated by 	an equal sign. </a:t>
            </a:r>
            <a:endParaRPr lang="en-US" sz="2000" i="1" dirty="0">
              <a:solidFill>
                <a:srgbClr val="6B9A3D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7895" y="2251504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354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74021" y="381344"/>
                <a:ext cx="114363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guess a value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then substitute it into both expressions. A high and a low guess have been provided for you in the table.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21" y="381344"/>
                <a:ext cx="11436327" cy="707886"/>
              </a:xfrm>
              <a:prstGeom prst="rect">
                <a:avLst/>
              </a:prstGeom>
              <a:blipFill>
                <a:blip r:embed="rId4"/>
                <a:stretch>
                  <a:fillRect l="-555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083687"/>
                  </p:ext>
                </p:extLst>
              </p:nvPr>
            </p:nvGraphicFramePr>
            <p:xfrm>
              <a:off x="2306320" y="1753613"/>
              <a:ext cx="7579359" cy="403967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6771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0924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32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5915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294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Are the expressions equal?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102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4(</m:t>
                              </m:r>
                              <m:sPre>
                                <m:sPre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3</m:t>
                                  </m:r>
                                </m:e>
                              </m:sPre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)+5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7</m:t>
                                  </m:r>
                                </m:e>
                              </m:sPre>
                            </m:oMath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8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sPre>
                                      <m:sPre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PrePr>
                                      <m:sub/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 charset="0"/>
                                            <a:cs typeface="Verdana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e>
                                    </m:sPre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−23=−47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4(14)+5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61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8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14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−23=89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102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083687"/>
                  </p:ext>
                </p:extLst>
              </p:nvPr>
            </p:nvGraphicFramePr>
            <p:xfrm>
              <a:off x="2306320" y="1753613"/>
              <a:ext cx="7579359" cy="40685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6771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20924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3432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95915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9784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8750" r="-610857" b="-3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8209" t="-8750" r="-194490" b="-3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40104" t="-8750" r="-83854" b="-3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Are the expressions equal?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10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35135" r="-610857" b="-586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8209" t="-235135" r="-194490" b="-586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40104" t="-235135" r="-83854" b="-586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44444" r="-610857" b="-5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8209" t="-344444" r="-194490" b="-5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40104" t="-344444" r="-83854" b="-5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5102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4376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7136" marR="5713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321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08745" y="362542"/>
                <a:ext cx="1152892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For an equation to be </a:t>
                </a:r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true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both sides of the equation must have the same value. For example, the equation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78−56=2∙11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true because both expressions,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78−56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2∙11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are equal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22.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45" y="362542"/>
                <a:ext cx="11528925" cy="1015663"/>
              </a:xfrm>
              <a:prstGeom prst="rect">
                <a:avLst/>
              </a:prstGeom>
              <a:blipFill>
                <a:blip r:embed="rId4"/>
                <a:stretch>
                  <a:fillRect l="-440"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08744" y="4077646"/>
                <a:ext cx="10799721" cy="3956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Based on your guesses, what is the solution to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4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+5=8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−23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44" y="4077646"/>
                <a:ext cx="10799721" cy="395621"/>
              </a:xfrm>
              <a:prstGeom prst="rect">
                <a:avLst/>
              </a:prstGeom>
              <a:blipFill>
                <a:blip r:embed="rId6"/>
                <a:stretch>
                  <a:fillRect l="-469" t="-1250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16E5A99-2AB8-D565-4CF9-C883DD097C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933" y="1634237"/>
            <a:ext cx="8276872" cy="172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96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327425" y="330566"/>
                <a:ext cx="1144402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substitution to determine if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2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+4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+7=19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true for each value. 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solution to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2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+4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+7=19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____ because when this value is substituted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 equation is ________.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5" y="330566"/>
                <a:ext cx="11444027" cy="5632311"/>
              </a:xfrm>
              <a:prstGeom prst="rect">
                <a:avLst/>
              </a:prstGeom>
              <a:blipFill>
                <a:blip r:embed="rId4"/>
                <a:stretch>
                  <a:fillRect l="-554" t="-449" b="-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194015"/>
                  </p:ext>
                </p:extLst>
              </p:nvPr>
            </p:nvGraphicFramePr>
            <p:xfrm>
              <a:off x="2256760" y="895123"/>
              <a:ext cx="7585355" cy="40066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23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672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157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204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𝟐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𝒙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𝟒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𝒙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𝟕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𝟏𝟗</m:t>
                              </m:r>
                            </m:oMath>
                          </a14:m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Is the equation true? 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194015"/>
                  </p:ext>
                </p:extLst>
              </p:nvPr>
            </p:nvGraphicFramePr>
            <p:xfrm>
              <a:off x="2256760" y="895123"/>
              <a:ext cx="7585355" cy="40355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233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6729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91573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43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918" r="-654545" b="-4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7454" t="-4918" r="-79700" b="-4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Is the equation true? 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71111" r="-6545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71111" r="-65454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71111" r="-6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194" marR="4519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3439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340800" y="2766150"/>
            <a:ext cx="833805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268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76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142127"/>
            <a:ext cx="10080201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11.6.3 Guided Practice: Determining Which Values Make an Equation True or False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268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383088"/>
                <a:ext cx="11178829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From the specified set of integers, determine which, if any, make the equation true. Show your work.   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18+7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w</m:t>
                    </m:r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=10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w</m:t>
                    </m:r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−9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−9,  −2,  4,  9,  11</m:t>
                        </m:r>
                      </m:e>
                    </m:d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−2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3−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p</m:t>
                        </m:r>
                      </m:e>
                    </m:d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=4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p</m:t>
                    </m:r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+10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−8, −3, 0, 10</m:t>
                        </m:r>
                      </m:e>
                    </m:d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383088"/>
                <a:ext cx="11178829" cy="2554545"/>
              </a:xfrm>
              <a:prstGeom prst="rect">
                <a:avLst/>
              </a:prstGeom>
              <a:blipFill>
                <a:blip r:embed="rId5"/>
                <a:stretch>
                  <a:fillRect l="-568" t="-985" b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02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16989" y="2766150"/>
            <a:ext cx="731879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269</a:t>
            </a:r>
          </a:p>
        </p:txBody>
      </p:sp>
    </p:spTree>
    <p:extLst>
      <p:ext uri="{BB962C8B-B14F-4D97-AF65-F5344CB8AC3E}">
        <p14:creationId xmlns:p14="http://schemas.microsoft.com/office/powerpoint/2010/main" val="1292280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105980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11.6.4 Guided Instruction: Determining Values That Make an Inequality True or False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07D06-8FD8-E0B4-08EA-0EBDEA7B7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9926" y="1325700"/>
            <a:ext cx="7415703" cy="333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39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85597" y="288745"/>
                <a:ext cx="112511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substitution to evaluate the mathematical statement. Then determine if each inequality is true for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97" y="288745"/>
                <a:ext cx="11251132" cy="707886"/>
              </a:xfrm>
              <a:prstGeom prst="rect">
                <a:avLst/>
              </a:prstGeom>
              <a:blipFill>
                <a:blip r:embed="rId4"/>
                <a:stretch>
                  <a:fillRect l="-564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0463919"/>
                  </p:ext>
                </p:extLst>
              </p:nvPr>
            </p:nvGraphicFramePr>
            <p:xfrm>
              <a:off x="2602300" y="1422947"/>
              <a:ext cx="6987399" cy="43513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351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59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594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80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878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Strict Inequality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𝟗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&lt;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Inequality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𝟗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≤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Which inequality is true?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0463919"/>
                  </p:ext>
                </p:extLst>
              </p:nvPr>
            </p:nvGraphicFramePr>
            <p:xfrm>
              <a:off x="2602300" y="1422947"/>
              <a:ext cx="6987399" cy="43513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3510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03594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03594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680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10878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3" t="-2235" r="-465025" b="-2994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1261" t="-2235" r="-183483" b="-2994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60778" t="-2235" r="-82934" b="-2994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Which inequality is true?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3" t="-102809" r="-465025" b="-2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3" t="-201676" r="-4650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3" t="-303371" r="-465025" b="-5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6240" marR="5624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74024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269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5650" y="642890"/>
            <a:ext cx="1714500" cy="101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85597" y="288745"/>
                <a:ext cx="1125113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Answer the following.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&lt;5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means any number that is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than 5 will make the inequality true.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List four numbers that are not integers that make the inequality true.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97" y="288745"/>
                <a:ext cx="11251132" cy="2554545"/>
              </a:xfrm>
              <a:prstGeom prst="rect">
                <a:avLst/>
              </a:prstGeom>
              <a:blipFill rotWithShape="1">
                <a:blip r:embed="rId5"/>
                <a:stretch>
                  <a:fillRect l="-596" t="-143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950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9B47F-5BE4-682D-0FCA-63479D541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67" y="383004"/>
            <a:ext cx="9489170" cy="60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85597" y="288745"/>
                <a:ext cx="112511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substitution to determine if the inequality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16≥7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true for each value specified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97" y="288745"/>
                <a:ext cx="11251132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596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270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535832"/>
                  </p:ext>
                </p:extLst>
              </p:nvPr>
            </p:nvGraphicFramePr>
            <p:xfrm>
              <a:off x="2197214" y="1341354"/>
              <a:ext cx="7607975" cy="454881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495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21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6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8631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𝒎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𝟏𝟔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≥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𝟕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𝒎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Is the inequality true?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08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16≥7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−2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16≥−14−5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16 ≥−19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9284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499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213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535832"/>
                  </p:ext>
                </p:extLst>
              </p:nvPr>
            </p:nvGraphicFramePr>
            <p:xfrm>
              <a:off x="2197214" y="1341354"/>
              <a:ext cx="7607975" cy="457770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4956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921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53648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43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918" r="-560847" b="-51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9393" t="-4918" r="-64852" b="-51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Is the inequality true?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698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72727" r="-560847" b="-257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9393" t="-72727" r="-64852" b="-257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992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87654" r="-560847" b="-17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849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32857" r="-560847" b="-10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9213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01325" r="-56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67" marR="456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83082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270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85597" y="288745"/>
                <a:ext cx="11251132" cy="5432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Answer the following.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integer(s) from the specified set that make the inequality </a:t>
                </a:r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true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Show your work.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algn="ctr"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+3+5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 ≥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  <m:t>8</m:t>
                        </m:r>
                      </m:e>
                    </m:sPre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{−12, −5, 5, 16}</m:t>
                    </m:r>
                  </m:oMath>
                </a14:m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lnSpc>
                    <a:spcPct val="107000"/>
                  </a:lnSpc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Diego substituted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16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+3+5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 ≥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  <m:t>8</m:t>
                        </m:r>
                      </m:e>
                    </m:sPre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he stopped after writing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−16+3+5(16)≥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  <m:t>8</m:t>
                        </m:r>
                      </m:e>
                    </m:sPre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(16)−7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because he said he knew it was true. When his teacher asked him how he knew, he said it was because the left side would be a positive number and the right side would be a negative number.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discuss how Diego knew the left side of the inequality would be a positive number and the right side of the inequality would be a negative number.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97" y="288745"/>
                <a:ext cx="11251132" cy="5432256"/>
              </a:xfrm>
              <a:prstGeom prst="rect">
                <a:avLst/>
              </a:prstGeom>
              <a:blipFill rotWithShape="1">
                <a:blip r:embed="rId4"/>
                <a:stretch>
                  <a:fillRect l="-596" t="-673" r="-867" b="-1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03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85597" y="288745"/>
                <a:ext cx="1125113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which values from the specified set make the inequality </a:t>
                </a:r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false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Show your work.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algn="ctr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12&lt;2(13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−1)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{−14, 0, 1, 9}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algn="ctr"/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values from the specified set that make the inequality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12&lt;2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13</m:t>
                        </m:r>
                        <m: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1</m:t>
                        </m:r>
                      </m:e>
                    </m:d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false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________________. 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	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97" y="288745"/>
                <a:ext cx="11251132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596" t="-1626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271</a:t>
            </a:r>
          </a:p>
        </p:txBody>
      </p:sp>
    </p:spTree>
    <p:extLst>
      <p:ext uri="{BB962C8B-B14F-4D97-AF65-F5344CB8AC3E}">
        <p14:creationId xmlns:p14="http://schemas.microsoft.com/office/powerpoint/2010/main" val="1566739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76536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271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7332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11.6.5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271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421777"/>
                <a:ext cx="1050875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substitution to determine if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86 ≥17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−8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−23</m:t>
                    </m:r>
                  </m:oMath>
                </a14:m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true or false for each integer value specified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21777"/>
                <a:ext cx="10508752" cy="707886"/>
              </a:xfrm>
              <a:prstGeom prst="rect">
                <a:avLst/>
              </a:prstGeom>
              <a:blipFill>
                <a:blip r:embed="rId5"/>
                <a:stretch>
                  <a:fillRect l="-603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492923"/>
                  </p:ext>
                </p:extLst>
              </p:nvPr>
            </p:nvGraphicFramePr>
            <p:xfrm>
              <a:off x="2147080" y="2475366"/>
              <a:ext cx="7897839" cy="34709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925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18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3335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590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𝟖𝟔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 ≥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𝟏𝟕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𝒂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𝒂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True or False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492923"/>
                  </p:ext>
                </p:extLst>
              </p:nvPr>
            </p:nvGraphicFramePr>
            <p:xfrm>
              <a:off x="2147080" y="2475366"/>
              <a:ext cx="7897839" cy="34709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925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47188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63335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8824" r="-340816" b="-73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51579" t="-8824" r="-75789" b="-73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True or False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73267" r="-340816" b="-397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75000" r="-340816" b="-3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75000" r="-340816" b="-2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375000" r="-340816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610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475000" r="-340816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4158" marR="3415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272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15341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272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8438" y="279372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11.6.6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324346"/>
            <a:ext cx="108212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2" indent="-457200">
              <a:buFont typeface="+mj-lt"/>
              <a:buAutoNum type="arabicPeriod"/>
            </a:pPr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One question I still have after today’s lesson is …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_______________________________________________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_______________________________________________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lvl="2" indent="-457200">
              <a:buFont typeface="+mj-lt"/>
              <a:buAutoNum type="arabicPeriod" startAt="2"/>
            </a:pPr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Today I am still unsure about …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_______________________________________________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_______________________________________________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272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623607" y="451904"/>
            <a:ext cx="107080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To fill in this gap I intend to …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_______________________________________________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_______________________________________________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GB" sz="2000" dirty="0">
                <a:latin typeface="Verdana" charset="0"/>
                <a:ea typeface="Verdana" charset="0"/>
                <a:cs typeface="Verdana" charset="0"/>
              </a:rPr>
              <a:t>______________________________________________.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3F81AA8-FEF4-764B-82DA-63A70D49349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1244</Words>
  <Application>Microsoft Office PowerPoint</Application>
  <PresentationFormat>Widescreen</PresentationFormat>
  <Paragraphs>252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Math  Unit 11, Lesson 6  What Values Make an Equation or Inequality True?  Volume 2, pg. 266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36</cp:revision>
  <dcterms:created xsi:type="dcterms:W3CDTF">2015-03-17T18:51:18Z</dcterms:created>
  <dcterms:modified xsi:type="dcterms:W3CDTF">2022-07-09T20:23:26Z</dcterms:modified>
</cp:coreProperties>
</file>