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embeddedFontLst>
    <p:embeddedFont>
      <p:font typeface="Arial Black" panose="020B0A04020102020204" pitchFamily="34" charset="0"/>
      <p:bold r:id="rId31"/>
    </p:embeddedFon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Helvetica Neue" panose="020B060402020202020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hjoJR7jiaIe86dbzStFoJ93nUT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6B8621-E171-4695-BE20-96A5AD14B9B5}">
  <a:tblStyle styleId="{A96B8621-E171-4695-BE20-96A5AD14B9B5}"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000000">
              <a:alpha val="20000"/>
            </a:srgbClr>
          </a:solidFill>
        </a:fill>
      </a:tcStyle>
    </a:wholeTbl>
    <a:band1H>
      <a:tcTxStyle/>
      <a:tcStyle>
        <a:tcBdr/>
      </a:tcStyle>
    </a:band1H>
    <a:band2H>
      <a:tcTxStyle b="off" i="off"/>
      <a:tcStyle>
        <a:tcBdr/>
        <a:fill>
          <a:solidFill>
            <a:srgbClr val="FFFFFF"/>
          </a:solidFill>
        </a:fill>
      </a:tcStyle>
    </a:band2H>
    <a:band1V>
      <a:tcTxStyle/>
      <a:tcStyle>
        <a:tcBdr/>
      </a:tcStyle>
    </a:band1V>
    <a:band2V>
      <a:tcTxStyle/>
      <a:tcStyle>
        <a:tcBdr/>
      </a:tcStyle>
    </a:band2V>
    <a:lastCol>
      <a:tcTxStyle/>
      <a:tcStyle>
        <a:tcBdr/>
      </a:tcStyle>
    </a:lastCol>
    <a:firstCol>
      <a:tcTxStyle b="on"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508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lastRow>
    <a:seCell>
      <a:tcTxStyle/>
      <a:tcStyle>
        <a:tcBdr/>
      </a:tcStyle>
    </a:seCell>
    <a:swCell>
      <a:tcTxStyle/>
      <a:tcStyle>
        <a:tcBdr/>
      </a:tcStyle>
    </a:swCell>
    <a:firstRow>
      <a:tcTxStyle b="on"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254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6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extLst>
      <p:ext uri="{BB962C8B-B14F-4D97-AF65-F5344CB8AC3E}">
        <p14:creationId xmlns:p14="http://schemas.microsoft.com/office/powerpoint/2010/main" val="389323938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7503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5601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4336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9338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2610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1704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28278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166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0089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01370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826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7334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5624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9479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96602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2988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71004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83699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21801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63420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1620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73046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2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0228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939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36724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2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15836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87161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2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2716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9"/>
        <p:cNvGrpSpPr/>
        <p:nvPr/>
      </p:nvGrpSpPr>
      <p:grpSpPr>
        <a:xfrm>
          <a:off x="0" y="0"/>
          <a:ext cx="0" cy="0"/>
          <a:chOff x="0" y="0"/>
          <a:chExt cx="0" cy="0"/>
        </a:xfrm>
      </p:grpSpPr>
      <p:sp>
        <p:nvSpPr>
          <p:cNvPr id="10" name="Google Shape;10;p30"/>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1"/>
        <p:cNvGrpSpPr/>
        <p:nvPr/>
      </p:nvGrpSpPr>
      <p:grpSpPr>
        <a:xfrm>
          <a:off x="0" y="0"/>
          <a:ext cx="0" cy="0"/>
          <a:chOff x="0" y="0"/>
          <a:chExt cx="0" cy="0"/>
        </a:xfrm>
      </p:grpSpPr>
      <p:sp>
        <p:nvSpPr>
          <p:cNvPr id="12" name="Google Shape;12;p31"/>
          <p:cNvSpPr txBox="1">
            <a:spLocks noGrp="1"/>
          </p:cNvSpPr>
          <p:nvPr>
            <p:ph type="title"/>
          </p:nvPr>
        </p:nvSpPr>
        <p:spPr>
          <a:xfrm>
            <a:off x="5299678" y="1070920"/>
            <a:ext cx="6526001" cy="3618001"/>
          </a:xfrm>
          <a:prstGeom prst="rect">
            <a:avLst/>
          </a:prstGeom>
          <a:noFill/>
          <a:ln>
            <a:noFill/>
          </a:ln>
        </p:spPr>
        <p:txBody>
          <a:bodyPr spcFirstLastPara="1" wrap="square" lIns="91400" tIns="91400" rIns="91400" bIns="91400"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3" name="Google Shape;13;p31"/>
          <p:cNvSpPr txBox="1">
            <a:spLocks noGrp="1"/>
          </p:cNvSpPr>
          <p:nvPr>
            <p:ph type="sldNum" idx="12"/>
          </p:nvPr>
        </p:nvSpPr>
        <p:spPr>
          <a:xfrm>
            <a:off x="8510657" y="6240956"/>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14"/>
        <p:cNvGrpSpPr/>
        <p:nvPr/>
      </p:nvGrpSpPr>
      <p:grpSpPr>
        <a:xfrm>
          <a:off x="0" y="0"/>
          <a:ext cx="0" cy="0"/>
          <a:chOff x="0" y="0"/>
          <a:chExt cx="0" cy="0"/>
        </a:xfrm>
      </p:grpSpPr>
      <p:sp>
        <p:nvSpPr>
          <p:cNvPr id="15" name="Google Shape;15;p32"/>
          <p:cNvSpPr txBox="1">
            <a:spLocks noGrp="1"/>
          </p:cNvSpPr>
          <p:nvPr>
            <p:ph type="title"/>
          </p:nvPr>
        </p:nvSpPr>
        <p:spPr>
          <a:xfrm>
            <a:off x="1524000" y="1122363"/>
            <a:ext cx="9144000" cy="2387701"/>
          </a:xfrm>
          <a:prstGeom prst="rect">
            <a:avLst/>
          </a:prstGeom>
          <a:noFill/>
          <a:ln>
            <a:noFill/>
          </a:ln>
        </p:spPr>
        <p:txBody>
          <a:bodyPr spcFirstLastPara="1" wrap="square" lIns="45675" tIns="45675" rIns="45675" bIns="45675" anchor="b" anchorCtr="0">
            <a:normAutofit/>
          </a:bodyPr>
          <a:lstStyle>
            <a:lvl1pPr lvl="0" algn="ctr">
              <a:lnSpc>
                <a:spcPct val="90000"/>
              </a:lnSpc>
              <a:spcBef>
                <a:spcPts val="0"/>
              </a:spcBef>
              <a:spcAft>
                <a:spcPts val="0"/>
              </a:spcAft>
              <a:buClr>
                <a:srgbClr val="000000"/>
              </a:buClr>
              <a:buSzPts val="4500"/>
              <a:buFont typeface="Calibri"/>
              <a:buNone/>
              <a:defRPr sz="45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6" name="Google Shape;16;p32"/>
          <p:cNvSpPr txBox="1">
            <a:spLocks noGrp="1"/>
          </p:cNvSpPr>
          <p:nvPr>
            <p:ph type="body" idx="1"/>
          </p:nvPr>
        </p:nvSpPr>
        <p:spPr>
          <a:xfrm>
            <a:off x="1524000" y="3602038"/>
            <a:ext cx="9144000" cy="1655701"/>
          </a:xfrm>
          <a:prstGeom prst="rect">
            <a:avLst/>
          </a:prstGeom>
          <a:noFill/>
          <a:ln>
            <a:noFill/>
          </a:ln>
        </p:spPr>
        <p:txBody>
          <a:bodyPr spcFirstLastPara="1" wrap="square" lIns="45675" tIns="45675" rIns="45675" bIns="45675" anchor="t" anchorCtr="0">
            <a:normAutofit/>
          </a:bodyPr>
          <a:lstStyle>
            <a:lvl1pPr marL="457200" lvl="0" indent="-228600" algn="ctr">
              <a:lnSpc>
                <a:spcPct val="90000"/>
              </a:lnSpc>
              <a:spcBef>
                <a:spcPts val="700"/>
              </a:spcBef>
              <a:spcAft>
                <a:spcPts val="0"/>
              </a:spcAft>
              <a:buClr>
                <a:srgbClr val="000000"/>
              </a:buClr>
              <a:buSzPts val="1800"/>
              <a:buFont typeface="Calibri"/>
              <a:buNone/>
              <a:defRPr sz="1800"/>
            </a:lvl1pPr>
            <a:lvl2pPr marL="914400" lvl="1" indent="-228600" algn="ctr">
              <a:lnSpc>
                <a:spcPct val="90000"/>
              </a:lnSpc>
              <a:spcBef>
                <a:spcPts val="700"/>
              </a:spcBef>
              <a:spcAft>
                <a:spcPts val="0"/>
              </a:spcAft>
              <a:buClr>
                <a:srgbClr val="000000"/>
              </a:buClr>
              <a:buSzPts val="1800"/>
              <a:buFont typeface="Calibri"/>
              <a:buNone/>
              <a:defRPr sz="1800"/>
            </a:lvl2pPr>
            <a:lvl3pPr marL="1371600" lvl="2" indent="-228600" algn="ctr">
              <a:lnSpc>
                <a:spcPct val="90000"/>
              </a:lnSpc>
              <a:spcBef>
                <a:spcPts val="700"/>
              </a:spcBef>
              <a:spcAft>
                <a:spcPts val="0"/>
              </a:spcAft>
              <a:buClr>
                <a:srgbClr val="000000"/>
              </a:buClr>
              <a:buSzPts val="1800"/>
              <a:buFont typeface="Calibri"/>
              <a:buNone/>
              <a:defRPr sz="1800"/>
            </a:lvl3pPr>
            <a:lvl4pPr marL="1828800" lvl="3" indent="-228600" algn="ctr">
              <a:lnSpc>
                <a:spcPct val="90000"/>
              </a:lnSpc>
              <a:spcBef>
                <a:spcPts val="700"/>
              </a:spcBef>
              <a:spcAft>
                <a:spcPts val="0"/>
              </a:spcAft>
              <a:buClr>
                <a:srgbClr val="000000"/>
              </a:buClr>
              <a:buSzPts val="1800"/>
              <a:buFont typeface="Calibri"/>
              <a:buNone/>
              <a:defRPr sz="1800"/>
            </a:lvl4pPr>
            <a:lvl5pPr marL="2286000" lvl="4" indent="-228600" algn="ctr">
              <a:lnSpc>
                <a:spcPct val="90000"/>
              </a:lnSpc>
              <a:spcBef>
                <a:spcPts val="700"/>
              </a:spcBef>
              <a:spcAft>
                <a:spcPts val="0"/>
              </a:spcAft>
              <a:buClr>
                <a:srgbClr val="000000"/>
              </a:buClr>
              <a:buSzPts val="1800"/>
              <a:buFont typeface="Calibri"/>
              <a:buNone/>
              <a:defRPr sz="1800"/>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17" name="Google Shape;17;p32"/>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BJECT" type="obj">
  <p:cSld name="OBJECT">
    <p:spTree>
      <p:nvGrpSpPr>
        <p:cNvPr id="1" name="Shape 18"/>
        <p:cNvGrpSpPr/>
        <p:nvPr/>
      </p:nvGrpSpPr>
      <p:grpSpPr>
        <a:xfrm>
          <a:off x="0" y="0"/>
          <a:ext cx="0" cy="0"/>
          <a:chOff x="0" y="0"/>
          <a:chExt cx="0" cy="0"/>
        </a:xfrm>
      </p:grpSpPr>
      <p:sp>
        <p:nvSpPr>
          <p:cNvPr id="19" name="Google Shape;19;p33"/>
          <p:cNvSpPr txBox="1">
            <a:spLocks noGrp="1"/>
          </p:cNvSpPr>
          <p:nvPr>
            <p:ph type="title"/>
          </p:nvPr>
        </p:nvSpPr>
        <p:spPr>
          <a:xfrm>
            <a:off x="838200" y="365126"/>
            <a:ext cx="10515600" cy="13257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0" name="Google Shape;20;p33"/>
          <p:cNvSpPr txBox="1">
            <a:spLocks noGrp="1"/>
          </p:cNvSpPr>
          <p:nvPr>
            <p:ph type="body" idx="1"/>
          </p:nvPr>
        </p:nvSpPr>
        <p:spPr>
          <a:xfrm>
            <a:off x="838200" y="1825625"/>
            <a:ext cx="10515600" cy="4351200"/>
          </a:xfrm>
          <a:prstGeom prst="rect">
            <a:avLst/>
          </a:prstGeom>
          <a:noFill/>
          <a:ln>
            <a:noFill/>
          </a:ln>
        </p:spPr>
        <p:txBody>
          <a:bodyPr spcFirstLastPara="1" wrap="square" lIns="45675" tIns="45675" rIns="45675" bIns="45675" anchor="t" anchorCtr="0">
            <a:normAutofit/>
          </a:bodyPr>
          <a:lstStyle>
            <a:lvl1pPr marL="457200" lvl="0" indent="-361950" algn="l">
              <a:lnSpc>
                <a:spcPct val="90000"/>
              </a:lnSpc>
              <a:spcBef>
                <a:spcPts val="700"/>
              </a:spcBef>
              <a:spcAft>
                <a:spcPts val="0"/>
              </a:spcAft>
              <a:buSzPts val="2100"/>
              <a:buChar char="•"/>
              <a:defRPr/>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21" name="Google Shape;21;p33"/>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spTree>
      <p:nvGrpSpPr>
        <p:cNvPr id="1" name="Shape 22"/>
        <p:cNvGrpSpPr/>
        <p:nvPr/>
      </p:nvGrpSpPr>
      <p:grpSpPr>
        <a:xfrm>
          <a:off x="0" y="0"/>
          <a:ext cx="0" cy="0"/>
          <a:chOff x="0" y="0"/>
          <a:chExt cx="0" cy="0"/>
        </a:xfrm>
      </p:grpSpPr>
      <p:sp>
        <p:nvSpPr>
          <p:cNvPr id="23" name="Google Shape;23;p34"/>
          <p:cNvSpPr txBox="1">
            <a:spLocks noGrp="1"/>
          </p:cNvSpPr>
          <p:nvPr>
            <p:ph type="title"/>
          </p:nvPr>
        </p:nvSpPr>
        <p:spPr>
          <a:xfrm>
            <a:off x="831850" y="1709739"/>
            <a:ext cx="10515601" cy="28527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4500"/>
              <a:buFont typeface="Calibri"/>
              <a:buNone/>
              <a:defRPr sz="45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4" name="Google Shape;24;p34"/>
          <p:cNvSpPr txBox="1">
            <a:spLocks noGrp="1"/>
          </p:cNvSpPr>
          <p:nvPr>
            <p:ph type="body" idx="1"/>
          </p:nvPr>
        </p:nvSpPr>
        <p:spPr>
          <a:xfrm>
            <a:off x="831850" y="4589465"/>
            <a:ext cx="10515601" cy="1500301"/>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700"/>
              </a:spcBef>
              <a:spcAft>
                <a:spcPts val="0"/>
              </a:spcAft>
              <a:buClr>
                <a:srgbClr val="888888"/>
              </a:buClr>
              <a:buSzPts val="1800"/>
              <a:buFont typeface="Calibri"/>
              <a:buNone/>
              <a:defRPr sz="1800">
                <a:solidFill>
                  <a:srgbClr val="888888"/>
                </a:solidFill>
              </a:defRPr>
            </a:lvl1pPr>
            <a:lvl2pPr marL="914400" lvl="1" indent="-228600" algn="l">
              <a:lnSpc>
                <a:spcPct val="90000"/>
              </a:lnSpc>
              <a:spcBef>
                <a:spcPts val="700"/>
              </a:spcBef>
              <a:spcAft>
                <a:spcPts val="0"/>
              </a:spcAft>
              <a:buClr>
                <a:srgbClr val="888888"/>
              </a:buClr>
              <a:buSzPts val="1800"/>
              <a:buFont typeface="Calibri"/>
              <a:buNone/>
              <a:defRPr sz="1800">
                <a:solidFill>
                  <a:srgbClr val="888888"/>
                </a:solidFill>
              </a:defRPr>
            </a:lvl2pPr>
            <a:lvl3pPr marL="1371600" lvl="2" indent="-228600" algn="l">
              <a:lnSpc>
                <a:spcPct val="90000"/>
              </a:lnSpc>
              <a:spcBef>
                <a:spcPts val="700"/>
              </a:spcBef>
              <a:spcAft>
                <a:spcPts val="0"/>
              </a:spcAft>
              <a:buClr>
                <a:srgbClr val="888888"/>
              </a:buClr>
              <a:buSzPts val="1800"/>
              <a:buFont typeface="Calibri"/>
              <a:buNone/>
              <a:defRPr sz="1800">
                <a:solidFill>
                  <a:srgbClr val="888888"/>
                </a:solidFill>
              </a:defRPr>
            </a:lvl3pPr>
            <a:lvl4pPr marL="1828800" lvl="3" indent="-228600" algn="l">
              <a:lnSpc>
                <a:spcPct val="90000"/>
              </a:lnSpc>
              <a:spcBef>
                <a:spcPts val="700"/>
              </a:spcBef>
              <a:spcAft>
                <a:spcPts val="0"/>
              </a:spcAft>
              <a:buClr>
                <a:srgbClr val="888888"/>
              </a:buClr>
              <a:buSzPts val="1800"/>
              <a:buFont typeface="Calibri"/>
              <a:buNone/>
              <a:defRPr sz="1800">
                <a:solidFill>
                  <a:srgbClr val="888888"/>
                </a:solidFill>
              </a:defRPr>
            </a:lvl4pPr>
            <a:lvl5pPr marL="2286000" lvl="4" indent="-228600" algn="l">
              <a:lnSpc>
                <a:spcPct val="90000"/>
              </a:lnSpc>
              <a:spcBef>
                <a:spcPts val="700"/>
              </a:spcBef>
              <a:spcAft>
                <a:spcPts val="0"/>
              </a:spcAft>
              <a:buClr>
                <a:srgbClr val="888888"/>
              </a:buClr>
              <a:buSzPts val="1800"/>
              <a:buFont typeface="Calibri"/>
              <a:buNone/>
              <a:defRPr sz="1800">
                <a:solidFill>
                  <a:srgbClr val="888888"/>
                </a:solidFill>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25" name="Google Shape;25;p34"/>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_OBJECTS" type="twoObj">
  <p:cSld name="TWO_OBJECTS">
    <p:spTree>
      <p:nvGrpSpPr>
        <p:cNvPr id="1" name="Shape 26"/>
        <p:cNvGrpSpPr/>
        <p:nvPr/>
      </p:nvGrpSpPr>
      <p:grpSpPr>
        <a:xfrm>
          <a:off x="0" y="0"/>
          <a:ext cx="0" cy="0"/>
          <a:chOff x="0" y="0"/>
          <a:chExt cx="0" cy="0"/>
        </a:xfrm>
      </p:grpSpPr>
      <p:sp>
        <p:nvSpPr>
          <p:cNvPr id="27" name="Google Shape;27;p35"/>
          <p:cNvSpPr txBox="1">
            <a:spLocks noGrp="1"/>
          </p:cNvSpPr>
          <p:nvPr>
            <p:ph type="title"/>
          </p:nvPr>
        </p:nvSpPr>
        <p:spPr>
          <a:xfrm>
            <a:off x="838200" y="365126"/>
            <a:ext cx="10515600" cy="13257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28" name="Google Shape;28;p35"/>
          <p:cNvSpPr txBox="1">
            <a:spLocks noGrp="1"/>
          </p:cNvSpPr>
          <p:nvPr>
            <p:ph type="body" idx="1"/>
          </p:nvPr>
        </p:nvSpPr>
        <p:spPr>
          <a:xfrm>
            <a:off x="838200" y="1825625"/>
            <a:ext cx="5181600" cy="4351200"/>
          </a:xfrm>
          <a:prstGeom prst="rect">
            <a:avLst/>
          </a:prstGeom>
          <a:noFill/>
          <a:ln>
            <a:noFill/>
          </a:ln>
        </p:spPr>
        <p:txBody>
          <a:bodyPr spcFirstLastPara="1" wrap="square" lIns="45675" tIns="45675" rIns="45675" bIns="45675" anchor="t" anchorCtr="0">
            <a:normAutofit/>
          </a:bodyPr>
          <a:lstStyle>
            <a:lvl1pPr marL="457200" lvl="0" indent="-361950" algn="l">
              <a:lnSpc>
                <a:spcPct val="90000"/>
              </a:lnSpc>
              <a:spcBef>
                <a:spcPts val="700"/>
              </a:spcBef>
              <a:spcAft>
                <a:spcPts val="0"/>
              </a:spcAft>
              <a:buSzPts val="2100"/>
              <a:buChar char="•"/>
              <a:defRPr/>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29" name="Google Shape;29;p35"/>
          <p:cNvSpPr txBox="1">
            <a:spLocks noGrp="1"/>
          </p:cNvSpPr>
          <p:nvPr>
            <p:ph type="body" idx="2"/>
          </p:nvPr>
        </p:nvSpPr>
        <p:spPr>
          <a:xfrm>
            <a:off x="6172200" y="1825625"/>
            <a:ext cx="5181600" cy="4351200"/>
          </a:xfrm>
          <a:prstGeom prst="rect">
            <a:avLst/>
          </a:prstGeom>
          <a:noFill/>
          <a:ln>
            <a:noFill/>
          </a:ln>
        </p:spPr>
        <p:txBody>
          <a:bodyPr spcFirstLastPara="1" wrap="square" lIns="45675" tIns="45675" rIns="45675" bIns="45675" anchor="t" anchorCtr="0">
            <a:normAutofit/>
          </a:bodyPr>
          <a:lstStyle>
            <a:lvl1pPr marL="457200" lvl="0" indent="-361950" algn="l">
              <a:lnSpc>
                <a:spcPct val="90000"/>
              </a:lnSpc>
              <a:spcBef>
                <a:spcPts val="700"/>
              </a:spcBef>
              <a:spcAft>
                <a:spcPts val="0"/>
              </a:spcAft>
              <a:buSzPts val="2100"/>
              <a:buChar char="•"/>
              <a:defRPr/>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30" name="Google Shape;30;p35"/>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_OBJECTS_WITH_TEXT" type="twoTxTwoObj">
  <p:cSld name="TWO_OBJECTS_WITH_TEXT">
    <p:spTree>
      <p:nvGrpSpPr>
        <p:cNvPr id="1" name="Shape 31"/>
        <p:cNvGrpSpPr/>
        <p:nvPr/>
      </p:nvGrpSpPr>
      <p:grpSpPr>
        <a:xfrm>
          <a:off x="0" y="0"/>
          <a:ext cx="0" cy="0"/>
          <a:chOff x="0" y="0"/>
          <a:chExt cx="0" cy="0"/>
        </a:xfrm>
      </p:grpSpPr>
      <p:sp>
        <p:nvSpPr>
          <p:cNvPr id="32" name="Google Shape;32;p36"/>
          <p:cNvSpPr txBox="1">
            <a:spLocks noGrp="1"/>
          </p:cNvSpPr>
          <p:nvPr>
            <p:ph type="title"/>
          </p:nvPr>
        </p:nvSpPr>
        <p:spPr>
          <a:xfrm>
            <a:off x="839789" y="365126"/>
            <a:ext cx="10515601" cy="13257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33" name="Google Shape;33;p36"/>
          <p:cNvSpPr txBox="1">
            <a:spLocks noGrp="1"/>
          </p:cNvSpPr>
          <p:nvPr>
            <p:ph type="body" idx="1"/>
          </p:nvPr>
        </p:nvSpPr>
        <p:spPr>
          <a:xfrm>
            <a:off x="839789" y="1681163"/>
            <a:ext cx="5157601" cy="823801"/>
          </a:xfrm>
          <a:prstGeom prst="rect">
            <a:avLst/>
          </a:prstGeom>
          <a:noFill/>
          <a:ln>
            <a:noFill/>
          </a:ln>
        </p:spPr>
        <p:txBody>
          <a:bodyPr spcFirstLastPara="1" wrap="square" lIns="45675" tIns="45675" rIns="45675" bIns="45675" anchor="b" anchorCtr="0">
            <a:normAutofit/>
          </a:bodyPr>
          <a:lstStyle>
            <a:lvl1pPr marL="457200" lvl="0" indent="-228600" algn="l">
              <a:lnSpc>
                <a:spcPct val="90000"/>
              </a:lnSpc>
              <a:spcBef>
                <a:spcPts val="700"/>
              </a:spcBef>
              <a:spcAft>
                <a:spcPts val="0"/>
              </a:spcAft>
              <a:buClr>
                <a:srgbClr val="000000"/>
              </a:buClr>
              <a:buSzPts val="1800"/>
              <a:buFont typeface="Calibri"/>
              <a:buNone/>
              <a:defRPr sz="1800" b="1"/>
            </a:lvl1pPr>
            <a:lvl2pPr marL="914400" lvl="1" indent="-228600" algn="l">
              <a:lnSpc>
                <a:spcPct val="90000"/>
              </a:lnSpc>
              <a:spcBef>
                <a:spcPts val="700"/>
              </a:spcBef>
              <a:spcAft>
                <a:spcPts val="0"/>
              </a:spcAft>
              <a:buClr>
                <a:srgbClr val="000000"/>
              </a:buClr>
              <a:buSzPts val="1800"/>
              <a:buFont typeface="Calibri"/>
              <a:buNone/>
              <a:defRPr sz="1800" b="1"/>
            </a:lvl2pPr>
            <a:lvl3pPr marL="1371600" lvl="2" indent="-228600" algn="l">
              <a:lnSpc>
                <a:spcPct val="90000"/>
              </a:lnSpc>
              <a:spcBef>
                <a:spcPts val="700"/>
              </a:spcBef>
              <a:spcAft>
                <a:spcPts val="0"/>
              </a:spcAft>
              <a:buClr>
                <a:srgbClr val="000000"/>
              </a:buClr>
              <a:buSzPts val="1800"/>
              <a:buFont typeface="Calibri"/>
              <a:buNone/>
              <a:defRPr sz="1800" b="1"/>
            </a:lvl3pPr>
            <a:lvl4pPr marL="1828800" lvl="3" indent="-228600" algn="l">
              <a:lnSpc>
                <a:spcPct val="90000"/>
              </a:lnSpc>
              <a:spcBef>
                <a:spcPts val="700"/>
              </a:spcBef>
              <a:spcAft>
                <a:spcPts val="0"/>
              </a:spcAft>
              <a:buClr>
                <a:srgbClr val="000000"/>
              </a:buClr>
              <a:buSzPts val="1800"/>
              <a:buFont typeface="Calibri"/>
              <a:buNone/>
              <a:defRPr sz="1800" b="1"/>
            </a:lvl4pPr>
            <a:lvl5pPr marL="2286000" lvl="4" indent="-228600" algn="l">
              <a:lnSpc>
                <a:spcPct val="90000"/>
              </a:lnSpc>
              <a:spcBef>
                <a:spcPts val="700"/>
              </a:spcBef>
              <a:spcAft>
                <a:spcPts val="0"/>
              </a:spcAft>
              <a:buClr>
                <a:srgbClr val="000000"/>
              </a:buClr>
              <a:buSzPts val="1800"/>
              <a:buFont typeface="Calibri"/>
              <a:buNone/>
              <a:defRPr sz="1800" b="1"/>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34" name="Google Shape;34;p36"/>
          <p:cNvSpPr txBox="1">
            <a:spLocks noGrp="1"/>
          </p:cNvSpPr>
          <p:nvPr>
            <p:ph type="body" idx="2"/>
          </p:nvPr>
        </p:nvSpPr>
        <p:spPr>
          <a:xfrm>
            <a:off x="839789" y="2505075"/>
            <a:ext cx="5157600" cy="3684600"/>
          </a:xfrm>
          <a:prstGeom prst="rect">
            <a:avLst/>
          </a:prstGeom>
          <a:noFill/>
          <a:ln>
            <a:noFill/>
          </a:ln>
        </p:spPr>
        <p:txBody>
          <a:bodyPr spcFirstLastPara="1" wrap="square" lIns="45675" tIns="45675" rIns="45675" bIns="45675" anchor="t" anchorCtr="0">
            <a:normAutofit/>
          </a:bodyPr>
          <a:lstStyle>
            <a:lvl1pPr marL="457200" lvl="0" indent="-361950" algn="l">
              <a:lnSpc>
                <a:spcPct val="90000"/>
              </a:lnSpc>
              <a:spcBef>
                <a:spcPts val="700"/>
              </a:spcBef>
              <a:spcAft>
                <a:spcPts val="0"/>
              </a:spcAft>
              <a:buSzPts val="2100"/>
              <a:buChar char="•"/>
              <a:defRPr/>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35" name="Google Shape;35;p36"/>
          <p:cNvSpPr txBox="1">
            <a:spLocks noGrp="1"/>
          </p:cNvSpPr>
          <p:nvPr>
            <p:ph type="body" idx="3"/>
          </p:nvPr>
        </p:nvSpPr>
        <p:spPr>
          <a:xfrm>
            <a:off x="6172200" y="1681163"/>
            <a:ext cx="5183200" cy="823801"/>
          </a:xfrm>
          <a:prstGeom prst="rect">
            <a:avLst/>
          </a:prstGeom>
          <a:noFill/>
          <a:ln>
            <a:noFill/>
          </a:ln>
        </p:spPr>
        <p:txBody>
          <a:bodyPr spcFirstLastPara="1" wrap="square" lIns="45675" tIns="45675" rIns="45675" bIns="45675" anchor="b" anchorCtr="0">
            <a:normAutofit/>
          </a:bodyPr>
          <a:lstStyle>
            <a:lvl1pPr marL="457200" lvl="0" indent="-228600" algn="l">
              <a:lnSpc>
                <a:spcPct val="90000"/>
              </a:lnSpc>
              <a:spcBef>
                <a:spcPts val="700"/>
              </a:spcBef>
              <a:spcAft>
                <a:spcPts val="0"/>
              </a:spcAft>
              <a:buClr>
                <a:srgbClr val="000000"/>
              </a:buClr>
              <a:buSzPts val="1800"/>
              <a:buFont typeface="Calibri"/>
              <a:buNone/>
              <a:defRPr sz="1800" b="1"/>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36" name="Google Shape;36;p36"/>
          <p:cNvSpPr txBox="1">
            <a:spLocks noGrp="1"/>
          </p:cNvSpPr>
          <p:nvPr>
            <p:ph type="body" idx="4"/>
          </p:nvPr>
        </p:nvSpPr>
        <p:spPr>
          <a:xfrm>
            <a:off x="6172200" y="2505075"/>
            <a:ext cx="5183200" cy="3684600"/>
          </a:xfrm>
          <a:prstGeom prst="rect">
            <a:avLst/>
          </a:prstGeom>
          <a:noFill/>
          <a:ln>
            <a:noFill/>
          </a:ln>
        </p:spPr>
        <p:txBody>
          <a:bodyPr spcFirstLastPara="1" wrap="square" lIns="45675" tIns="45675" rIns="45675" bIns="45675" anchor="t" anchorCtr="0">
            <a:normAutofit/>
          </a:bodyPr>
          <a:lstStyle>
            <a:lvl1pPr marL="457200" lvl="0" indent="-361950" algn="l">
              <a:lnSpc>
                <a:spcPct val="90000"/>
              </a:lnSpc>
              <a:spcBef>
                <a:spcPts val="700"/>
              </a:spcBef>
              <a:spcAft>
                <a:spcPts val="0"/>
              </a:spcAft>
              <a:buSzPts val="2100"/>
              <a:buChar char="•"/>
              <a:defRPr/>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37" name="Google Shape;37;p36"/>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38"/>
        <p:cNvGrpSpPr/>
        <p:nvPr/>
      </p:nvGrpSpPr>
      <p:grpSpPr>
        <a:xfrm>
          <a:off x="0" y="0"/>
          <a:ext cx="0" cy="0"/>
          <a:chOff x="0" y="0"/>
          <a:chExt cx="0" cy="0"/>
        </a:xfrm>
      </p:grpSpPr>
      <p:sp>
        <p:nvSpPr>
          <p:cNvPr id="39" name="Google Shape;39;p37"/>
          <p:cNvSpPr txBox="1">
            <a:spLocks noGrp="1"/>
          </p:cNvSpPr>
          <p:nvPr>
            <p:ph type="title"/>
          </p:nvPr>
        </p:nvSpPr>
        <p:spPr>
          <a:xfrm>
            <a:off x="838200" y="365126"/>
            <a:ext cx="10515600" cy="13257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0" name="Google Shape;40;p37"/>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BJECT_WITH_CAPTION_TEXT" type="objTx">
  <p:cSld name="OBJECT_WITH_CAPTION_TEXT">
    <p:spTree>
      <p:nvGrpSpPr>
        <p:cNvPr id="1" name="Shape 41"/>
        <p:cNvGrpSpPr/>
        <p:nvPr/>
      </p:nvGrpSpPr>
      <p:grpSpPr>
        <a:xfrm>
          <a:off x="0" y="0"/>
          <a:ext cx="0" cy="0"/>
          <a:chOff x="0" y="0"/>
          <a:chExt cx="0" cy="0"/>
        </a:xfrm>
      </p:grpSpPr>
      <p:sp>
        <p:nvSpPr>
          <p:cNvPr id="42" name="Google Shape;42;p38"/>
          <p:cNvSpPr txBox="1">
            <a:spLocks noGrp="1"/>
          </p:cNvSpPr>
          <p:nvPr>
            <p:ph type="title"/>
          </p:nvPr>
        </p:nvSpPr>
        <p:spPr>
          <a:xfrm>
            <a:off x="839789" y="457200"/>
            <a:ext cx="3932401"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2400"/>
              <a:buFont typeface="Calibri"/>
              <a:buNone/>
              <a:defRPr sz="24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3" name="Google Shape;43;p38"/>
          <p:cNvSpPr txBox="1">
            <a:spLocks noGrp="1"/>
          </p:cNvSpPr>
          <p:nvPr>
            <p:ph type="body" idx="1"/>
          </p:nvPr>
        </p:nvSpPr>
        <p:spPr>
          <a:xfrm>
            <a:off x="5183189" y="987426"/>
            <a:ext cx="6172401" cy="4873501"/>
          </a:xfrm>
          <a:prstGeom prst="rect">
            <a:avLst/>
          </a:prstGeom>
          <a:noFill/>
          <a:ln>
            <a:noFill/>
          </a:ln>
        </p:spPr>
        <p:txBody>
          <a:bodyPr spcFirstLastPara="1" wrap="square" lIns="45675" tIns="45675" rIns="45675" bIns="45675" anchor="t" anchorCtr="0">
            <a:normAutofit/>
          </a:bodyPr>
          <a:lstStyle>
            <a:lvl1pPr marL="457200" lvl="0" indent="-381000" algn="l">
              <a:lnSpc>
                <a:spcPct val="90000"/>
              </a:lnSpc>
              <a:spcBef>
                <a:spcPts val="700"/>
              </a:spcBef>
              <a:spcAft>
                <a:spcPts val="0"/>
              </a:spcAft>
              <a:buSzPts val="2400"/>
              <a:buChar char="•"/>
              <a:defRPr sz="2400"/>
            </a:lvl1pPr>
            <a:lvl2pPr marL="914400" lvl="1" indent="-381000" algn="l">
              <a:lnSpc>
                <a:spcPct val="90000"/>
              </a:lnSpc>
              <a:spcBef>
                <a:spcPts val="700"/>
              </a:spcBef>
              <a:spcAft>
                <a:spcPts val="0"/>
              </a:spcAft>
              <a:buSzPts val="2400"/>
              <a:buChar char="•"/>
              <a:defRPr sz="2400"/>
            </a:lvl2pPr>
            <a:lvl3pPr marL="1371600" lvl="2" indent="-381000" algn="l">
              <a:lnSpc>
                <a:spcPct val="90000"/>
              </a:lnSpc>
              <a:spcBef>
                <a:spcPts val="700"/>
              </a:spcBef>
              <a:spcAft>
                <a:spcPts val="0"/>
              </a:spcAft>
              <a:buSzPts val="2400"/>
              <a:buChar char="•"/>
              <a:defRPr sz="2400"/>
            </a:lvl3pPr>
            <a:lvl4pPr marL="1828800" lvl="3" indent="-381000" algn="l">
              <a:lnSpc>
                <a:spcPct val="90000"/>
              </a:lnSpc>
              <a:spcBef>
                <a:spcPts val="700"/>
              </a:spcBef>
              <a:spcAft>
                <a:spcPts val="0"/>
              </a:spcAft>
              <a:buSzPts val="2400"/>
              <a:buChar char="•"/>
              <a:defRPr sz="2400"/>
            </a:lvl4pPr>
            <a:lvl5pPr marL="2286000" lvl="4" indent="-381000" algn="l">
              <a:lnSpc>
                <a:spcPct val="90000"/>
              </a:lnSpc>
              <a:spcBef>
                <a:spcPts val="700"/>
              </a:spcBef>
              <a:spcAft>
                <a:spcPts val="0"/>
              </a:spcAft>
              <a:buSzPts val="2400"/>
              <a:buChar char="•"/>
              <a:defRPr sz="2400"/>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44" name="Google Shape;44;p38"/>
          <p:cNvSpPr txBox="1">
            <a:spLocks noGrp="1"/>
          </p:cNvSpPr>
          <p:nvPr>
            <p:ph type="body" idx="2"/>
          </p:nvPr>
        </p:nvSpPr>
        <p:spPr>
          <a:xfrm>
            <a:off x="839789" y="2057400"/>
            <a:ext cx="3932401" cy="3811500"/>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700"/>
              </a:spcBef>
              <a:spcAft>
                <a:spcPts val="0"/>
              </a:spcAft>
              <a:buClr>
                <a:srgbClr val="000000"/>
              </a:buClr>
              <a:buSzPts val="1200"/>
              <a:buFont typeface="Calibri"/>
              <a:buNone/>
              <a:defRPr sz="1200"/>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45" name="Google Shape;45;p38"/>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_WITH_CAPTION_TEXT" type="picTx">
  <p:cSld name="PICTURE_WITH_CAPTION_TEXT">
    <p:spTree>
      <p:nvGrpSpPr>
        <p:cNvPr id="1" name="Shape 46"/>
        <p:cNvGrpSpPr/>
        <p:nvPr/>
      </p:nvGrpSpPr>
      <p:grpSpPr>
        <a:xfrm>
          <a:off x="0" y="0"/>
          <a:ext cx="0" cy="0"/>
          <a:chOff x="0" y="0"/>
          <a:chExt cx="0" cy="0"/>
        </a:xfrm>
      </p:grpSpPr>
      <p:sp>
        <p:nvSpPr>
          <p:cNvPr id="47" name="Google Shape;47;p39"/>
          <p:cNvSpPr txBox="1">
            <a:spLocks noGrp="1"/>
          </p:cNvSpPr>
          <p:nvPr>
            <p:ph type="title"/>
          </p:nvPr>
        </p:nvSpPr>
        <p:spPr>
          <a:xfrm>
            <a:off x="839789" y="457200"/>
            <a:ext cx="3932401" cy="1600200"/>
          </a:xfrm>
          <a:prstGeom prst="rect">
            <a:avLst/>
          </a:prstGeom>
          <a:noFill/>
          <a:ln>
            <a:noFill/>
          </a:ln>
        </p:spPr>
        <p:txBody>
          <a:bodyPr spcFirstLastPara="1" wrap="square" lIns="45675" tIns="45675" rIns="45675" bIns="45675" anchor="b" anchorCtr="0">
            <a:normAutofit/>
          </a:bodyPr>
          <a:lstStyle>
            <a:lvl1pPr lvl="0" algn="l">
              <a:lnSpc>
                <a:spcPct val="90000"/>
              </a:lnSpc>
              <a:spcBef>
                <a:spcPts val="0"/>
              </a:spcBef>
              <a:spcAft>
                <a:spcPts val="0"/>
              </a:spcAft>
              <a:buClr>
                <a:srgbClr val="000000"/>
              </a:buClr>
              <a:buSzPts val="2400"/>
              <a:buFont typeface="Calibri"/>
              <a:buNone/>
              <a:defRPr sz="24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48" name="Google Shape;48;p39"/>
          <p:cNvSpPr>
            <a:spLocks noGrp="1"/>
          </p:cNvSpPr>
          <p:nvPr>
            <p:ph type="pic" idx="2"/>
          </p:nvPr>
        </p:nvSpPr>
        <p:spPr>
          <a:xfrm>
            <a:off x="5183189" y="987426"/>
            <a:ext cx="6172401" cy="4873501"/>
          </a:xfrm>
          <a:prstGeom prst="rect">
            <a:avLst/>
          </a:prstGeom>
          <a:noFill/>
          <a:ln>
            <a:noFill/>
          </a:ln>
        </p:spPr>
      </p:sp>
      <p:sp>
        <p:nvSpPr>
          <p:cNvPr id="49" name="Google Shape;49;p39"/>
          <p:cNvSpPr txBox="1">
            <a:spLocks noGrp="1"/>
          </p:cNvSpPr>
          <p:nvPr>
            <p:ph type="body" idx="1"/>
          </p:nvPr>
        </p:nvSpPr>
        <p:spPr>
          <a:xfrm>
            <a:off x="839789" y="2057400"/>
            <a:ext cx="3932401" cy="3811500"/>
          </a:xfrm>
          <a:prstGeom prst="rect">
            <a:avLst/>
          </a:prstGeom>
          <a:noFill/>
          <a:ln>
            <a:noFill/>
          </a:ln>
        </p:spPr>
        <p:txBody>
          <a:bodyPr spcFirstLastPara="1" wrap="square" lIns="45675" tIns="45675" rIns="45675" bIns="45675" anchor="t" anchorCtr="0">
            <a:normAutofit/>
          </a:bodyPr>
          <a:lstStyle>
            <a:lvl1pPr marL="457200" lvl="0" indent="-228600" algn="l">
              <a:lnSpc>
                <a:spcPct val="90000"/>
              </a:lnSpc>
              <a:spcBef>
                <a:spcPts val="700"/>
              </a:spcBef>
              <a:spcAft>
                <a:spcPts val="0"/>
              </a:spcAft>
              <a:buClr>
                <a:srgbClr val="000000"/>
              </a:buClr>
              <a:buSzPts val="1200"/>
              <a:buFont typeface="Calibri"/>
              <a:buNone/>
              <a:defRPr sz="1200"/>
            </a:lvl1pPr>
            <a:lvl2pPr marL="914400" lvl="1" indent="-228600" algn="l">
              <a:lnSpc>
                <a:spcPct val="90000"/>
              </a:lnSpc>
              <a:spcBef>
                <a:spcPts val="700"/>
              </a:spcBef>
              <a:spcAft>
                <a:spcPts val="0"/>
              </a:spcAft>
              <a:buClr>
                <a:srgbClr val="000000"/>
              </a:buClr>
              <a:buSzPts val="1200"/>
              <a:buFont typeface="Calibri"/>
              <a:buNone/>
              <a:defRPr sz="1200"/>
            </a:lvl2pPr>
            <a:lvl3pPr marL="1371600" lvl="2" indent="-228600" algn="l">
              <a:lnSpc>
                <a:spcPct val="90000"/>
              </a:lnSpc>
              <a:spcBef>
                <a:spcPts val="700"/>
              </a:spcBef>
              <a:spcAft>
                <a:spcPts val="0"/>
              </a:spcAft>
              <a:buClr>
                <a:srgbClr val="000000"/>
              </a:buClr>
              <a:buSzPts val="1200"/>
              <a:buFont typeface="Calibri"/>
              <a:buNone/>
              <a:defRPr sz="1200"/>
            </a:lvl3pPr>
            <a:lvl4pPr marL="1828800" lvl="3" indent="-228600" algn="l">
              <a:lnSpc>
                <a:spcPct val="90000"/>
              </a:lnSpc>
              <a:spcBef>
                <a:spcPts val="700"/>
              </a:spcBef>
              <a:spcAft>
                <a:spcPts val="0"/>
              </a:spcAft>
              <a:buClr>
                <a:srgbClr val="000000"/>
              </a:buClr>
              <a:buSzPts val="1200"/>
              <a:buFont typeface="Calibri"/>
              <a:buNone/>
              <a:defRPr sz="1200"/>
            </a:lvl4pPr>
            <a:lvl5pPr marL="2286000" lvl="4" indent="-228600" algn="l">
              <a:lnSpc>
                <a:spcPct val="90000"/>
              </a:lnSpc>
              <a:spcBef>
                <a:spcPts val="700"/>
              </a:spcBef>
              <a:spcAft>
                <a:spcPts val="0"/>
              </a:spcAft>
              <a:buClr>
                <a:srgbClr val="000000"/>
              </a:buClr>
              <a:buSzPts val="1200"/>
              <a:buFont typeface="Calibri"/>
              <a:buNone/>
              <a:defRPr sz="1200"/>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50" name="Google Shape;50;p39"/>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_TEXT" type="vertTx">
  <p:cSld name="VERTICAL_TEXT">
    <p:spTree>
      <p:nvGrpSpPr>
        <p:cNvPr id="1" name="Shape 51"/>
        <p:cNvGrpSpPr/>
        <p:nvPr/>
      </p:nvGrpSpPr>
      <p:grpSpPr>
        <a:xfrm>
          <a:off x="0" y="0"/>
          <a:ext cx="0" cy="0"/>
          <a:chOff x="0" y="0"/>
          <a:chExt cx="0" cy="0"/>
        </a:xfrm>
      </p:grpSpPr>
      <p:sp>
        <p:nvSpPr>
          <p:cNvPr id="52" name="Google Shape;52;p40"/>
          <p:cNvSpPr txBox="1">
            <a:spLocks noGrp="1"/>
          </p:cNvSpPr>
          <p:nvPr>
            <p:ph type="title"/>
          </p:nvPr>
        </p:nvSpPr>
        <p:spPr>
          <a:xfrm>
            <a:off x="838200" y="365126"/>
            <a:ext cx="10515600" cy="13257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3" name="Google Shape;53;p40"/>
          <p:cNvSpPr txBox="1">
            <a:spLocks noGrp="1"/>
          </p:cNvSpPr>
          <p:nvPr>
            <p:ph type="body" idx="1"/>
          </p:nvPr>
        </p:nvSpPr>
        <p:spPr>
          <a:xfrm rot="5400000">
            <a:off x="3920400" y="-1256576"/>
            <a:ext cx="4351200" cy="10515601"/>
          </a:xfrm>
          <a:prstGeom prst="rect">
            <a:avLst/>
          </a:prstGeom>
          <a:noFill/>
          <a:ln>
            <a:noFill/>
          </a:ln>
        </p:spPr>
        <p:txBody>
          <a:bodyPr spcFirstLastPara="1" wrap="square" lIns="45675" tIns="45675" rIns="45675" bIns="45675" anchor="t" anchorCtr="0">
            <a:normAutofit/>
          </a:bodyPr>
          <a:lstStyle>
            <a:lvl1pPr marL="457200" lvl="0" indent="-361950" algn="l">
              <a:lnSpc>
                <a:spcPct val="90000"/>
              </a:lnSpc>
              <a:spcBef>
                <a:spcPts val="700"/>
              </a:spcBef>
              <a:spcAft>
                <a:spcPts val="0"/>
              </a:spcAft>
              <a:buSzPts val="2100"/>
              <a:buChar char="•"/>
              <a:defRPr/>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54" name="Google Shape;54;p40"/>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_TITLE_AND_VERTICAL_TEXT" type="vertTitleAndTx">
  <p:cSld name="VERTICAL_TITLE_AND_VERTICAL_TEXT">
    <p:spTree>
      <p:nvGrpSpPr>
        <p:cNvPr id="1" name="Shape 55"/>
        <p:cNvGrpSpPr/>
        <p:nvPr/>
      </p:nvGrpSpPr>
      <p:grpSpPr>
        <a:xfrm>
          <a:off x="0" y="0"/>
          <a:ext cx="0" cy="0"/>
          <a:chOff x="0" y="0"/>
          <a:chExt cx="0" cy="0"/>
        </a:xfrm>
      </p:grpSpPr>
      <p:sp>
        <p:nvSpPr>
          <p:cNvPr id="56" name="Google Shape;56;p41"/>
          <p:cNvSpPr txBox="1">
            <a:spLocks noGrp="1"/>
          </p:cNvSpPr>
          <p:nvPr>
            <p:ph type="title"/>
          </p:nvPr>
        </p:nvSpPr>
        <p:spPr>
          <a:xfrm rot="5400000">
            <a:off x="7133450" y="1956676"/>
            <a:ext cx="5811901" cy="2628801"/>
          </a:xfrm>
          <a:prstGeom prst="rect">
            <a:avLst/>
          </a:prstGeom>
          <a:noFill/>
          <a:ln>
            <a:noFill/>
          </a:ln>
        </p:spPr>
        <p:txBody>
          <a:bodyPr spcFirstLastPara="1" wrap="square" lIns="45675" tIns="45675" rIns="45675" bIns="45675"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57" name="Google Shape;57;p41"/>
          <p:cNvSpPr txBox="1">
            <a:spLocks noGrp="1"/>
          </p:cNvSpPr>
          <p:nvPr>
            <p:ph type="body" idx="1"/>
          </p:nvPr>
        </p:nvSpPr>
        <p:spPr>
          <a:xfrm rot="5400000">
            <a:off x="1799350" y="-596125"/>
            <a:ext cx="5811900" cy="7734401"/>
          </a:xfrm>
          <a:prstGeom prst="rect">
            <a:avLst/>
          </a:prstGeom>
          <a:noFill/>
          <a:ln>
            <a:noFill/>
          </a:ln>
        </p:spPr>
        <p:txBody>
          <a:bodyPr spcFirstLastPara="1" wrap="square" lIns="45675" tIns="45675" rIns="45675" bIns="45675" anchor="t" anchorCtr="0">
            <a:normAutofit/>
          </a:bodyPr>
          <a:lstStyle>
            <a:lvl1pPr marL="457200" lvl="0" indent="-361950" algn="l">
              <a:lnSpc>
                <a:spcPct val="90000"/>
              </a:lnSpc>
              <a:spcBef>
                <a:spcPts val="700"/>
              </a:spcBef>
              <a:spcAft>
                <a:spcPts val="0"/>
              </a:spcAft>
              <a:buSzPts val="2100"/>
              <a:buChar char="•"/>
              <a:defRPr/>
            </a:lvl1pPr>
            <a:lvl2pPr marL="914400" lvl="1" indent="-361950" algn="l">
              <a:lnSpc>
                <a:spcPct val="90000"/>
              </a:lnSpc>
              <a:spcBef>
                <a:spcPts val="700"/>
              </a:spcBef>
              <a:spcAft>
                <a:spcPts val="0"/>
              </a:spcAft>
              <a:buSzPts val="2100"/>
              <a:buChar char="•"/>
              <a:defRPr/>
            </a:lvl2pPr>
            <a:lvl3pPr marL="1371600" lvl="2" indent="-361950" algn="l">
              <a:lnSpc>
                <a:spcPct val="90000"/>
              </a:lnSpc>
              <a:spcBef>
                <a:spcPts val="700"/>
              </a:spcBef>
              <a:spcAft>
                <a:spcPts val="0"/>
              </a:spcAft>
              <a:buSzPts val="2100"/>
              <a:buChar char="•"/>
              <a:defRPr/>
            </a:lvl3pPr>
            <a:lvl4pPr marL="1828800" lvl="3" indent="-361950" algn="l">
              <a:lnSpc>
                <a:spcPct val="90000"/>
              </a:lnSpc>
              <a:spcBef>
                <a:spcPts val="700"/>
              </a:spcBef>
              <a:spcAft>
                <a:spcPts val="0"/>
              </a:spcAft>
              <a:buSzPts val="2100"/>
              <a:buChar char="•"/>
              <a:defRPr/>
            </a:lvl4pPr>
            <a:lvl5pPr marL="2286000" lvl="4" indent="-361950" algn="l">
              <a:lnSpc>
                <a:spcPct val="90000"/>
              </a:lnSpc>
              <a:spcBef>
                <a:spcPts val="700"/>
              </a:spcBef>
              <a:spcAft>
                <a:spcPts val="0"/>
              </a:spcAft>
              <a:buSzPts val="2100"/>
              <a:buChar char="•"/>
              <a:defRPr/>
            </a:lvl5pPr>
            <a:lvl6pPr marL="2743200" lvl="5" indent="-361950" algn="l">
              <a:lnSpc>
                <a:spcPct val="90000"/>
              </a:lnSpc>
              <a:spcBef>
                <a:spcPts val="700"/>
              </a:spcBef>
              <a:spcAft>
                <a:spcPts val="0"/>
              </a:spcAft>
              <a:buSzPts val="2100"/>
              <a:buChar char="•"/>
              <a:defRPr/>
            </a:lvl6pPr>
            <a:lvl7pPr marL="3200400" lvl="6" indent="-361950" algn="l">
              <a:lnSpc>
                <a:spcPct val="90000"/>
              </a:lnSpc>
              <a:spcBef>
                <a:spcPts val="700"/>
              </a:spcBef>
              <a:spcAft>
                <a:spcPts val="0"/>
              </a:spcAft>
              <a:buSzPts val="2100"/>
              <a:buChar char="•"/>
              <a:defRPr/>
            </a:lvl7pPr>
            <a:lvl8pPr marL="3657600" lvl="7" indent="-361950" algn="l">
              <a:lnSpc>
                <a:spcPct val="90000"/>
              </a:lnSpc>
              <a:spcBef>
                <a:spcPts val="700"/>
              </a:spcBef>
              <a:spcAft>
                <a:spcPts val="0"/>
              </a:spcAft>
              <a:buSzPts val="2100"/>
              <a:buChar char="•"/>
              <a:defRPr/>
            </a:lvl8pPr>
            <a:lvl9pPr marL="4114800" lvl="8" indent="-361950" algn="l">
              <a:lnSpc>
                <a:spcPct val="90000"/>
              </a:lnSpc>
              <a:spcBef>
                <a:spcPts val="700"/>
              </a:spcBef>
              <a:spcAft>
                <a:spcPts val="0"/>
              </a:spcAft>
              <a:buSzPts val="2100"/>
              <a:buChar char="•"/>
              <a:defRPr/>
            </a:lvl9pPr>
          </a:lstStyle>
          <a:p>
            <a:endParaRPr/>
          </a:p>
        </p:txBody>
      </p:sp>
      <p:sp>
        <p:nvSpPr>
          <p:cNvPr id="58" name="Google Shape;58;p41"/>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spTree>
      <p:nvGrpSpPr>
        <p:cNvPr id="1" name="Shape 59"/>
        <p:cNvGrpSpPr/>
        <p:nvPr/>
      </p:nvGrpSpPr>
      <p:grpSpPr>
        <a:xfrm>
          <a:off x="0" y="0"/>
          <a:ext cx="0" cy="0"/>
          <a:chOff x="0" y="0"/>
          <a:chExt cx="0" cy="0"/>
        </a:xfrm>
      </p:grpSpPr>
      <p:pic>
        <p:nvPicPr>
          <p:cNvPr id="60" name="Google Shape;60;p42" descr="Google Shape;87;p8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8" y="5603083"/>
            <a:ext cx="3413763" cy="1828801"/>
          </a:xfrm>
          <a:prstGeom prst="rect">
            <a:avLst/>
          </a:prstGeom>
          <a:noFill/>
          <a:ln>
            <a:noFill/>
          </a:ln>
        </p:spPr>
      </p:pic>
      <p:sp>
        <p:nvSpPr>
          <p:cNvPr id="61" name="Google Shape;61;p42"/>
          <p:cNvSpPr/>
          <p:nvPr/>
        </p:nvSpPr>
        <p:spPr>
          <a:xfrm>
            <a:off x="-2" y="0"/>
            <a:ext cx="198003" cy="6858000"/>
          </a:xfrm>
          <a:prstGeom prst="rect">
            <a:avLst/>
          </a:prstGeom>
          <a:solidFill>
            <a:srgbClr val="2776B6"/>
          </a:solidFill>
          <a:ln w="12700" cap="flat" cmpd="sng">
            <a:solidFill>
              <a:srgbClr val="42719B"/>
            </a:solidFill>
            <a:prstDash val="solid"/>
            <a:miter lim="8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62" name="Google Shape;62;p42"/>
          <p:cNvSpPr txBox="1">
            <a:spLocks noGrp="1"/>
          </p:cNvSpPr>
          <p:nvPr>
            <p:ph type="sldNum" idx="12"/>
          </p:nvPr>
        </p:nvSpPr>
        <p:spPr>
          <a:xfrm>
            <a:off x="8510657" y="6240956"/>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63"/>
        <p:cNvGrpSpPr/>
        <p:nvPr/>
      </p:nvGrpSpPr>
      <p:grpSpPr>
        <a:xfrm>
          <a:off x="0" y="0"/>
          <a:ext cx="0" cy="0"/>
          <a:chOff x="0" y="0"/>
          <a:chExt cx="0" cy="0"/>
        </a:xfrm>
      </p:grpSpPr>
      <p:pic>
        <p:nvPicPr>
          <p:cNvPr id="64" name="Google Shape;64;p43" descr="Google Shape;90;p8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1"/>
            <a:ext cx="12192000" cy="6858001"/>
          </a:xfrm>
          <a:prstGeom prst="rect">
            <a:avLst/>
          </a:prstGeom>
          <a:noFill/>
          <a:ln>
            <a:noFill/>
          </a:ln>
        </p:spPr>
      </p:pic>
      <p:sp>
        <p:nvSpPr>
          <p:cNvPr id="65" name="Google Shape;65;p43"/>
          <p:cNvSpPr/>
          <p:nvPr/>
        </p:nvSpPr>
        <p:spPr>
          <a:xfrm>
            <a:off x="1" y="0"/>
            <a:ext cx="201200"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66" name="Google Shape;66;p43"/>
          <p:cNvSpPr/>
          <p:nvPr/>
        </p:nvSpPr>
        <p:spPr>
          <a:xfrm>
            <a:off x="4851173" y="0"/>
            <a:ext cx="7340801"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pic>
        <p:nvPicPr>
          <p:cNvPr id="67" name="Google Shape;67;p43" descr="Google Shape;93;p8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39" y="5553347"/>
            <a:ext cx="3474725" cy="1861460"/>
          </a:xfrm>
          <a:prstGeom prst="rect">
            <a:avLst/>
          </a:prstGeom>
          <a:noFill/>
          <a:ln>
            <a:noFill/>
          </a:ln>
        </p:spPr>
      </p:pic>
      <p:sp>
        <p:nvSpPr>
          <p:cNvPr id="68" name="Google Shape;68;p43"/>
          <p:cNvSpPr txBox="1">
            <a:spLocks noGrp="1"/>
          </p:cNvSpPr>
          <p:nvPr>
            <p:ph type="sldNum" idx="12"/>
          </p:nvPr>
        </p:nvSpPr>
        <p:spPr>
          <a:xfrm>
            <a:off x="8510657" y="6240956"/>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69"/>
        <p:cNvGrpSpPr/>
        <p:nvPr/>
      </p:nvGrpSpPr>
      <p:grpSpPr>
        <a:xfrm>
          <a:off x="0" y="0"/>
          <a:ext cx="0" cy="0"/>
          <a:chOff x="0" y="0"/>
          <a:chExt cx="0" cy="0"/>
        </a:xfrm>
      </p:grpSpPr>
      <p:pic>
        <p:nvPicPr>
          <p:cNvPr id="70" name="Google Shape;70;p44" descr="Google Shape;95;p9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1"/>
            <a:ext cx="12192000" cy="6858001"/>
          </a:xfrm>
          <a:prstGeom prst="rect">
            <a:avLst/>
          </a:prstGeom>
          <a:noFill/>
          <a:ln>
            <a:noFill/>
          </a:ln>
        </p:spPr>
      </p:pic>
      <p:sp>
        <p:nvSpPr>
          <p:cNvPr id="71" name="Google Shape;71;p44"/>
          <p:cNvSpPr/>
          <p:nvPr/>
        </p:nvSpPr>
        <p:spPr>
          <a:xfrm>
            <a:off x="1" y="0"/>
            <a:ext cx="201200"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72" name="Google Shape;72;p44"/>
          <p:cNvSpPr/>
          <p:nvPr/>
        </p:nvSpPr>
        <p:spPr>
          <a:xfrm>
            <a:off x="4851173" y="0"/>
            <a:ext cx="7340801"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pic>
        <p:nvPicPr>
          <p:cNvPr id="73" name="Google Shape;73;p44" descr="Google Shape;98;p9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39" y="5553347"/>
            <a:ext cx="3474725" cy="1861460"/>
          </a:xfrm>
          <a:prstGeom prst="rect">
            <a:avLst/>
          </a:prstGeom>
          <a:noFill/>
          <a:ln>
            <a:noFill/>
          </a:ln>
        </p:spPr>
      </p:pic>
      <p:sp>
        <p:nvSpPr>
          <p:cNvPr id="74" name="Google Shape;74;p44"/>
          <p:cNvSpPr txBox="1">
            <a:spLocks noGrp="1"/>
          </p:cNvSpPr>
          <p:nvPr>
            <p:ph type="sldNum" idx="12"/>
          </p:nvPr>
        </p:nvSpPr>
        <p:spPr>
          <a:xfrm>
            <a:off x="8510657" y="6240956"/>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75"/>
        <p:cNvGrpSpPr/>
        <p:nvPr/>
      </p:nvGrpSpPr>
      <p:grpSpPr>
        <a:xfrm>
          <a:off x="0" y="0"/>
          <a:ext cx="0" cy="0"/>
          <a:chOff x="0" y="0"/>
          <a:chExt cx="0" cy="0"/>
        </a:xfrm>
      </p:grpSpPr>
      <p:pic>
        <p:nvPicPr>
          <p:cNvPr id="76" name="Google Shape;76;p45" descr="Google Shape;100;p91"/>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1"/>
            <a:ext cx="12192000" cy="6858001"/>
          </a:xfrm>
          <a:prstGeom prst="rect">
            <a:avLst/>
          </a:prstGeom>
          <a:noFill/>
          <a:ln>
            <a:noFill/>
          </a:ln>
        </p:spPr>
      </p:pic>
      <p:sp>
        <p:nvSpPr>
          <p:cNvPr id="77" name="Google Shape;77;p45"/>
          <p:cNvSpPr/>
          <p:nvPr/>
        </p:nvSpPr>
        <p:spPr>
          <a:xfrm>
            <a:off x="1" y="0"/>
            <a:ext cx="201200"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78" name="Google Shape;78;p45"/>
          <p:cNvSpPr/>
          <p:nvPr/>
        </p:nvSpPr>
        <p:spPr>
          <a:xfrm>
            <a:off x="4851173" y="0"/>
            <a:ext cx="7340801"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pic>
        <p:nvPicPr>
          <p:cNvPr id="79" name="Google Shape;79;p45" descr="Google Shape;103;p9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39" y="5553347"/>
            <a:ext cx="3474725" cy="1861460"/>
          </a:xfrm>
          <a:prstGeom prst="rect">
            <a:avLst/>
          </a:prstGeom>
          <a:noFill/>
          <a:ln>
            <a:noFill/>
          </a:ln>
        </p:spPr>
      </p:pic>
      <p:sp>
        <p:nvSpPr>
          <p:cNvPr id="80" name="Google Shape;80;p45"/>
          <p:cNvSpPr txBox="1">
            <a:spLocks noGrp="1"/>
          </p:cNvSpPr>
          <p:nvPr>
            <p:ph type="sldNum" idx="12"/>
          </p:nvPr>
        </p:nvSpPr>
        <p:spPr>
          <a:xfrm>
            <a:off x="8510657" y="6240956"/>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81"/>
        <p:cNvGrpSpPr/>
        <p:nvPr/>
      </p:nvGrpSpPr>
      <p:grpSpPr>
        <a:xfrm>
          <a:off x="0" y="0"/>
          <a:ext cx="0" cy="0"/>
          <a:chOff x="0" y="0"/>
          <a:chExt cx="0" cy="0"/>
        </a:xfrm>
      </p:grpSpPr>
      <p:pic>
        <p:nvPicPr>
          <p:cNvPr id="82" name="Google Shape;82;p46" descr="Google Shape;105;p9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1"/>
            <a:ext cx="12192000" cy="6858001"/>
          </a:xfrm>
          <a:prstGeom prst="rect">
            <a:avLst/>
          </a:prstGeom>
          <a:noFill/>
          <a:ln>
            <a:noFill/>
          </a:ln>
        </p:spPr>
      </p:pic>
      <p:sp>
        <p:nvSpPr>
          <p:cNvPr id="83" name="Google Shape;83;p46"/>
          <p:cNvSpPr/>
          <p:nvPr/>
        </p:nvSpPr>
        <p:spPr>
          <a:xfrm>
            <a:off x="1" y="0"/>
            <a:ext cx="201200"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84" name="Google Shape;84;p46"/>
          <p:cNvSpPr/>
          <p:nvPr/>
        </p:nvSpPr>
        <p:spPr>
          <a:xfrm>
            <a:off x="4851173" y="0"/>
            <a:ext cx="7340801" cy="6858000"/>
          </a:xfrm>
          <a:prstGeom prst="rect">
            <a:avLst/>
          </a:prstGeom>
          <a:solidFill>
            <a:srgbClr val="296CA4">
              <a:alpha val="86666"/>
            </a:srgbClr>
          </a:solidFill>
          <a:ln>
            <a:noFill/>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FFFFFF"/>
              </a:buClr>
              <a:buSzPts val="1800"/>
              <a:buFont typeface="Calibri"/>
              <a:buNone/>
            </a:pPr>
            <a:endParaRPr sz="1800" b="0" i="0" u="none" strike="noStrike" cap="none">
              <a:solidFill>
                <a:srgbClr val="000000"/>
              </a:solidFill>
              <a:latin typeface="Arial"/>
              <a:ea typeface="Arial"/>
              <a:cs typeface="Arial"/>
              <a:sym typeface="Arial"/>
            </a:endParaRPr>
          </a:p>
        </p:txBody>
      </p:sp>
      <p:pic>
        <p:nvPicPr>
          <p:cNvPr id="85" name="Google Shape;85;p46" descr="Google Shape;108;p9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39" y="5553347"/>
            <a:ext cx="3474725" cy="1861460"/>
          </a:xfrm>
          <a:prstGeom prst="rect">
            <a:avLst/>
          </a:prstGeom>
          <a:noFill/>
          <a:ln>
            <a:noFill/>
          </a:ln>
        </p:spPr>
      </p:pic>
      <p:sp>
        <p:nvSpPr>
          <p:cNvPr id="86" name="Google Shape;86;p46"/>
          <p:cNvSpPr txBox="1">
            <a:spLocks noGrp="1"/>
          </p:cNvSpPr>
          <p:nvPr>
            <p:ph type="sldNum" idx="12"/>
          </p:nvPr>
        </p:nvSpPr>
        <p:spPr>
          <a:xfrm>
            <a:off x="8510657" y="6240956"/>
            <a:ext cx="226943" cy="230790"/>
          </a:xfrm>
          <a:prstGeom prst="rect">
            <a:avLst/>
          </a:prstGeom>
          <a:noFill/>
          <a:ln>
            <a:noFill/>
          </a:ln>
        </p:spPr>
        <p:txBody>
          <a:bodyPr spcFirstLastPara="1" wrap="square" lIns="45675" tIns="45675" rIns="45675" bIns="45675" anchor="ctr" anchorCtr="0">
            <a:spAutoFit/>
          </a:bodyPr>
          <a:lstStyle>
            <a:lvl1pPr marL="0" lvl="0"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9"/>
          <p:cNvSpPr txBox="1">
            <a:spLocks noGrp="1"/>
          </p:cNvSpPr>
          <p:nvPr>
            <p:ph type="title"/>
          </p:nvPr>
        </p:nvSpPr>
        <p:spPr>
          <a:xfrm>
            <a:off x="838200" y="365126"/>
            <a:ext cx="10515600" cy="1325701"/>
          </a:xfrm>
          <a:prstGeom prst="rect">
            <a:avLst/>
          </a:prstGeom>
          <a:noFill/>
          <a:ln>
            <a:noFill/>
          </a:ln>
        </p:spPr>
        <p:txBody>
          <a:bodyPr spcFirstLastPara="1" wrap="square" lIns="45675" tIns="45675" rIns="45675" bIns="45675" anchor="ctr" anchorCtr="0">
            <a:normAutofit/>
          </a:bodyPr>
          <a:lstStyle>
            <a:lvl1pPr marR="0" lvl="0"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1pPr>
            <a:lvl2pPr marR="0" lvl="1"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2pPr>
            <a:lvl3pPr marR="0" lvl="2"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3pPr>
            <a:lvl4pPr marR="0" lvl="3"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4pPr>
            <a:lvl5pPr marR="0" lvl="4"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5pPr>
            <a:lvl6pPr marR="0" lvl="5"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6pPr>
            <a:lvl7pPr marR="0" lvl="6"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7pPr>
            <a:lvl8pPr marR="0" lvl="7"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8pPr>
            <a:lvl9pPr marR="0" lvl="8" algn="l" rtl="0">
              <a:lnSpc>
                <a:spcPct val="90000"/>
              </a:lnSpc>
              <a:spcBef>
                <a:spcPts val="0"/>
              </a:spcBef>
              <a:spcAft>
                <a:spcPts val="0"/>
              </a:spcAft>
              <a:buClr>
                <a:srgbClr val="000000"/>
              </a:buClr>
              <a:buSzPts val="3300"/>
              <a:buFont typeface="Calibri"/>
              <a:buNone/>
              <a:defRPr sz="3300" b="0" i="0" u="none" strike="noStrike" cap="none">
                <a:solidFill>
                  <a:srgbClr val="000000"/>
                </a:solidFill>
                <a:latin typeface="Calibri"/>
                <a:ea typeface="Calibri"/>
                <a:cs typeface="Calibri"/>
                <a:sym typeface="Calibri"/>
              </a:defRPr>
            </a:lvl9pPr>
          </a:lstStyle>
          <a:p>
            <a:endParaRPr/>
          </a:p>
        </p:txBody>
      </p:sp>
      <p:sp>
        <p:nvSpPr>
          <p:cNvPr id="7" name="Google Shape;7;p29"/>
          <p:cNvSpPr txBox="1">
            <a:spLocks noGrp="1"/>
          </p:cNvSpPr>
          <p:nvPr>
            <p:ph type="body" idx="1"/>
          </p:nvPr>
        </p:nvSpPr>
        <p:spPr>
          <a:xfrm>
            <a:off x="838200" y="1825625"/>
            <a:ext cx="10515600" cy="4351200"/>
          </a:xfrm>
          <a:prstGeom prst="rect">
            <a:avLst/>
          </a:prstGeom>
          <a:noFill/>
          <a:ln>
            <a:noFill/>
          </a:ln>
        </p:spPr>
        <p:txBody>
          <a:bodyPr spcFirstLastPara="1" wrap="square" lIns="45675" tIns="45675" rIns="45675" bIns="45675" anchor="t" anchorCtr="0">
            <a:normAutofit/>
          </a:bodyPr>
          <a:lstStyle>
            <a:lvl1pPr marL="457200" marR="0" lvl="0"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1pPr>
            <a:lvl2pPr marL="914400" marR="0" lvl="1"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2pPr>
            <a:lvl3pPr marL="1371600" marR="0" lvl="2"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3pPr>
            <a:lvl4pPr marL="1828800" marR="0" lvl="3"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4pPr>
            <a:lvl5pPr marL="2286000" marR="0" lvl="4"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5pPr>
            <a:lvl6pPr marL="2743200" marR="0" lvl="5"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6pPr>
            <a:lvl7pPr marL="3200400" marR="0" lvl="6"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7pPr>
            <a:lvl8pPr marL="3657600" marR="0" lvl="7"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8pPr>
            <a:lvl9pPr marL="4114800" marR="0" lvl="8" indent="-361950" algn="l" rtl="0">
              <a:lnSpc>
                <a:spcPct val="90000"/>
              </a:lnSpc>
              <a:spcBef>
                <a:spcPts val="700"/>
              </a:spcBef>
              <a:spcAft>
                <a:spcPts val="0"/>
              </a:spcAft>
              <a:buClr>
                <a:srgbClr val="000000"/>
              </a:buClr>
              <a:buSzPts val="2100"/>
              <a:buFont typeface="Arial"/>
              <a:buChar char="•"/>
              <a:defRPr sz="2100" b="0" i="0" u="none" strike="noStrike" cap="none">
                <a:solidFill>
                  <a:srgbClr val="000000"/>
                </a:solidFill>
                <a:latin typeface="Calibri"/>
                <a:ea typeface="Calibri"/>
                <a:cs typeface="Calibri"/>
                <a:sym typeface="Calibri"/>
              </a:defRPr>
            </a:lvl9pPr>
          </a:lstStyle>
          <a:p>
            <a:endParaRPr/>
          </a:p>
        </p:txBody>
      </p:sp>
      <p:sp>
        <p:nvSpPr>
          <p:cNvPr id="8" name="Google Shape;8;p29"/>
          <p:cNvSpPr txBox="1">
            <a:spLocks noGrp="1"/>
          </p:cNvSpPr>
          <p:nvPr>
            <p:ph type="sldNum" idx="12"/>
          </p:nvPr>
        </p:nvSpPr>
        <p:spPr>
          <a:xfrm>
            <a:off x="11126857" y="6423507"/>
            <a:ext cx="226943" cy="230790"/>
          </a:xfrm>
          <a:prstGeom prst="rect">
            <a:avLst/>
          </a:prstGeom>
          <a:noFill/>
          <a:ln>
            <a:noFill/>
          </a:ln>
        </p:spPr>
        <p:txBody>
          <a:bodyPr spcFirstLastPara="1" wrap="square" lIns="45675" tIns="45675" rIns="45675" bIns="45675" anchor="ctr" anchorCtr="0">
            <a:spAutoFit/>
          </a:bodyPr>
          <a:lstStyle>
            <a:lvl1pPr marL="0" marR="0" lvl="0"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title" idx="4294967295"/>
          </p:nvPr>
        </p:nvSpPr>
        <p:spPr>
          <a:xfrm>
            <a:off x="4888844" y="1625445"/>
            <a:ext cx="6025590" cy="3607109"/>
          </a:xfrm>
          <a:prstGeom prst="rect">
            <a:avLst/>
          </a:prstGeom>
          <a:noFill/>
          <a:ln>
            <a:noFill/>
          </a:ln>
        </p:spPr>
        <p:txBody>
          <a:bodyPr spcFirstLastPara="1" wrap="square" lIns="45675" tIns="45675" rIns="45675" bIns="45675" anchor="ctr" anchorCtr="0">
            <a:normAutofit fontScale="90000"/>
          </a:bodyPr>
          <a:lstStyle/>
          <a:p>
            <a:pPr marL="0" lvl="0" indent="0" algn="ctr" rtl="0">
              <a:lnSpc>
                <a:spcPct val="100000"/>
              </a:lnSpc>
              <a:spcBef>
                <a:spcPts val="0"/>
              </a:spcBef>
              <a:spcAft>
                <a:spcPts val="0"/>
              </a:spcAft>
              <a:buClr>
                <a:srgbClr val="417DBF"/>
              </a:buClr>
              <a:buSzPct val="100000"/>
              <a:buFont typeface="Verdana"/>
              <a:buNone/>
            </a:pPr>
            <a:r>
              <a:rPr lang="en-US" sz="3800" b="1" dirty="0">
                <a:solidFill>
                  <a:schemeClr val="accent1">
                    <a:lumMod val="75000"/>
                  </a:schemeClr>
                </a:solidFill>
                <a:latin typeface="Verdana" panose="020B0604030504040204" pitchFamily="34" charset="0"/>
                <a:ea typeface="Verdana" panose="020B0604030504040204" pitchFamily="34" charset="0"/>
              </a:rPr>
              <a:t>6th Grade Math</a:t>
            </a:r>
            <a:br>
              <a:rPr lang="en-US" sz="3800" b="1" dirty="0">
                <a:solidFill>
                  <a:schemeClr val="accent1">
                    <a:lumMod val="75000"/>
                  </a:schemeClr>
                </a:solidFill>
                <a:latin typeface="Verdana" panose="020B0604030504040204" pitchFamily="34" charset="0"/>
                <a:ea typeface="Verdana" panose="020B0604030504040204" pitchFamily="34" charset="0"/>
              </a:rPr>
            </a:br>
            <a:endParaRPr sz="3800" b="1" dirty="0">
              <a:solidFill>
                <a:schemeClr val="accent1">
                  <a:lumMod val="75000"/>
                </a:schemeClr>
              </a:solidFill>
              <a:latin typeface="Verdana" panose="020B0604030504040204" pitchFamily="34" charset="0"/>
              <a:ea typeface="Verdana" panose="020B0604030504040204" pitchFamily="34" charset="0"/>
            </a:endParaRPr>
          </a:p>
          <a:p>
            <a:pPr marL="0" lvl="0" indent="0" algn="ctr" rtl="0">
              <a:lnSpc>
                <a:spcPct val="100000"/>
              </a:lnSpc>
              <a:spcBef>
                <a:spcPts val="0"/>
              </a:spcBef>
              <a:spcAft>
                <a:spcPts val="0"/>
              </a:spcAft>
              <a:buClr>
                <a:srgbClr val="417DBF"/>
              </a:buClr>
              <a:buSzPct val="100000"/>
              <a:buFont typeface="Verdana"/>
              <a:buNone/>
            </a:pPr>
            <a:r>
              <a:rPr lang="en-US" sz="3800" b="1" dirty="0">
                <a:solidFill>
                  <a:schemeClr val="accent1">
                    <a:lumMod val="75000"/>
                  </a:schemeClr>
                </a:solidFill>
                <a:latin typeface="Verdana" panose="020B0604030504040204" pitchFamily="34" charset="0"/>
                <a:ea typeface="Verdana" panose="020B0604030504040204" pitchFamily="34" charset="0"/>
              </a:rPr>
              <a:t>Unit 1, Lesson 3</a:t>
            </a:r>
            <a:br>
              <a:rPr lang="en-US" sz="3800" b="1" dirty="0">
                <a:solidFill>
                  <a:schemeClr val="accent1">
                    <a:lumMod val="75000"/>
                  </a:schemeClr>
                </a:solidFill>
                <a:latin typeface="Verdana" panose="020B0604030504040204" pitchFamily="34" charset="0"/>
                <a:ea typeface="Verdana" panose="020B0604030504040204" pitchFamily="34" charset="0"/>
              </a:rPr>
            </a:br>
            <a:br>
              <a:rPr lang="en-US" sz="3800" b="1" dirty="0">
                <a:solidFill>
                  <a:schemeClr val="accent1">
                    <a:lumMod val="75000"/>
                  </a:schemeClr>
                </a:solidFill>
                <a:latin typeface="Verdana" panose="020B0604030504040204" pitchFamily="34" charset="0"/>
                <a:ea typeface="Verdana" panose="020B0604030504040204" pitchFamily="34" charset="0"/>
              </a:rPr>
            </a:br>
            <a:r>
              <a:rPr lang="en-US" sz="3800" b="1" dirty="0">
                <a:solidFill>
                  <a:schemeClr val="accent1">
                    <a:lumMod val="75000"/>
                  </a:schemeClr>
                </a:solidFill>
                <a:latin typeface="Verdana" panose="020B0604030504040204" pitchFamily="34" charset="0"/>
                <a:ea typeface="Verdana" panose="020B0604030504040204" pitchFamily="34" charset="0"/>
              </a:rPr>
              <a:t>Multiplying Fractions</a:t>
            </a:r>
            <a:br>
              <a:rPr lang="en-US" sz="3800" b="1" dirty="0">
                <a:solidFill>
                  <a:schemeClr val="accent1">
                    <a:lumMod val="75000"/>
                  </a:schemeClr>
                </a:solidFill>
                <a:latin typeface="Verdana" panose="020B0604030504040204" pitchFamily="34" charset="0"/>
                <a:ea typeface="Verdana" panose="020B0604030504040204" pitchFamily="34" charset="0"/>
              </a:rPr>
            </a:br>
            <a:br>
              <a:rPr lang="en-US" sz="3800" b="1" dirty="0">
                <a:solidFill>
                  <a:schemeClr val="accent1">
                    <a:lumMod val="75000"/>
                  </a:schemeClr>
                </a:solidFill>
                <a:latin typeface="Verdana" panose="020B0604030504040204" pitchFamily="34" charset="0"/>
                <a:ea typeface="Verdana" panose="020B0604030504040204" pitchFamily="34" charset="0"/>
              </a:rPr>
            </a:br>
            <a:r>
              <a:rPr lang="en-US" sz="3100" b="1" dirty="0">
                <a:solidFill>
                  <a:schemeClr val="accent1">
                    <a:lumMod val="75000"/>
                  </a:schemeClr>
                </a:solidFill>
                <a:latin typeface="Verdana" panose="020B0604030504040204" pitchFamily="34" charset="0"/>
                <a:ea typeface="Verdana" panose="020B0604030504040204" pitchFamily="34" charset="0"/>
              </a:rPr>
              <a:t>Volume 1, pg. 13</a:t>
            </a:r>
            <a:endParaRPr b="1" dirty="0">
              <a:solidFill>
                <a:schemeClr val="accent1">
                  <a:lumMod val="75000"/>
                </a:schemeClr>
              </a:solidFill>
              <a:latin typeface="Verdana" panose="020B0604030504040204" pitchFamily="34" charset="0"/>
              <a:ea typeface="Verdana" panose="020B0604030504040204" pitchFamily="34" charset="0"/>
            </a:endParaRPr>
          </a:p>
          <a:p>
            <a:pPr marL="0" lvl="0" indent="0" algn="ctr" rtl="0">
              <a:lnSpc>
                <a:spcPct val="100000"/>
              </a:lnSpc>
              <a:spcBef>
                <a:spcPts val="0"/>
              </a:spcBef>
              <a:spcAft>
                <a:spcPts val="0"/>
              </a:spcAft>
              <a:buClr>
                <a:srgbClr val="417DBF"/>
              </a:buClr>
              <a:buSzPct val="100000"/>
              <a:buFont typeface="Verdana"/>
              <a:buNone/>
            </a:pPr>
            <a:endParaRPr sz="1736" dirty="0"/>
          </a:p>
        </p:txBody>
      </p:sp>
      <p:cxnSp>
        <p:nvCxnSpPr>
          <p:cNvPr id="92" name="Google Shape;92;p1"/>
          <p:cNvCxnSpPr/>
          <p:nvPr/>
        </p:nvCxnSpPr>
        <p:spPr>
          <a:xfrm>
            <a:off x="-1573225" y="3938167"/>
            <a:ext cx="1152600" cy="1"/>
          </a:xfrm>
          <a:prstGeom prst="straightConnector1">
            <a:avLst/>
          </a:prstGeom>
          <a:noFill/>
          <a:ln w="9525" cap="flat" cmpd="sng">
            <a:solidFill>
              <a:srgbClr val="FFFFFF"/>
            </a:solidFill>
            <a:prstDash val="solid"/>
            <a:round/>
            <a:headEnd type="none" w="sm" len="sm"/>
            <a:tailEnd type="none" w="sm" len="sm"/>
          </a:ln>
        </p:spPr>
      </p:cxnSp>
      <p:sp>
        <p:nvSpPr>
          <p:cNvPr id="93" name="Google Shape;93;p1"/>
          <p:cNvSpPr/>
          <p:nvPr/>
        </p:nvSpPr>
        <p:spPr>
          <a:xfrm>
            <a:off x="0" y="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rotWithShape="0">
              <a:srgbClr val="000000">
                <a:alpha val="400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4" name="Google Shape;94;p1" descr="Picture 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2717" y="1522575"/>
            <a:ext cx="3270827" cy="3812849"/>
          </a:xfrm>
          <a:prstGeom prst="rect">
            <a:avLst/>
          </a:prstGeom>
          <a:noFill/>
          <a:ln>
            <a:noFill/>
          </a:ln>
          <a:effectLst>
            <a:outerShdw blurRad="50800" dist="38100" dir="2700000"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
          <p:cNvSpPr txBox="1">
            <a:spLocks noGrp="1"/>
          </p:cNvSpPr>
          <p:nvPr>
            <p:ph type="title" idx="4294967295"/>
          </p:nvPr>
        </p:nvSpPr>
        <p:spPr>
          <a:xfrm>
            <a:off x="1284966" y="136525"/>
            <a:ext cx="8816183" cy="1325700"/>
          </a:xfrm>
          <a:prstGeom prst="rect">
            <a:avLst/>
          </a:prstGeom>
          <a:noFill/>
          <a:ln>
            <a:noFill/>
          </a:ln>
        </p:spPr>
        <p:txBody>
          <a:bodyPr spcFirstLastPara="1" wrap="square" lIns="45675" tIns="45675" rIns="45675" bIns="45675" anchor="ctr" anchorCtr="0">
            <a:normAutofit/>
          </a:bodyPr>
          <a:lstStyle/>
          <a:p>
            <a:pPr marL="0" lvl="0" indent="0" algn="l" rtl="0">
              <a:lnSpc>
                <a:spcPct val="90000"/>
              </a:lnSpc>
              <a:spcBef>
                <a:spcPts val="0"/>
              </a:spcBef>
              <a:spcAft>
                <a:spcPts val="0"/>
              </a:spcAft>
              <a:buClr>
                <a:srgbClr val="54B5D1"/>
              </a:buClr>
              <a:buSzPts val="4700"/>
              <a:buFont typeface="Verdana"/>
              <a:buNone/>
            </a:pPr>
            <a:r>
              <a:rPr lang="en-US" sz="4700" b="1" i="0" u="none" strike="noStrike" cap="none" dirty="0">
                <a:solidFill>
                  <a:srgbClr val="54B5D1"/>
                </a:solidFill>
                <a:latin typeface="Verdana"/>
                <a:ea typeface="Verdana"/>
                <a:cs typeface="Verdana"/>
                <a:sym typeface="Verdana"/>
              </a:rPr>
              <a:t>Benchmark</a:t>
            </a:r>
            <a:endParaRPr dirty="0"/>
          </a:p>
        </p:txBody>
      </p:sp>
      <p:pic>
        <p:nvPicPr>
          <p:cNvPr id="101" name="Google Shape;101;p2" descr="Google Shape;281;g104476d1465_1_17"/>
          <p:cNvPicPr preferRelativeResize="0"/>
          <p:nvPr/>
        </p:nvPicPr>
        <p:blipFill rotWithShape="1">
          <a:blip r:embed="rId3">
            <a:alphaModFix/>
          </a:blip>
          <a:srcRect/>
          <a:stretch/>
        </p:blipFill>
        <p:spPr>
          <a:xfrm>
            <a:off x="537665" y="425724"/>
            <a:ext cx="747301" cy="747301"/>
          </a:xfrm>
          <a:prstGeom prst="rect">
            <a:avLst/>
          </a:prstGeom>
          <a:noFill/>
          <a:ln>
            <a:noFill/>
          </a:ln>
          <a:effectLst>
            <a:outerShdw blurRad="63500" dist="19050" dir="5400000" rotWithShape="0">
              <a:srgbClr val="000000">
                <a:alpha val="49803"/>
              </a:srgbClr>
            </a:outerShdw>
          </a:effectLst>
        </p:spPr>
      </p:pic>
      <p:sp>
        <p:nvSpPr>
          <p:cNvPr id="102" name="Google Shape;102;p2"/>
          <p:cNvSpPr txBox="1"/>
          <p:nvPr/>
        </p:nvSpPr>
        <p:spPr>
          <a:xfrm>
            <a:off x="8910319" y="6457675"/>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13</a:t>
            </a:r>
            <a:endParaRPr/>
          </a:p>
        </p:txBody>
      </p:sp>
      <p:pic>
        <p:nvPicPr>
          <p:cNvPr id="103" name="Google Shape;103;p2" descr="Google Shape;283;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44320" y="6200475"/>
            <a:ext cx="563851" cy="657277"/>
          </a:xfrm>
          <a:prstGeom prst="rect">
            <a:avLst/>
          </a:prstGeom>
          <a:noFill/>
          <a:ln>
            <a:noFill/>
          </a:ln>
          <a:effectLst>
            <a:outerShdw blurRad="63500" dist="19050" dir="5400000" rotWithShape="0">
              <a:srgbClr val="000000">
                <a:alpha val="49803"/>
              </a:srgbClr>
            </a:outerShdw>
          </a:effectLst>
        </p:spPr>
      </p:pic>
      <p:sp>
        <p:nvSpPr>
          <p:cNvPr id="104" name="Google Shape;104;p2"/>
          <p:cNvSpPr txBox="1"/>
          <p:nvPr/>
        </p:nvSpPr>
        <p:spPr>
          <a:xfrm>
            <a:off x="1066800" y="1600200"/>
            <a:ext cx="9144000" cy="4735286"/>
          </a:xfrm>
          <a:prstGeom prst="rect">
            <a:avLst/>
          </a:prstGeom>
          <a:noFill/>
          <a:ln>
            <a:noFill/>
          </a:ln>
        </p:spPr>
        <p:txBody>
          <a:bodyPr spcFirstLastPara="1" wrap="square" lIns="45675" tIns="45675" rIns="45675" bIns="45675" anchor="t" anchorCtr="0">
            <a:normAutofit/>
          </a:bodyPr>
          <a:lstStyle/>
          <a:p>
            <a:pPr marL="0" marR="0" lvl="0" indent="0" algn="l" rtl="0">
              <a:lnSpc>
                <a:spcPct val="90000"/>
              </a:lnSpc>
              <a:spcBef>
                <a:spcPts val="0"/>
              </a:spcBef>
              <a:spcAft>
                <a:spcPts val="0"/>
              </a:spcAft>
              <a:buClr>
                <a:srgbClr val="000000"/>
              </a:buClr>
              <a:buSzPts val="3000"/>
              <a:buFont typeface="Verdana"/>
              <a:buNone/>
            </a:pPr>
            <a:r>
              <a:rPr lang="en-US" sz="3000" b="0" i="0" u="none" strike="noStrike" cap="none">
                <a:solidFill>
                  <a:srgbClr val="000000"/>
                </a:solidFill>
                <a:latin typeface="Verdana"/>
                <a:ea typeface="Verdana"/>
                <a:cs typeface="Verdana"/>
                <a:sym typeface="Verdana"/>
              </a:rPr>
              <a:t>MA.5.AR.1.2</a:t>
            </a:r>
            <a:endParaRPr/>
          </a:p>
          <a:p>
            <a:pPr marL="460375" marR="0" lvl="0" indent="0" algn="l" rtl="0">
              <a:lnSpc>
                <a:spcPct val="90000"/>
              </a:lnSpc>
              <a:spcBef>
                <a:spcPts val="700"/>
              </a:spcBef>
              <a:spcAft>
                <a:spcPts val="0"/>
              </a:spcAft>
              <a:buClr>
                <a:srgbClr val="000000"/>
              </a:buClr>
              <a:buSzPts val="3000"/>
              <a:buFont typeface="Verdana"/>
              <a:buNone/>
            </a:pPr>
            <a:r>
              <a:rPr lang="en-US" sz="3000" b="0" i="0" u="none" strike="noStrike" cap="none">
                <a:solidFill>
                  <a:srgbClr val="000000"/>
                </a:solidFill>
                <a:latin typeface="Verdana"/>
                <a:ea typeface="Verdana"/>
                <a:cs typeface="Verdana"/>
                <a:sym typeface="Verdana"/>
              </a:rPr>
              <a:t>Solve real-world problems involving the addition, subtraction or multiplication of fractions, including mixed numbers and fractions greater than 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3" descr="Google Shape;281;g104476d1465_1_17"/>
          <p:cNvPicPr preferRelativeResize="0"/>
          <p:nvPr/>
        </p:nvPicPr>
        <p:blipFill rotWithShape="1">
          <a:blip r:embed="rId3">
            <a:alphaModFix/>
          </a:blip>
          <a:srcRect/>
          <a:stretch/>
        </p:blipFill>
        <p:spPr>
          <a:xfrm>
            <a:off x="537664" y="358367"/>
            <a:ext cx="747301" cy="747301"/>
          </a:xfrm>
          <a:prstGeom prst="rect">
            <a:avLst/>
          </a:prstGeom>
          <a:noFill/>
          <a:ln>
            <a:noFill/>
          </a:ln>
          <a:effectLst>
            <a:outerShdw blurRad="63500" dist="19050" dir="5400000" rotWithShape="0">
              <a:srgbClr val="000000">
                <a:alpha val="49803"/>
              </a:srgbClr>
            </a:outerShdw>
          </a:effectLst>
        </p:spPr>
      </p:pic>
      <p:pic>
        <p:nvPicPr>
          <p:cNvPr id="110" name="Google Shape;110;p3" descr="Google Shape;283;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9" y="6159753"/>
            <a:ext cx="563851" cy="657277"/>
          </a:xfrm>
          <a:prstGeom prst="rect">
            <a:avLst/>
          </a:prstGeom>
          <a:noFill/>
          <a:ln>
            <a:noFill/>
          </a:ln>
          <a:effectLst>
            <a:outerShdw blurRad="63500" dist="19050" dir="5400000" rotWithShape="0">
              <a:srgbClr val="000000">
                <a:alpha val="49803"/>
              </a:srgbClr>
            </a:outerShdw>
          </a:effectLst>
        </p:spPr>
      </p:pic>
      <p:sp>
        <p:nvSpPr>
          <p:cNvPr id="111" name="Google Shape;111;p3"/>
          <p:cNvSpPr txBox="1"/>
          <p:nvPr/>
        </p:nvSpPr>
        <p:spPr>
          <a:xfrm>
            <a:off x="1503827" y="369608"/>
            <a:ext cx="10416029" cy="923287"/>
          </a:xfrm>
          <a:prstGeom prst="rect">
            <a:avLst/>
          </a:prstGeom>
          <a:noFill/>
          <a:ln>
            <a:noFill/>
          </a:ln>
        </p:spPr>
        <p:txBody>
          <a:bodyPr spcFirstLastPara="1" wrap="square" lIns="45675" tIns="45675" rIns="45675" bIns="45675" anchor="ctr" anchorCtr="0">
            <a:spAutoFit/>
          </a:bodyPr>
          <a:lstStyle/>
          <a:p>
            <a:pPr marL="0" marR="0" lvl="0" indent="0" algn="l" rtl="0">
              <a:lnSpc>
                <a:spcPct val="90000"/>
              </a:lnSpc>
              <a:spcBef>
                <a:spcPts val="0"/>
              </a:spcBef>
              <a:spcAft>
                <a:spcPts val="0"/>
              </a:spcAft>
              <a:buClr>
                <a:srgbClr val="54B5D1"/>
              </a:buClr>
              <a:buSzPts val="3000"/>
              <a:buFont typeface="Verdana"/>
              <a:buNone/>
            </a:pPr>
            <a:r>
              <a:rPr lang="en-US" sz="3000" b="1" i="0" u="none" strike="noStrike" cap="none" dirty="0">
                <a:solidFill>
                  <a:srgbClr val="54B5D1"/>
                </a:solidFill>
                <a:latin typeface="Verdana"/>
                <a:ea typeface="Verdana"/>
                <a:cs typeface="Verdana"/>
                <a:sym typeface="Verdana"/>
              </a:rPr>
              <a:t>Integrated Mathematical Thinking and Reasoning Standards</a:t>
            </a:r>
            <a:endParaRPr dirty="0"/>
          </a:p>
        </p:txBody>
      </p:sp>
      <p:sp>
        <p:nvSpPr>
          <p:cNvPr id="112" name="Google Shape;112;p3"/>
          <p:cNvSpPr txBox="1"/>
          <p:nvPr/>
        </p:nvSpPr>
        <p:spPr>
          <a:xfrm>
            <a:off x="8812348" y="6469066"/>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13</a:t>
            </a:r>
            <a:endParaRPr/>
          </a:p>
        </p:txBody>
      </p:sp>
      <p:sp>
        <p:nvSpPr>
          <p:cNvPr id="113" name="Google Shape;113;p3"/>
          <p:cNvSpPr txBox="1"/>
          <p:nvPr/>
        </p:nvSpPr>
        <p:spPr>
          <a:xfrm>
            <a:off x="1056330" y="1565674"/>
            <a:ext cx="10863526" cy="4493495"/>
          </a:xfrm>
          <a:prstGeom prst="rect">
            <a:avLst/>
          </a:prstGeom>
          <a:noFill/>
          <a:ln>
            <a:noFill/>
          </a:ln>
        </p:spPr>
        <p:txBody>
          <a:bodyPr spcFirstLastPara="1" wrap="square" lIns="45675" tIns="45675" rIns="45675" bIns="45675" anchor="t" anchorCtr="0">
            <a:spAutoFit/>
          </a:bodyPr>
          <a:lstStyle/>
          <a:p>
            <a:pPr marL="0" marR="0" lvl="0" indent="0" algn="l" rtl="0">
              <a:lnSpc>
                <a:spcPct val="100000"/>
              </a:lnSpc>
              <a:spcBef>
                <a:spcPts val="0"/>
              </a:spcBef>
              <a:spcAft>
                <a:spcPts val="0"/>
              </a:spcAft>
              <a:buClr>
                <a:srgbClr val="000000"/>
              </a:buClr>
              <a:buSzPts val="2200"/>
              <a:buFont typeface="Verdana"/>
              <a:buNone/>
            </a:pPr>
            <a:r>
              <a:rPr lang="en-US" sz="2200" b="0" i="0" u="none" strike="noStrike" cap="none">
                <a:solidFill>
                  <a:srgbClr val="000000"/>
                </a:solidFill>
                <a:latin typeface="Verdana"/>
                <a:ea typeface="Verdana"/>
                <a:cs typeface="Verdana"/>
                <a:sym typeface="Verdana"/>
              </a:rPr>
              <a:t>MA.K12.MTR.1.1 Actively participate in effortful learning both individually and collectively.</a:t>
            </a:r>
            <a:endParaRPr/>
          </a:p>
          <a:p>
            <a:pPr marL="0" marR="0" lvl="0" indent="45720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r>
              <a:rPr lang="en-US" sz="2200" b="0" i="0" u="none" strike="noStrike" cap="none">
                <a:solidFill>
                  <a:srgbClr val="000000"/>
                </a:solidFill>
                <a:latin typeface="Verdana"/>
                <a:ea typeface="Verdana"/>
                <a:cs typeface="Verdana"/>
                <a:sym typeface="Verdana"/>
              </a:rPr>
              <a:t>MA.K12.MTR.2.1 Demonstrate understanding by representing problems in multiple ways.</a:t>
            </a:r>
            <a:endParaRPr/>
          </a:p>
          <a:p>
            <a:pPr marL="0" marR="0" lvl="0" indent="45720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r>
              <a:rPr lang="en-US" sz="2200" b="0" i="0" u="none" strike="noStrike" cap="none">
                <a:solidFill>
                  <a:srgbClr val="000000"/>
                </a:solidFill>
                <a:latin typeface="Verdana"/>
                <a:ea typeface="Verdana"/>
                <a:cs typeface="Verdana"/>
                <a:sym typeface="Verdana"/>
              </a:rPr>
              <a:t>MA.K12.MTR.4.1 Engage in discussions that reflect on the mathematical thinking of self and others.</a:t>
            </a:r>
            <a:endParaRPr/>
          </a:p>
          <a:p>
            <a:pPr marL="0" marR="0" lvl="0" indent="45720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r>
              <a:rPr lang="en-US" sz="2200" b="0" i="0" u="none" strike="noStrike" cap="none">
                <a:solidFill>
                  <a:srgbClr val="000000"/>
                </a:solidFill>
                <a:latin typeface="Verdana"/>
                <a:ea typeface="Verdana"/>
                <a:cs typeface="Verdana"/>
                <a:sym typeface="Verdana"/>
              </a:rPr>
              <a:t>MA.K12.MTR.5.1 Use patterns and structure to help understand and connect mathematical concepts.</a:t>
            </a:r>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r>
              <a:rPr lang="en-US" sz="2200" b="0" i="0" u="none" strike="noStrike" cap="none">
                <a:solidFill>
                  <a:srgbClr val="000000"/>
                </a:solidFill>
                <a:latin typeface="Verdana"/>
                <a:ea typeface="Verdana"/>
                <a:cs typeface="Verdana"/>
                <a:sym typeface="Verdana"/>
              </a:rPr>
              <a:t>MA.K12.MTR.7.1 Apply mathematics to real-world contexts.</a:t>
            </a:r>
            <a:endParaRPr/>
          </a:p>
        </p:txBody>
      </p:sp>
      <p:sp>
        <p:nvSpPr>
          <p:cNvPr id="114" name="Google Shape;114;p3"/>
          <p:cNvSpPr/>
          <p:nvPr/>
        </p:nvSpPr>
        <p:spPr>
          <a:xfrm>
            <a:off x="-27135" y="-83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4"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7234" y="6200723"/>
            <a:ext cx="563851" cy="657277"/>
          </a:xfrm>
          <a:prstGeom prst="rect">
            <a:avLst/>
          </a:prstGeom>
          <a:noFill/>
          <a:ln>
            <a:noFill/>
          </a:ln>
          <a:effectLst>
            <a:outerShdw blurRad="63500" dist="19050" dir="5400000" rotWithShape="0">
              <a:srgbClr val="000000">
                <a:alpha val="49803"/>
              </a:srgbClr>
            </a:outerShdw>
          </a:effectLst>
        </p:spPr>
      </p:pic>
      <p:sp>
        <p:nvSpPr>
          <p:cNvPr id="120" name="Google Shape;120;p4"/>
          <p:cNvSpPr txBox="1"/>
          <p:nvPr/>
        </p:nvSpPr>
        <p:spPr>
          <a:xfrm>
            <a:off x="1546431" y="346053"/>
            <a:ext cx="7958402" cy="743238"/>
          </a:xfrm>
          <a:prstGeom prst="rect">
            <a:avLst/>
          </a:prstGeom>
          <a:noFill/>
          <a:ln>
            <a:noFill/>
          </a:ln>
        </p:spPr>
        <p:txBody>
          <a:bodyPr spcFirstLastPara="1" wrap="square" lIns="45675" tIns="45675" rIns="45675" bIns="45675" anchor="ctr" anchorCtr="0">
            <a:spAutoFit/>
          </a:bodyPr>
          <a:lstStyle/>
          <a:p>
            <a:pPr marL="0" marR="0" lvl="0" indent="0" algn="l" rtl="0">
              <a:lnSpc>
                <a:spcPct val="90000"/>
              </a:lnSpc>
              <a:spcBef>
                <a:spcPts val="0"/>
              </a:spcBef>
              <a:spcAft>
                <a:spcPts val="0"/>
              </a:spcAft>
              <a:buClr>
                <a:srgbClr val="52BDA6"/>
              </a:buClr>
              <a:buSzPts val="4700"/>
              <a:buFont typeface="Verdana"/>
              <a:buNone/>
            </a:pPr>
            <a:r>
              <a:rPr lang="en-US" sz="4700" b="1" i="0" u="none" strike="noStrike" cap="none">
                <a:solidFill>
                  <a:srgbClr val="52BDA6"/>
                </a:solidFill>
                <a:latin typeface="Verdana"/>
                <a:ea typeface="Verdana"/>
                <a:cs typeface="Verdana"/>
                <a:sym typeface="Verdana"/>
              </a:rPr>
              <a:t>Learning Target</a:t>
            </a:r>
            <a:endParaRPr/>
          </a:p>
        </p:txBody>
      </p:sp>
      <p:pic>
        <p:nvPicPr>
          <p:cNvPr id="121" name="Google Shape;121;p4" descr="Google Shape;303;g103996e1364_0_16"/>
          <p:cNvPicPr preferRelativeResize="0"/>
          <p:nvPr/>
        </p:nvPicPr>
        <p:blipFill rotWithShape="1">
          <a:blip r:embed="rId4">
            <a:alphaModFix/>
          </a:blip>
          <a:srcRect/>
          <a:stretch/>
        </p:blipFill>
        <p:spPr>
          <a:xfrm>
            <a:off x="568327" y="321891"/>
            <a:ext cx="747301" cy="747300"/>
          </a:xfrm>
          <a:prstGeom prst="rect">
            <a:avLst/>
          </a:prstGeom>
          <a:noFill/>
          <a:ln>
            <a:noFill/>
          </a:ln>
          <a:effectLst>
            <a:outerShdw blurRad="50800" dist="38100" dir="2700000" rotWithShape="0">
              <a:srgbClr val="000000">
                <a:alpha val="40000"/>
              </a:srgbClr>
            </a:outerShdw>
          </a:effectLst>
        </p:spPr>
      </p:pic>
      <p:sp>
        <p:nvSpPr>
          <p:cNvPr id="122" name="Google Shape;122;p4"/>
          <p:cNvSpPr txBox="1"/>
          <p:nvPr/>
        </p:nvSpPr>
        <p:spPr>
          <a:xfrm>
            <a:off x="8740780" y="6457923"/>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13</a:t>
            </a:r>
            <a:endParaRPr/>
          </a:p>
        </p:txBody>
      </p:sp>
      <p:sp>
        <p:nvSpPr>
          <p:cNvPr id="123" name="Google Shape;123;p4"/>
          <p:cNvSpPr txBox="1"/>
          <p:nvPr/>
        </p:nvSpPr>
        <p:spPr>
          <a:xfrm>
            <a:off x="1070057" y="2077233"/>
            <a:ext cx="9546771" cy="954065"/>
          </a:xfrm>
          <a:prstGeom prst="rect">
            <a:avLst/>
          </a:prstGeom>
          <a:noFill/>
          <a:ln>
            <a:noFill/>
          </a:ln>
        </p:spPr>
        <p:txBody>
          <a:bodyPr spcFirstLastPara="1" wrap="square" lIns="45675" tIns="45675" rIns="45675" bIns="45675" anchor="t" anchorCtr="0">
            <a:spAutoFit/>
          </a:bodyPr>
          <a:lstStyle/>
          <a:p>
            <a:pPr marL="315504" marR="0" lvl="0" indent="-309154" algn="l" rtl="0">
              <a:lnSpc>
                <a:spcPct val="100000"/>
              </a:lnSpc>
              <a:spcBef>
                <a:spcPts val="0"/>
              </a:spcBef>
              <a:spcAft>
                <a:spcPts val="0"/>
              </a:spcAft>
              <a:buClr>
                <a:srgbClr val="000000"/>
              </a:buClr>
              <a:buSzPts val="2400"/>
              <a:buFont typeface="Verdana"/>
              <a:buChar char="❏"/>
            </a:pPr>
            <a:r>
              <a:rPr lang="en-US" sz="2800" b="0" i="0" u="none" strike="noStrike" cap="none">
                <a:solidFill>
                  <a:srgbClr val="000000"/>
                </a:solidFill>
                <a:latin typeface="Verdana"/>
                <a:ea typeface="Verdana"/>
                <a:cs typeface="Verdana"/>
                <a:sym typeface="Verdana"/>
              </a:rPr>
              <a:t>I can solve real-world problems involving multiplication of fractions.  </a:t>
            </a:r>
            <a:endParaRPr/>
          </a:p>
        </p:txBody>
      </p:sp>
      <p:sp>
        <p:nvSpPr>
          <p:cNvPr id="124" name="Google Shape;124;p4"/>
          <p:cNvSpPr/>
          <p:nvPr/>
        </p:nvSpPr>
        <p:spPr>
          <a:xfrm>
            <a:off x="0" y="-83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rotWithShape="0">
              <a:srgbClr val="000000">
                <a:alpha val="400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30" name="Google Shape;130;p5" descr="Google Shape;311;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3434" y="6129036"/>
            <a:ext cx="563851" cy="657277"/>
          </a:xfrm>
          <a:prstGeom prst="rect">
            <a:avLst/>
          </a:prstGeom>
          <a:noFill/>
          <a:ln>
            <a:noFill/>
          </a:ln>
          <a:effectLst>
            <a:outerShdw blurRad="63500" dist="19050" dir="5400000" rotWithShape="0">
              <a:srgbClr val="000000">
                <a:alpha val="49803"/>
              </a:srgbClr>
            </a:outerShdw>
          </a:effectLst>
        </p:spPr>
      </p:pic>
      <p:pic>
        <p:nvPicPr>
          <p:cNvPr id="131" name="Google Shape;131;p5" descr="Google Shape;312;g104476d1465_1_39"/>
          <p:cNvPicPr preferRelativeResize="0"/>
          <p:nvPr/>
        </p:nvPicPr>
        <p:blipFill rotWithShape="1">
          <a:blip r:embed="rId4">
            <a:alphaModFix/>
          </a:blip>
          <a:srcRect/>
          <a:stretch/>
        </p:blipFill>
        <p:spPr>
          <a:xfrm>
            <a:off x="4635549" y="2879326"/>
            <a:ext cx="1031752" cy="1031751"/>
          </a:xfrm>
          <a:prstGeom prst="rect">
            <a:avLst/>
          </a:prstGeom>
          <a:noFill/>
          <a:ln>
            <a:noFill/>
          </a:ln>
          <a:effectLst>
            <a:outerShdw blurRad="50800" dist="38100" dir="2700000" rotWithShape="0">
              <a:srgbClr val="000000">
                <a:alpha val="40000"/>
              </a:srgbClr>
            </a:outerShdw>
          </a:effectLst>
        </p:spPr>
      </p:pic>
      <p:sp>
        <p:nvSpPr>
          <p:cNvPr id="132" name="Google Shape;132;p5"/>
          <p:cNvSpPr txBox="1">
            <a:spLocks noGrp="1"/>
          </p:cNvSpPr>
          <p:nvPr>
            <p:ph type="title" idx="4294967295"/>
          </p:nvPr>
        </p:nvSpPr>
        <p:spPr>
          <a:xfrm>
            <a:off x="5844349" y="2766145"/>
            <a:ext cx="4048202" cy="1325701"/>
          </a:xfrm>
          <a:prstGeom prst="rect">
            <a:avLst/>
          </a:prstGeom>
          <a:noFill/>
          <a:ln>
            <a:noFill/>
          </a:ln>
        </p:spPr>
        <p:txBody>
          <a:bodyPr spcFirstLastPara="1" wrap="square" lIns="45675" tIns="45675" rIns="45675" bIns="45675" anchor="ctr" anchorCtr="0">
            <a:normAutofit/>
          </a:bodyPr>
          <a:lstStyle/>
          <a:p>
            <a:pPr marL="0" lvl="0" indent="0" algn="ctr" rtl="0">
              <a:lnSpc>
                <a:spcPct val="90000"/>
              </a:lnSpc>
              <a:spcBef>
                <a:spcPts val="0"/>
              </a:spcBef>
              <a:spcAft>
                <a:spcPts val="0"/>
              </a:spcAft>
              <a:buClr>
                <a:srgbClr val="3F2A67"/>
              </a:buClr>
              <a:buSzPts val="5500"/>
              <a:buFont typeface="Verdana"/>
              <a:buNone/>
            </a:pPr>
            <a:r>
              <a:rPr lang="en-US" sz="5500" b="1" i="0" u="none" strike="noStrike" cap="none">
                <a:solidFill>
                  <a:srgbClr val="3F2A67"/>
                </a:solidFill>
                <a:latin typeface="Verdana"/>
                <a:ea typeface="Verdana"/>
                <a:cs typeface="Verdana"/>
                <a:sym typeface="Verdana"/>
              </a:rPr>
              <a:t>Warm-Up</a:t>
            </a:r>
            <a:endParaRPr/>
          </a:p>
        </p:txBody>
      </p:sp>
      <p:sp>
        <p:nvSpPr>
          <p:cNvPr id="133" name="Google Shape;133;p5"/>
          <p:cNvSpPr txBox="1"/>
          <p:nvPr/>
        </p:nvSpPr>
        <p:spPr>
          <a:xfrm>
            <a:off x="8899433" y="6466023"/>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6"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4429" y="6129036"/>
            <a:ext cx="563851" cy="657277"/>
          </a:xfrm>
          <a:prstGeom prst="rect">
            <a:avLst/>
          </a:prstGeom>
          <a:noFill/>
          <a:ln>
            <a:noFill/>
          </a:ln>
          <a:effectLst>
            <a:outerShdw blurRad="63500" dist="19050" dir="5400000" rotWithShape="0">
              <a:srgbClr val="000000">
                <a:alpha val="49803"/>
              </a:srgbClr>
            </a:outerShdw>
          </a:effectLst>
        </p:spPr>
      </p:pic>
      <p:sp>
        <p:nvSpPr>
          <p:cNvPr id="139" name="Google Shape;139;p6"/>
          <p:cNvSpPr txBox="1"/>
          <p:nvPr/>
        </p:nvSpPr>
        <p:spPr>
          <a:xfrm>
            <a:off x="1224451" y="450127"/>
            <a:ext cx="8019299" cy="590889"/>
          </a:xfrm>
          <a:prstGeom prst="rect">
            <a:avLst/>
          </a:prstGeom>
          <a:noFill/>
          <a:ln>
            <a:noFill/>
          </a:ln>
        </p:spPr>
        <p:txBody>
          <a:bodyPr spcFirstLastPara="1" wrap="square" lIns="45675" tIns="45675" rIns="45675" bIns="45675" anchor="ctr" anchorCtr="0">
            <a:spAutoFit/>
          </a:bodyPr>
          <a:lstStyle/>
          <a:p>
            <a:pPr marL="0" marR="0" lvl="0" indent="0" algn="l" rtl="0">
              <a:lnSpc>
                <a:spcPct val="90000"/>
              </a:lnSpc>
              <a:spcBef>
                <a:spcPts val="0"/>
              </a:spcBef>
              <a:spcAft>
                <a:spcPts val="0"/>
              </a:spcAft>
              <a:buClr>
                <a:srgbClr val="3F2A67"/>
              </a:buClr>
              <a:buSzPts val="3600"/>
              <a:buFont typeface="Verdana"/>
              <a:buNone/>
            </a:pPr>
            <a:r>
              <a:rPr lang="en-US" sz="3600" b="1" i="0" u="none" strike="noStrike" cap="none">
                <a:solidFill>
                  <a:srgbClr val="3F2A67"/>
                </a:solidFill>
                <a:latin typeface="Verdana"/>
                <a:ea typeface="Verdana"/>
                <a:cs typeface="Verdana"/>
                <a:sym typeface="Verdana"/>
              </a:rPr>
              <a:t>1.3.1 Warm-Up: Patterns</a:t>
            </a:r>
            <a:endParaRPr/>
          </a:p>
        </p:txBody>
      </p:sp>
      <p:pic>
        <p:nvPicPr>
          <p:cNvPr id="140" name="Google Shape;140;p6" descr="Google Shape;326;g103996e1364_0_25"/>
          <p:cNvPicPr preferRelativeResize="0"/>
          <p:nvPr/>
        </p:nvPicPr>
        <p:blipFill rotWithShape="1">
          <a:blip r:embed="rId4">
            <a:alphaModFix/>
          </a:blip>
          <a:srcRect/>
          <a:stretch/>
        </p:blipFill>
        <p:spPr>
          <a:xfrm>
            <a:off x="394522" y="308697"/>
            <a:ext cx="747301" cy="747300"/>
          </a:xfrm>
          <a:prstGeom prst="rect">
            <a:avLst/>
          </a:prstGeom>
          <a:noFill/>
          <a:ln>
            <a:noFill/>
          </a:ln>
          <a:effectLst>
            <a:outerShdw blurRad="50800" dist="38100" dir="2700000" rotWithShape="0">
              <a:srgbClr val="000000">
                <a:alpha val="40000"/>
              </a:srgbClr>
            </a:outerShdw>
          </a:effectLst>
        </p:spPr>
      </p:pic>
      <p:sp>
        <p:nvSpPr>
          <p:cNvPr id="141" name="Google Shape;141;p6"/>
          <p:cNvSpPr txBox="1"/>
          <p:nvPr/>
        </p:nvSpPr>
        <p:spPr>
          <a:xfrm>
            <a:off x="8850428" y="6442819"/>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14</a:t>
            </a:r>
            <a:endParaRPr/>
          </a:p>
        </p:txBody>
      </p:sp>
      <p:sp>
        <p:nvSpPr>
          <p:cNvPr id="142" name="Google Shape;142;p6"/>
          <p:cNvSpPr txBox="1"/>
          <p:nvPr/>
        </p:nvSpPr>
        <p:spPr>
          <a:xfrm>
            <a:off x="707571" y="1297686"/>
            <a:ext cx="9680013" cy="5303521"/>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2200"/>
              <a:buFont typeface="Verdana"/>
              <a:buNone/>
            </a:pPr>
            <a:r>
              <a:rPr lang="en-US" sz="2200" b="1" i="0" u="none" strike="noStrike" cap="none">
                <a:solidFill>
                  <a:srgbClr val="000000"/>
                </a:solidFill>
                <a:latin typeface="Verdana"/>
                <a:ea typeface="Verdana"/>
                <a:cs typeface="Verdana"/>
                <a:sym typeface="Verdana"/>
              </a:rPr>
              <a:t>Pattern 1</a:t>
            </a:r>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2200"/>
              <a:buFont typeface="Verdana"/>
              <a:buNone/>
            </a:pPr>
            <a:endParaRPr sz="22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rgbClr val="000000"/>
              </a:buClr>
              <a:buSzPts val="2200"/>
              <a:buFont typeface="Verdana"/>
              <a:buNone/>
            </a:pPr>
            <a:r>
              <a:rPr lang="en-US" sz="2200" b="1" i="0" u="none" strike="noStrike" cap="none">
                <a:solidFill>
                  <a:srgbClr val="000000"/>
                </a:solidFill>
                <a:latin typeface="Verdana"/>
                <a:ea typeface="Verdana"/>
                <a:cs typeface="Verdana"/>
                <a:sym typeface="Verdana"/>
              </a:rPr>
              <a:t>Pattern 2</a:t>
            </a:r>
            <a:endParaRPr/>
          </a:p>
        </p:txBody>
      </p:sp>
      <p:sp>
        <p:nvSpPr>
          <p:cNvPr id="143" name="Google Shape;143;p6"/>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44" name="Google Shape;144;p6" descr="Screen Shot 2021-12-21 at 10.35.01 AM.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04416" y="1854450"/>
            <a:ext cx="6959474" cy="41899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7"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57412" y="6129036"/>
            <a:ext cx="563851" cy="657277"/>
          </a:xfrm>
          <a:prstGeom prst="rect">
            <a:avLst/>
          </a:prstGeom>
          <a:noFill/>
          <a:ln>
            <a:noFill/>
          </a:ln>
          <a:effectLst>
            <a:outerShdw blurRad="63500" dist="19050" dir="5400000" rotWithShape="0">
              <a:srgbClr val="000000">
                <a:alpha val="49803"/>
              </a:srgbClr>
            </a:outerShdw>
          </a:effectLst>
        </p:spPr>
      </p:pic>
      <p:sp>
        <p:nvSpPr>
          <p:cNvPr id="150" name="Google Shape;150;p7"/>
          <p:cNvSpPr txBox="1"/>
          <p:nvPr/>
        </p:nvSpPr>
        <p:spPr>
          <a:xfrm>
            <a:off x="8923411" y="6466023"/>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14</a:t>
            </a:r>
            <a:endParaRPr/>
          </a:p>
        </p:txBody>
      </p:sp>
      <p:sp>
        <p:nvSpPr>
          <p:cNvPr id="151" name="Google Shape;151;p7"/>
          <p:cNvSpPr txBox="1"/>
          <p:nvPr/>
        </p:nvSpPr>
        <p:spPr>
          <a:xfrm>
            <a:off x="533400" y="-78883"/>
            <a:ext cx="9726168" cy="4124206"/>
          </a:xfrm>
          <a:prstGeom prst="rect">
            <a:avLst/>
          </a:prstGeom>
          <a:blipFill rotWithShape="1">
            <a:blip r:embed="rId4" cstate="print">
              <a:alphaModFix/>
              <a:extLst>
                <a:ext uri="{28A0092B-C50C-407E-A947-70E740481C1C}">
                  <a14:useLocalDpi xmlns:a14="http://schemas.microsoft.com/office/drawing/2010/main"/>
                </a:ext>
              </a:extLst>
            </a:blip>
            <a:stretch>
              <a:fillRect l="-1441" b="-236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152" name="Google Shape;152;p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153" name="Google Shape;153;p7"/>
          <p:cNvGraphicFramePr/>
          <p:nvPr/>
        </p:nvGraphicFramePr>
        <p:xfrm>
          <a:off x="2462287" y="4316840"/>
          <a:ext cx="5325300" cy="2061300"/>
        </p:xfrm>
        <a:graphic>
          <a:graphicData uri="http://schemas.openxmlformats.org/drawingml/2006/table">
            <a:tbl>
              <a:tblPr bandRow="1">
                <a:noFill/>
                <a:tableStyleId>{A96B8621-E171-4695-BE20-96A5AD14B9B5}</a:tableStyleId>
              </a:tblPr>
              <a:tblGrid>
                <a:gridCol w="2656300">
                  <a:extLst>
                    <a:ext uri="{9D8B030D-6E8A-4147-A177-3AD203B41FA5}">
                      <a16:colId xmlns:a16="http://schemas.microsoft.com/office/drawing/2014/main" val="20000"/>
                    </a:ext>
                  </a:extLst>
                </a:gridCol>
                <a:gridCol w="2669000">
                  <a:extLst>
                    <a:ext uri="{9D8B030D-6E8A-4147-A177-3AD203B41FA5}">
                      <a16:colId xmlns:a16="http://schemas.microsoft.com/office/drawing/2014/main" val="20001"/>
                    </a:ext>
                  </a:extLst>
                </a:gridCol>
              </a:tblGrid>
              <a:tr h="275425">
                <a:tc>
                  <a:txBody>
                    <a:bodyPr/>
                    <a:lstStyle/>
                    <a:p>
                      <a:pPr marL="0" marR="0" lvl="0" indent="0" algn="ctr" rtl="0">
                        <a:lnSpc>
                          <a:spcPct val="107916"/>
                        </a:lnSpc>
                        <a:spcBef>
                          <a:spcPts val="0"/>
                        </a:spcBef>
                        <a:spcAft>
                          <a:spcPts val="0"/>
                        </a:spcAft>
                        <a:buClr>
                          <a:schemeClr val="dk1"/>
                        </a:buClr>
                        <a:buSzPts val="2000"/>
                        <a:buFont typeface="Verdana"/>
                        <a:buNone/>
                      </a:pPr>
                      <a:r>
                        <a:rPr lang="en-US" sz="2000" b="1" u="none" strike="noStrike" cap="none">
                          <a:latin typeface="Verdana"/>
                          <a:ea typeface="Verdana"/>
                          <a:cs typeface="Verdana"/>
                          <a:sym typeface="Verdana"/>
                        </a:rPr>
                        <a:t>Pattern 1</a:t>
                      </a:r>
                      <a:endParaRPr/>
                    </a:p>
                  </a:txBody>
                  <a:tcPr marL="0" marR="0" marT="0" marB="0"/>
                </a:tc>
                <a:tc>
                  <a:txBody>
                    <a:bodyPr/>
                    <a:lstStyle/>
                    <a:p>
                      <a:pPr marL="0" marR="0" lvl="0" indent="0" algn="ctr" rtl="0">
                        <a:lnSpc>
                          <a:spcPct val="100000"/>
                        </a:lnSpc>
                        <a:spcBef>
                          <a:spcPts val="0"/>
                        </a:spcBef>
                        <a:spcAft>
                          <a:spcPts val="0"/>
                        </a:spcAft>
                        <a:buClr>
                          <a:schemeClr val="dk1"/>
                        </a:buClr>
                        <a:buSzPts val="2000"/>
                        <a:buFont typeface="Verdana"/>
                        <a:buNone/>
                      </a:pPr>
                      <a:r>
                        <a:rPr lang="en-US" sz="2000" b="1" u="none" strike="noStrike" cap="none">
                          <a:latin typeface="Verdana"/>
                          <a:ea typeface="Verdana"/>
                          <a:cs typeface="Verdana"/>
                          <a:sym typeface="Verdana"/>
                        </a:rPr>
                        <a:t>Pattern 2</a:t>
                      </a:r>
                      <a:endParaRPr/>
                    </a:p>
                  </a:txBody>
                  <a:tcPr marL="0" marR="0" marT="0" marB="0">
                    <a:solidFill>
                      <a:srgbClr val="CBCBCB"/>
                    </a:solidFill>
                  </a:tcPr>
                </a:tc>
                <a:extLst>
                  <a:ext uri="{0D108BD9-81ED-4DB2-BD59-A6C34878D82A}">
                    <a16:rowId xmlns:a16="http://schemas.microsoft.com/office/drawing/2014/main" val="10000"/>
                  </a:ext>
                </a:extLst>
              </a:tr>
              <a:tr h="1756500">
                <a:tc>
                  <a:txBody>
                    <a:bodyPr/>
                    <a:lstStyle/>
                    <a:p>
                      <a:pPr marL="0" marR="0" lvl="0" indent="0" algn="l" rtl="0">
                        <a:lnSpc>
                          <a:spcPct val="100000"/>
                        </a:lnSpc>
                        <a:spcBef>
                          <a:spcPts val="0"/>
                        </a:spcBef>
                        <a:spcAft>
                          <a:spcPts val="0"/>
                        </a:spcAft>
                        <a:buClr>
                          <a:schemeClr val="dk1"/>
                        </a:buClr>
                        <a:buSzPts val="900"/>
                        <a:buFont typeface="Helvetica Neue"/>
                        <a:buNone/>
                      </a:pPr>
                      <a:endParaRPr sz="900" u="none" strike="noStrike" cap="none"/>
                    </a:p>
                  </a:txBody>
                  <a:tcPr marL="0" marR="0" marT="0" marB="0">
                    <a:solidFill>
                      <a:srgbClr val="FEFDFF"/>
                    </a:solidFill>
                  </a:tcPr>
                </a:tc>
                <a:tc>
                  <a:txBody>
                    <a:bodyPr/>
                    <a:lstStyle/>
                    <a:p>
                      <a:pPr marL="0" marR="0" lvl="0" indent="0" algn="l" rtl="0">
                        <a:lnSpc>
                          <a:spcPct val="100000"/>
                        </a:lnSpc>
                        <a:spcBef>
                          <a:spcPts val="0"/>
                        </a:spcBef>
                        <a:spcAft>
                          <a:spcPts val="0"/>
                        </a:spcAft>
                        <a:buClr>
                          <a:schemeClr val="dk1"/>
                        </a:buClr>
                        <a:buSzPts val="900"/>
                        <a:buFont typeface="Helvetica Neue"/>
                        <a:buNone/>
                      </a:pPr>
                      <a:endParaRPr sz="900" u="none" strike="noStrike" cap="none"/>
                    </a:p>
                  </a:txBody>
                  <a:tcPr marL="0" marR="0" marT="0" marB="0">
                    <a:solidFill>
                      <a:srgbClr val="FEFD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8"/>
          <p:cNvSpPr/>
          <p:nvPr/>
        </p:nvSpPr>
        <p:spPr>
          <a:xfrm>
            <a:off x="0" y="-8348"/>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rotWithShape="0">
              <a:srgbClr val="000000">
                <a:alpha val="400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59" name="Google Shape;159;p8" descr="Google Shape;311;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11662" y="6129036"/>
            <a:ext cx="563851" cy="657277"/>
          </a:xfrm>
          <a:prstGeom prst="rect">
            <a:avLst/>
          </a:prstGeom>
          <a:noFill/>
          <a:ln>
            <a:noFill/>
          </a:ln>
          <a:effectLst>
            <a:outerShdw blurRad="63500" dist="19050" dir="5400000" rotWithShape="0">
              <a:srgbClr val="000000">
                <a:alpha val="49803"/>
              </a:srgbClr>
            </a:outerShdw>
          </a:effectLst>
        </p:spPr>
      </p:pic>
      <p:sp>
        <p:nvSpPr>
          <p:cNvPr id="160" name="Google Shape;160;p8"/>
          <p:cNvSpPr txBox="1">
            <a:spLocks noGrp="1"/>
          </p:cNvSpPr>
          <p:nvPr>
            <p:ph type="title" idx="4294967295"/>
          </p:nvPr>
        </p:nvSpPr>
        <p:spPr>
          <a:xfrm>
            <a:off x="5664868" y="2766145"/>
            <a:ext cx="4480751" cy="1325701"/>
          </a:xfrm>
          <a:prstGeom prst="rect">
            <a:avLst/>
          </a:prstGeom>
          <a:noFill/>
          <a:ln>
            <a:noFill/>
          </a:ln>
        </p:spPr>
        <p:txBody>
          <a:bodyPr spcFirstLastPara="1" wrap="square" lIns="45675" tIns="45675" rIns="45675" bIns="45675" anchor="ctr" anchorCtr="0">
            <a:noAutofit/>
          </a:bodyPr>
          <a:lstStyle/>
          <a:p>
            <a:pPr marL="0" lvl="0" indent="0" algn="ctr" rtl="0">
              <a:lnSpc>
                <a:spcPct val="90000"/>
              </a:lnSpc>
              <a:spcBef>
                <a:spcPts val="0"/>
              </a:spcBef>
              <a:spcAft>
                <a:spcPts val="0"/>
              </a:spcAft>
              <a:buClr>
                <a:srgbClr val="54B5D1"/>
              </a:buClr>
              <a:buSzPts val="5000"/>
              <a:buFont typeface="Verdana"/>
              <a:buNone/>
            </a:pPr>
            <a:r>
              <a:rPr lang="en-US" sz="5000" b="1" i="0" u="none" strike="noStrike" cap="none">
                <a:solidFill>
                  <a:srgbClr val="54B5D1"/>
                </a:solidFill>
                <a:latin typeface="Verdana"/>
                <a:ea typeface="Verdana"/>
                <a:cs typeface="Verdana"/>
                <a:sym typeface="Verdana"/>
              </a:rPr>
              <a:t>Guided Instruction</a:t>
            </a:r>
            <a:endParaRPr/>
          </a:p>
        </p:txBody>
      </p:sp>
      <p:pic>
        <p:nvPicPr>
          <p:cNvPr id="161" name="Google Shape;161;p8" descr="Google Shape;338;g103996e1364_0_315"/>
          <p:cNvPicPr preferRelativeResize="0"/>
          <p:nvPr/>
        </p:nvPicPr>
        <p:blipFill rotWithShape="1">
          <a:blip r:embed="rId4">
            <a:alphaModFix/>
          </a:blip>
          <a:srcRect/>
          <a:stretch/>
        </p:blipFill>
        <p:spPr>
          <a:xfrm>
            <a:off x="4519075" y="2849921"/>
            <a:ext cx="1145793" cy="1158151"/>
          </a:xfrm>
          <a:prstGeom prst="rect">
            <a:avLst/>
          </a:prstGeom>
          <a:noFill/>
          <a:ln>
            <a:noFill/>
          </a:ln>
          <a:effectLst>
            <a:outerShdw blurRad="50800" dist="38100" dir="2700000" rotWithShape="0">
              <a:srgbClr val="000000">
                <a:alpha val="40000"/>
              </a:srgbClr>
            </a:outerShdw>
          </a:effectLst>
        </p:spPr>
      </p:pic>
      <p:sp>
        <p:nvSpPr>
          <p:cNvPr id="162" name="Google Shape;162;p8"/>
          <p:cNvSpPr txBox="1"/>
          <p:nvPr/>
        </p:nvSpPr>
        <p:spPr>
          <a:xfrm>
            <a:off x="8828618" y="6457674"/>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9"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3435" y="6154990"/>
            <a:ext cx="563851" cy="657277"/>
          </a:xfrm>
          <a:prstGeom prst="rect">
            <a:avLst/>
          </a:prstGeom>
          <a:noFill/>
          <a:ln>
            <a:noFill/>
          </a:ln>
          <a:effectLst>
            <a:outerShdw blurRad="63500" dist="19050" dir="5400000" rotWithShape="0">
              <a:srgbClr val="000000">
                <a:alpha val="49803"/>
              </a:srgbClr>
            </a:outerShdw>
          </a:effectLst>
        </p:spPr>
      </p:pic>
      <p:sp>
        <p:nvSpPr>
          <p:cNvPr id="168" name="Google Shape;168;p9"/>
          <p:cNvSpPr txBox="1"/>
          <p:nvPr/>
        </p:nvSpPr>
        <p:spPr>
          <a:xfrm>
            <a:off x="1313145" y="32128"/>
            <a:ext cx="10704684" cy="1089487"/>
          </a:xfrm>
          <a:prstGeom prst="rect">
            <a:avLst/>
          </a:prstGeom>
          <a:noFill/>
          <a:ln>
            <a:noFill/>
          </a:ln>
        </p:spPr>
        <p:txBody>
          <a:bodyPr spcFirstLastPara="1" wrap="square" lIns="45675" tIns="45675" rIns="45675" bIns="45675" anchor="ctr" anchorCtr="0">
            <a:spAutoFit/>
          </a:bodyPr>
          <a:lstStyle/>
          <a:p>
            <a:pPr marL="0" marR="0" lvl="0" indent="0" algn="l" rtl="0">
              <a:lnSpc>
                <a:spcPct val="90000"/>
              </a:lnSpc>
              <a:spcBef>
                <a:spcPts val="0"/>
              </a:spcBef>
              <a:spcAft>
                <a:spcPts val="0"/>
              </a:spcAft>
              <a:buClr>
                <a:srgbClr val="54B5D1"/>
              </a:buClr>
              <a:buSzPts val="3600"/>
              <a:buFont typeface="Verdana"/>
              <a:buNone/>
            </a:pPr>
            <a:r>
              <a:rPr lang="en-US" sz="3600" b="1" i="0" u="none" strike="noStrike" cap="none">
                <a:solidFill>
                  <a:srgbClr val="54B5D1"/>
                </a:solidFill>
                <a:latin typeface="Verdana"/>
                <a:ea typeface="Verdana"/>
                <a:cs typeface="Verdana"/>
                <a:sym typeface="Verdana"/>
              </a:rPr>
              <a:t>1.3.2 Guided Instruction: Multiplying Fractions</a:t>
            </a:r>
            <a:endParaRPr/>
          </a:p>
        </p:txBody>
      </p:sp>
      <p:pic>
        <p:nvPicPr>
          <p:cNvPr id="169" name="Google Shape;169;p9" descr="Google Shape;345;g103996e1364_0_321"/>
          <p:cNvPicPr preferRelativeResize="0"/>
          <p:nvPr/>
        </p:nvPicPr>
        <p:blipFill rotWithShape="1">
          <a:blip r:embed="rId4">
            <a:alphaModFix/>
          </a:blip>
          <a:srcRect/>
          <a:stretch/>
        </p:blipFill>
        <p:spPr>
          <a:xfrm>
            <a:off x="394522" y="121285"/>
            <a:ext cx="747301" cy="747300"/>
          </a:xfrm>
          <a:prstGeom prst="rect">
            <a:avLst/>
          </a:prstGeom>
          <a:noFill/>
          <a:ln>
            <a:noFill/>
          </a:ln>
          <a:effectLst>
            <a:outerShdw blurRad="50800" dist="38100" dir="2700000" rotWithShape="0">
              <a:srgbClr val="000000">
                <a:alpha val="40000"/>
              </a:srgbClr>
            </a:outerShdw>
          </a:effectLst>
        </p:spPr>
      </p:pic>
      <p:sp>
        <p:nvSpPr>
          <p:cNvPr id="170" name="Google Shape;170;p9"/>
          <p:cNvSpPr txBox="1"/>
          <p:nvPr/>
        </p:nvSpPr>
        <p:spPr>
          <a:xfrm>
            <a:off x="8899434" y="6412190"/>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14</a:t>
            </a:r>
            <a:endParaRPr/>
          </a:p>
        </p:txBody>
      </p:sp>
      <p:sp>
        <p:nvSpPr>
          <p:cNvPr id="171" name="Google Shape;171;p9"/>
          <p:cNvSpPr txBox="1"/>
          <p:nvPr/>
        </p:nvSpPr>
        <p:spPr>
          <a:xfrm>
            <a:off x="609600" y="1386025"/>
            <a:ext cx="9777984" cy="2308324"/>
          </a:xfrm>
          <a:prstGeom prst="rect">
            <a:avLst/>
          </a:prstGeom>
          <a:blipFill rotWithShape="1">
            <a:blip r:embed="rId5" cstate="print">
              <a:alphaModFix/>
              <a:extLst>
                <a:ext uri="{28A0092B-C50C-407E-A947-70E740481C1C}">
                  <a14:useLocalDpi xmlns:a14="http://schemas.microsoft.com/office/drawing/2010/main"/>
                </a:ext>
              </a:extLst>
            </a:blip>
            <a:stretch>
              <a:fillRect l="-1432" t="-2110" r="-112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172" name="Google Shape;172;p9"/>
          <p:cNvSpPr/>
          <p:nvPr/>
        </p:nvSpPr>
        <p:spPr>
          <a:xfrm>
            <a:off x="0" y="-83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73" name="Google Shape;173;p9" descr="Screen Shot 2021-12-21 at 10.57.20 AM.png"/>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086350" y="3424702"/>
            <a:ext cx="8019300" cy="237034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10"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5531" y="6200475"/>
            <a:ext cx="563851" cy="657277"/>
          </a:xfrm>
          <a:prstGeom prst="rect">
            <a:avLst/>
          </a:prstGeom>
          <a:noFill/>
          <a:ln>
            <a:noFill/>
          </a:ln>
          <a:effectLst>
            <a:outerShdw blurRad="63500" dist="19050" dir="5400000" rotWithShape="0">
              <a:srgbClr val="000000">
                <a:alpha val="49803"/>
              </a:srgbClr>
            </a:outerShdw>
          </a:effectLst>
        </p:spPr>
      </p:pic>
      <p:sp>
        <p:nvSpPr>
          <p:cNvPr id="179" name="Google Shape;179;p10"/>
          <p:cNvSpPr txBox="1"/>
          <p:nvPr/>
        </p:nvSpPr>
        <p:spPr>
          <a:xfrm>
            <a:off x="8708123" y="6457675"/>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14</a:t>
            </a:r>
            <a:endParaRPr/>
          </a:p>
        </p:txBody>
      </p:sp>
      <p:sp>
        <p:nvSpPr>
          <p:cNvPr id="180" name="Google Shape;180;p10"/>
          <p:cNvSpPr txBox="1"/>
          <p:nvPr/>
        </p:nvSpPr>
        <p:spPr>
          <a:xfrm>
            <a:off x="359229" y="484381"/>
            <a:ext cx="11408228" cy="4823372"/>
          </a:xfrm>
          <a:prstGeom prst="rect">
            <a:avLst/>
          </a:prstGeom>
          <a:blipFill rotWithShape="1">
            <a:blip r:embed="rId4" cstate="print">
              <a:alphaModFix/>
              <a:extLst>
                <a:ext uri="{28A0092B-C50C-407E-A947-70E740481C1C}">
                  <a14:useLocalDpi xmlns:a14="http://schemas.microsoft.com/office/drawing/2010/main"/>
                </a:ext>
              </a:extLst>
            </a:blip>
            <a:stretch>
              <a:fillRect l="-1068" t="-883" b="-151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181" name="Google Shape;181;p10"/>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10"/>
          <p:cNvSpPr/>
          <p:nvPr/>
        </p:nvSpPr>
        <p:spPr>
          <a:xfrm>
            <a:off x="2110780" y="3130793"/>
            <a:ext cx="3316390" cy="804545"/>
          </a:xfrm>
          <a:prstGeom prst="roundRect">
            <a:avLst>
              <a:gd name="adj" fmla="val 16667"/>
            </a:avLst>
          </a:prstGeom>
          <a:noFill/>
          <a:ln w="25400" cap="flat" cmpd="sng">
            <a:solidFill>
              <a:schemeClr val="dk1"/>
            </a:solidFill>
            <a:prstDash val="solid"/>
            <a:round/>
            <a:headEnd type="none" w="sm" len="sm"/>
            <a:tailEnd type="none" w="sm" len="sm"/>
          </a:ln>
        </p:spPr>
        <p:txBody>
          <a:bodyPr spcFirstLastPara="1" wrap="square" lIns="91425" tIns="45700" rIns="0" bIns="45700" anchor="ctr" anchorCtr="0">
            <a:noAutofit/>
          </a:bodyPr>
          <a:lstStyle/>
          <a:p>
            <a:pPr marL="285750" marR="0" lvl="0" indent="-285750" algn="l" rtl="0">
              <a:lnSpc>
                <a:spcPct val="115000"/>
              </a:lnSpc>
              <a:spcBef>
                <a:spcPts val="0"/>
              </a:spcBef>
              <a:spcAft>
                <a:spcPts val="0"/>
              </a:spcAft>
              <a:buClr>
                <a:srgbClr val="000000"/>
              </a:buClr>
              <a:buSzPts val="2000"/>
              <a:buFont typeface="Courier New"/>
              <a:buChar char="o"/>
            </a:pPr>
            <a:r>
              <a:rPr lang="en-US" sz="2000" b="0" i="0" u="none" strike="noStrike" cap="none">
                <a:solidFill>
                  <a:srgbClr val="000000"/>
                </a:solidFill>
                <a:latin typeface="Verdana"/>
                <a:ea typeface="Verdana"/>
                <a:cs typeface="Verdana"/>
                <a:sym typeface="Verdana"/>
              </a:rPr>
              <a:t>repeated addition.</a:t>
            </a:r>
            <a:endParaRPr sz="2000" b="0" i="1" u="none" strike="noStrike" cap="none">
              <a:solidFill>
                <a:schemeClr val="lt1"/>
              </a:solidFill>
              <a:latin typeface="Cambria Math"/>
              <a:ea typeface="Cambria Math"/>
              <a:cs typeface="Cambria Math"/>
              <a:sym typeface="Cambria Math"/>
            </a:endParaRPr>
          </a:p>
          <a:p>
            <a:pPr marL="285750" marR="0" lvl="0" indent="-285750" algn="l" rtl="0">
              <a:lnSpc>
                <a:spcPct val="115000"/>
              </a:lnSpc>
              <a:spcBef>
                <a:spcPts val="0"/>
              </a:spcBef>
              <a:spcAft>
                <a:spcPts val="0"/>
              </a:spcAft>
              <a:buClr>
                <a:srgbClr val="000000"/>
              </a:buClr>
              <a:buSzPts val="2000"/>
              <a:buFont typeface="Courier New"/>
              <a:buChar char="o"/>
            </a:pPr>
            <a:r>
              <a:rPr lang="en-US" sz="2000" b="0" i="0" u="none" strike="noStrike" cap="none">
                <a:solidFill>
                  <a:srgbClr val="000000"/>
                </a:solidFill>
                <a:latin typeface="Verdana"/>
                <a:ea typeface="Verdana"/>
                <a:cs typeface="Verdana"/>
                <a:sym typeface="Verdana"/>
              </a:rPr>
              <a:t>repeated subtraction.</a:t>
            </a:r>
            <a:endParaRPr sz="2000" b="0" i="1" u="none" strike="noStrike" cap="none">
              <a:solidFill>
                <a:schemeClr val="lt1"/>
              </a:solidFill>
              <a:latin typeface="Cambria Math"/>
              <a:ea typeface="Cambria Math"/>
              <a:cs typeface="Cambria Math"/>
              <a:sym typeface="Cambria Math"/>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11"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68060" y="6142037"/>
            <a:ext cx="563851" cy="657277"/>
          </a:xfrm>
          <a:prstGeom prst="rect">
            <a:avLst/>
          </a:prstGeom>
          <a:noFill/>
          <a:ln>
            <a:noFill/>
          </a:ln>
          <a:effectLst>
            <a:outerShdw blurRad="63500" dist="19050" dir="5400000" rotWithShape="0">
              <a:srgbClr val="000000">
                <a:alpha val="49803"/>
              </a:srgbClr>
            </a:outerShdw>
          </a:effectLst>
        </p:spPr>
      </p:pic>
      <p:sp>
        <p:nvSpPr>
          <p:cNvPr id="188" name="Google Shape;188;p11"/>
          <p:cNvSpPr txBox="1"/>
          <p:nvPr/>
        </p:nvSpPr>
        <p:spPr>
          <a:xfrm>
            <a:off x="8934059" y="6470675"/>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15</a:t>
            </a:r>
            <a:endParaRPr/>
          </a:p>
        </p:txBody>
      </p:sp>
      <p:sp>
        <p:nvSpPr>
          <p:cNvPr id="189" name="Google Shape;189;p11"/>
          <p:cNvSpPr txBox="1"/>
          <p:nvPr/>
        </p:nvSpPr>
        <p:spPr>
          <a:xfrm>
            <a:off x="223200" y="152889"/>
            <a:ext cx="10036368" cy="4844339"/>
          </a:xfrm>
          <a:prstGeom prst="rect">
            <a:avLst/>
          </a:prstGeom>
          <a:blipFill rotWithShape="1">
            <a:blip r:embed="rId4" cstate="print">
              <a:alphaModFix/>
              <a:extLst>
                <a:ext uri="{28A0092B-C50C-407E-A947-70E740481C1C}">
                  <a14:useLocalDpi xmlns:a14="http://schemas.microsoft.com/office/drawing/2010/main"/>
                </a:ext>
              </a:extLst>
            </a:blip>
            <a:stretch>
              <a:fillRect l="-1152" t="-880" r="-1700" b="-113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190" name="Google Shape;190;p11"/>
          <p:cNvSpPr/>
          <p:nvPr/>
        </p:nvSpPr>
        <p:spPr>
          <a:xfrm>
            <a:off x="0" y="-83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1" name="Google Shape;191;p11" descr="Screen Shot 2021-12-21 at 11.20.31 AM.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4490931" y="4869851"/>
            <a:ext cx="3210138" cy="1824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12"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00777" y="6200723"/>
            <a:ext cx="563851" cy="657277"/>
          </a:xfrm>
          <a:prstGeom prst="rect">
            <a:avLst/>
          </a:prstGeom>
          <a:noFill/>
          <a:ln>
            <a:noFill/>
          </a:ln>
          <a:effectLst>
            <a:outerShdw blurRad="63500" dist="19050" dir="5400000" rotWithShape="0">
              <a:srgbClr val="000000">
                <a:alpha val="49803"/>
              </a:srgbClr>
            </a:outerShdw>
          </a:effectLst>
        </p:spPr>
      </p:pic>
      <p:sp>
        <p:nvSpPr>
          <p:cNvPr id="197" name="Google Shape;197;p12"/>
          <p:cNvSpPr txBox="1"/>
          <p:nvPr/>
        </p:nvSpPr>
        <p:spPr>
          <a:xfrm>
            <a:off x="8866776" y="6522741"/>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15</a:t>
            </a:r>
            <a:endParaRPr/>
          </a:p>
        </p:txBody>
      </p:sp>
      <p:sp>
        <p:nvSpPr>
          <p:cNvPr id="198" name="Google Shape;198;p12"/>
          <p:cNvSpPr txBox="1"/>
          <p:nvPr/>
        </p:nvSpPr>
        <p:spPr>
          <a:xfrm>
            <a:off x="583746" y="379019"/>
            <a:ext cx="9932997" cy="4524275"/>
          </a:xfrm>
          <a:prstGeom prst="rect">
            <a:avLst/>
          </a:prstGeom>
          <a:noFill/>
          <a:ln>
            <a:noFill/>
          </a:ln>
        </p:spPr>
        <p:txBody>
          <a:bodyPr spcFirstLastPara="1" wrap="square" lIns="45700" tIns="45700" rIns="45700" bIns="45700" anchor="t" anchorCtr="0">
            <a:spAutoFit/>
          </a:bodyPr>
          <a:lstStyle/>
          <a:p>
            <a:pPr marL="457200" marR="0" lvl="0" indent="-457200" algn="l" rtl="0">
              <a:lnSpc>
                <a:spcPct val="100000"/>
              </a:lnSpc>
              <a:spcBef>
                <a:spcPts val="0"/>
              </a:spcBef>
              <a:spcAft>
                <a:spcPts val="0"/>
              </a:spcAft>
              <a:buClr>
                <a:srgbClr val="000000"/>
              </a:buClr>
              <a:buSzPts val="2400"/>
              <a:buFont typeface="Arial"/>
              <a:buAutoNum type="alphaLcPeriod" startAt="4"/>
            </a:pPr>
            <a:r>
              <a:rPr lang="en-US" sz="2400" b="0" i="0" u="none" strike="noStrike" cap="none" dirty="0">
                <a:solidFill>
                  <a:srgbClr val="000000"/>
                </a:solidFill>
                <a:latin typeface="Verdana"/>
                <a:ea typeface="Verdana"/>
                <a:cs typeface="Verdana"/>
                <a:sym typeface="Verdana"/>
              </a:rPr>
              <a:t>How many slices of the pie are left? </a:t>
            </a:r>
            <a:endParaRPr sz="2400" b="0" i="0" u="none" strike="noStrike" cap="none" dirty="0">
              <a:solidFill>
                <a:srgbClr val="000000"/>
              </a:solidFill>
              <a:latin typeface="Arial"/>
              <a:ea typeface="Arial"/>
              <a:cs typeface="Arial"/>
              <a:sym typeface="Arial"/>
            </a:endParaRPr>
          </a:p>
          <a:p>
            <a:pPr marL="457200" marR="0" lvl="0" indent="-30480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a:p>
            <a:pPr marL="457200" marR="0" lvl="0" indent="-30480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a:p>
            <a:pPr marL="457200" marR="0" lvl="0" indent="-30480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a:p>
            <a:pPr marL="457200" marR="0" lvl="0" indent="-304800" algn="l"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a:p>
            <a:pPr marR="0" lvl="0" algn="l" rtl="0">
              <a:lnSpc>
                <a:spcPct val="100000"/>
              </a:lnSpc>
              <a:spcBef>
                <a:spcPts val="0"/>
              </a:spcBef>
              <a:spcAft>
                <a:spcPts val="0"/>
              </a:spcAft>
              <a:buClr>
                <a:srgbClr val="000000"/>
              </a:buClr>
              <a:buSzPts val="2400"/>
            </a:pPr>
            <a:r>
              <a:rPr lang="en-US" sz="2400" b="0" i="0" u="none" strike="noStrike" cap="none" dirty="0">
                <a:solidFill>
                  <a:srgbClr val="000000"/>
                </a:solidFill>
                <a:latin typeface="Verdana"/>
                <a:ea typeface="Verdana"/>
                <a:cs typeface="Verdana"/>
                <a:sym typeface="Verdana"/>
              </a:rPr>
              <a:t>e. Complete a multiplication expression whose value represents the amount of pie that remains after Liliana received her slices.</a:t>
            </a:r>
            <a:endParaRPr dirty="0"/>
          </a:p>
          <a:p>
            <a:pPr marL="0" marR="0" lvl="0" indent="0" algn="l" rtl="0">
              <a:lnSpc>
                <a:spcPct val="1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p:txBody>
      </p:sp>
      <p:sp>
        <p:nvSpPr>
          <p:cNvPr id="199" name="Google Shape;199;p12"/>
          <p:cNvSpPr/>
          <p:nvPr/>
        </p:nvSpPr>
        <p:spPr>
          <a:xfrm>
            <a:off x="0" y="-83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0" name="Google Shape;200;p12" descr="Screen Shot 2021-12-21 at 11.20.31 AM.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729328" y="3603409"/>
            <a:ext cx="4366761" cy="248170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13"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59252" y="6200475"/>
            <a:ext cx="563851" cy="657277"/>
          </a:xfrm>
          <a:prstGeom prst="rect">
            <a:avLst/>
          </a:prstGeom>
          <a:noFill/>
          <a:ln>
            <a:noFill/>
          </a:ln>
          <a:effectLst>
            <a:outerShdw blurRad="63500" dist="19050" dir="5400000" rotWithShape="0">
              <a:srgbClr val="000000">
                <a:alpha val="49803"/>
              </a:srgbClr>
            </a:outerShdw>
          </a:effectLst>
        </p:spPr>
      </p:pic>
      <p:sp>
        <p:nvSpPr>
          <p:cNvPr id="206" name="Google Shape;206;p13"/>
          <p:cNvSpPr txBox="1"/>
          <p:nvPr/>
        </p:nvSpPr>
        <p:spPr>
          <a:xfrm>
            <a:off x="8942567" y="6457675"/>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15</a:t>
            </a:r>
            <a:endParaRPr/>
          </a:p>
        </p:txBody>
      </p:sp>
      <p:sp>
        <p:nvSpPr>
          <p:cNvPr id="207" name="Google Shape;207;p13"/>
          <p:cNvSpPr txBox="1"/>
          <p:nvPr/>
        </p:nvSpPr>
        <p:spPr>
          <a:xfrm>
            <a:off x="674914" y="107557"/>
            <a:ext cx="9584654" cy="2068067"/>
          </a:xfrm>
          <a:prstGeom prst="rect">
            <a:avLst/>
          </a:prstGeom>
          <a:blipFill rotWithShape="1">
            <a:blip r:embed="rId4" cstate="print">
              <a:alphaModFix/>
              <a:extLst>
                <a:ext uri="{28A0092B-C50C-407E-A947-70E740481C1C}">
                  <a14:useLocalDpi xmlns:a14="http://schemas.microsoft.com/office/drawing/2010/main"/>
                </a:ext>
              </a:extLst>
            </a:blip>
            <a:stretch>
              <a:fillRect l="-1208" r="-1143" b="-442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208" name="Google Shape;208;p13"/>
          <p:cNvSpPr/>
          <p:nvPr/>
        </p:nvSpPr>
        <p:spPr>
          <a:xfrm>
            <a:off x="0" y="-83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26" name="Picture 2">
            <a:extLst>
              <a:ext uri="{FF2B5EF4-FFF2-40B4-BE49-F238E27FC236}">
                <a16:creationId xmlns:a16="http://schemas.microsoft.com/office/drawing/2014/main" id="{FE10D4E4-FBD1-ABB1-9FCD-8F295B2E7FC9}"/>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871538" y="2553200"/>
            <a:ext cx="9548736" cy="39512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14"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79183" y="6200475"/>
            <a:ext cx="563851" cy="657277"/>
          </a:xfrm>
          <a:prstGeom prst="rect">
            <a:avLst/>
          </a:prstGeom>
          <a:noFill/>
          <a:ln>
            <a:noFill/>
          </a:ln>
          <a:effectLst>
            <a:outerShdw blurRad="63500" dist="19050" dir="5400000" rotWithShape="0">
              <a:srgbClr val="000000">
                <a:alpha val="49803"/>
              </a:srgbClr>
            </a:outerShdw>
          </a:effectLst>
        </p:spPr>
      </p:pic>
      <p:sp>
        <p:nvSpPr>
          <p:cNvPr id="215" name="Google Shape;215;p14"/>
          <p:cNvSpPr txBox="1"/>
          <p:nvPr/>
        </p:nvSpPr>
        <p:spPr>
          <a:xfrm>
            <a:off x="8838751" y="6460369"/>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16</a:t>
            </a:r>
            <a:endParaRPr/>
          </a:p>
        </p:txBody>
      </p:sp>
      <p:sp>
        <p:nvSpPr>
          <p:cNvPr id="216" name="Google Shape;216;p14"/>
          <p:cNvSpPr txBox="1"/>
          <p:nvPr/>
        </p:nvSpPr>
        <p:spPr>
          <a:xfrm>
            <a:off x="468086" y="568164"/>
            <a:ext cx="9791482" cy="5632311"/>
          </a:xfrm>
          <a:prstGeom prst="rect">
            <a:avLst/>
          </a:prstGeom>
          <a:noFill/>
          <a:ln>
            <a:noFill/>
          </a:ln>
        </p:spPr>
        <p:txBody>
          <a:bodyPr spcFirstLastPara="1" wrap="square" lIns="45700" tIns="45700" rIns="45700" bIns="45700" anchor="t" anchorCtr="0">
            <a:spAutoFit/>
          </a:bodyPr>
          <a:lstStyle/>
          <a:p>
            <a:pPr marL="457200" marR="0" lvl="0" indent="-457200" algn="l" rtl="0">
              <a:lnSpc>
                <a:spcPct val="100000"/>
              </a:lnSpc>
              <a:spcBef>
                <a:spcPts val="0"/>
              </a:spcBef>
              <a:spcAft>
                <a:spcPts val="0"/>
              </a:spcAft>
              <a:buClr>
                <a:srgbClr val="000000"/>
              </a:buClr>
              <a:buSzPts val="2000"/>
              <a:buFont typeface="Arial"/>
              <a:buAutoNum type="alphaLcPeriod" startAt="2"/>
            </a:pPr>
            <a:r>
              <a:rPr lang="en-US" sz="2000" b="0" i="0" u="none" strike="noStrike" cap="none" dirty="0">
                <a:solidFill>
                  <a:srgbClr val="000000"/>
                </a:solidFill>
                <a:latin typeface="Verdana"/>
                <a:ea typeface="Verdana"/>
                <a:cs typeface="Verdana"/>
                <a:sym typeface="Verdana"/>
              </a:rPr>
              <a:t>The diagram of three figures shows the complete model that represents the amount of key lime juice that Alejandro has. When the first two figures in the diagram are placed on top of each other</a:t>
            </a:r>
            <a:r>
              <a:rPr lang="en-US" sz="2000" b="0" i="0" u="none" strike="noStrike" cap="none" dirty="0">
                <a:solidFill>
                  <a:srgbClr val="000000"/>
                </a:solidFill>
                <a:latin typeface="Helvetica Neue"/>
                <a:ea typeface="Helvetica Neue"/>
                <a:cs typeface="Helvetica Neue"/>
                <a:sym typeface="Helvetica Neue"/>
              </a:rPr>
              <a:t>,</a:t>
            </a:r>
            <a:r>
              <a:rPr lang="en-US" sz="2000" b="0" i="0" u="none" strike="noStrike" cap="none" dirty="0">
                <a:solidFill>
                  <a:srgbClr val="000000"/>
                </a:solidFill>
                <a:latin typeface="Verdana"/>
                <a:ea typeface="Verdana"/>
                <a:cs typeface="Verdana"/>
                <a:sym typeface="Verdana"/>
              </a:rPr>
              <a:t> the result would be the third figure. In the third figure, the denominator represents the total parts. The numerator is represented by the number of parts where the shading overlaps. Fill in the fractions to complete the equation below the model. </a:t>
            </a: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a:p>
            <a:pPr marR="0" lvl="0" algn="l" rtl="0">
              <a:lnSpc>
                <a:spcPct val="100000"/>
              </a:lnSpc>
              <a:spcBef>
                <a:spcPts val="0"/>
              </a:spcBef>
              <a:spcAft>
                <a:spcPts val="0"/>
              </a:spcAft>
              <a:buClr>
                <a:srgbClr val="000000"/>
              </a:buClr>
              <a:buSzPts val="2000"/>
            </a:pPr>
            <a:r>
              <a:rPr lang="en-US" sz="2000" b="0" i="0" u="none" strike="noStrike" cap="none" dirty="0">
                <a:solidFill>
                  <a:srgbClr val="000000"/>
                </a:solidFill>
                <a:latin typeface="Verdana"/>
                <a:ea typeface="Verdana"/>
                <a:cs typeface="Verdana"/>
                <a:sym typeface="Verdana"/>
              </a:rPr>
              <a:t>c.  How much key lime juice did Alejandro have?</a:t>
            </a:r>
            <a:endParaRPr dirty="0"/>
          </a:p>
        </p:txBody>
      </p:sp>
      <p:sp>
        <p:nvSpPr>
          <p:cNvPr id="217" name="Google Shape;217;p14"/>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8" name="Google Shape;218;p14" descr="Screen Shot 2021-12-21 at 11.31.28 AM.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069879" y="2866362"/>
            <a:ext cx="6587896" cy="25455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15"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11663" y="6200600"/>
            <a:ext cx="563851" cy="657277"/>
          </a:xfrm>
          <a:prstGeom prst="rect">
            <a:avLst/>
          </a:prstGeom>
          <a:noFill/>
          <a:ln>
            <a:noFill/>
          </a:ln>
          <a:effectLst>
            <a:outerShdw blurRad="63500" dist="19050" dir="5400000" rotWithShape="0">
              <a:srgbClr val="000000">
                <a:alpha val="49803"/>
              </a:srgbClr>
            </a:outerShdw>
          </a:effectLst>
        </p:spPr>
      </p:pic>
      <p:sp>
        <p:nvSpPr>
          <p:cNvPr id="224" name="Google Shape;224;p15"/>
          <p:cNvSpPr txBox="1"/>
          <p:nvPr/>
        </p:nvSpPr>
        <p:spPr>
          <a:xfrm>
            <a:off x="8821905" y="6471007"/>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16</a:t>
            </a:r>
            <a:endParaRPr/>
          </a:p>
        </p:txBody>
      </p:sp>
      <p:sp>
        <p:nvSpPr>
          <p:cNvPr id="225" name="Google Shape;225;p15"/>
          <p:cNvSpPr txBox="1"/>
          <p:nvPr/>
        </p:nvSpPr>
        <p:spPr>
          <a:xfrm>
            <a:off x="381000" y="386282"/>
            <a:ext cx="9878568" cy="4708981"/>
          </a:xfrm>
          <a:prstGeom prst="rect">
            <a:avLst/>
          </a:prstGeom>
          <a:noFill/>
          <a:ln>
            <a:noFill/>
          </a:ln>
        </p:spPr>
        <p:txBody>
          <a:bodyPr spcFirstLastPara="1" wrap="square" lIns="45700" tIns="45700" rIns="45700" bIns="45700" anchor="t" anchorCtr="0">
            <a:spAutoFit/>
          </a:bodyPr>
          <a:lstStyle/>
          <a:p>
            <a:pPr marL="457200" marR="0" lvl="0" indent="-457200" algn="l" rtl="0">
              <a:lnSpc>
                <a:spcPct val="200000"/>
              </a:lnSpc>
              <a:spcBef>
                <a:spcPts val="0"/>
              </a:spcBef>
              <a:spcAft>
                <a:spcPts val="0"/>
              </a:spcAft>
              <a:buClr>
                <a:srgbClr val="000000"/>
              </a:buClr>
              <a:buSzPts val="2400"/>
              <a:buFont typeface="Arial"/>
              <a:buAutoNum type="arabicPeriod" startAt="4"/>
            </a:pPr>
            <a:r>
              <a:rPr lang="en-US" sz="2400" b="0" i="0" u="none" strike="noStrike" cap="none" dirty="0">
                <a:solidFill>
                  <a:srgbClr val="000000"/>
                </a:solidFill>
                <a:latin typeface="Verdana"/>
                <a:ea typeface="Verdana"/>
                <a:cs typeface="Verdana"/>
                <a:sym typeface="Verdana"/>
              </a:rPr>
              <a:t>When multiplying fractions, the numerator of the first factor is multiplied by the                       of the second factor. The denominator of the first factor is multiplied by the                       of the second factor. Simply put, when multiplying fractions, multiply </a:t>
            </a:r>
            <a:endParaRPr dirty="0"/>
          </a:p>
          <a:p>
            <a:pPr marL="0" marR="0" lvl="0" indent="0" algn="l" rtl="0">
              <a:lnSpc>
                <a:spcPct val="2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Verdana"/>
              <a:buNone/>
            </a:pPr>
            <a:endParaRPr sz="2000" b="0" i="0" u="none" strike="noStrike" cap="none" dirty="0">
              <a:solidFill>
                <a:srgbClr val="000000"/>
              </a:solidFill>
              <a:latin typeface="Arial"/>
              <a:ea typeface="Arial"/>
              <a:cs typeface="Arial"/>
              <a:sym typeface="Arial"/>
            </a:endParaRPr>
          </a:p>
        </p:txBody>
      </p:sp>
      <p:sp>
        <p:nvSpPr>
          <p:cNvPr id="226" name="Google Shape;226;p15"/>
          <p:cNvSpPr/>
          <p:nvPr/>
        </p:nvSpPr>
        <p:spPr>
          <a:xfrm>
            <a:off x="-24143"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15"/>
          <p:cNvSpPr/>
          <p:nvPr/>
        </p:nvSpPr>
        <p:spPr>
          <a:xfrm>
            <a:off x="3943457" y="1168395"/>
            <a:ext cx="2283900" cy="8046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28600" marR="0" lvl="0" indent="-228600" algn="l" rtl="0">
              <a:lnSpc>
                <a:spcPct val="115000"/>
              </a:lnSpc>
              <a:spcBef>
                <a:spcPts val="0"/>
              </a:spcBef>
              <a:spcAft>
                <a:spcPts val="0"/>
              </a:spcAft>
              <a:buClr>
                <a:srgbClr val="000000"/>
              </a:buClr>
              <a:buSzPts val="2000"/>
              <a:buFont typeface="Courier New"/>
              <a:buChar char="o"/>
            </a:pPr>
            <a:r>
              <a:rPr lang="en-US" sz="2000" b="0" i="0" u="none" strike="noStrike" cap="none" dirty="0">
                <a:solidFill>
                  <a:srgbClr val="000000"/>
                </a:solidFill>
                <a:latin typeface="Verdana"/>
                <a:ea typeface="Verdana"/>
                <a:cs typeface="Verdana"/>
                <a:sym typeface="Verdana"/>
              </a:rPr>
              <a:t>numerator</a:t>
            </a:r>
            <a:endParaRPr sz="2000" b="0" i="1" u="none" strike="noStrike" cap="none" dirty="0">
              <a:solidFill>
                <a:schemeClr val="lt1"/>
              </a:solidFill>
              <a:latin typeface="Cambria Math"/>
              <a:ea typeface="Cambria Math"/>
              <a:cs typeface="Cambria Math"/>
              <a:sym typeface="Cambria Math"/>
            </a:endParaRPr>
          </a:p>
          <a:p>
            <a:pPr marL="228600" marR="0" lvl="0" indent="-228600" algn="l" rtl="0">
              <a:lnSpc>
                <a:spcPct val="115000"/>
              </a:lnSpc>
              <a:spcBef>
                <a:spcPts val="0"/>
              </a:spcBef>
              <a:spcAft>
                <a:spcPts val="0"/>
              </a:spcAft>
              <a:buClr>
                <a:srgbClr val="000000"/>
              </a:buClr>
              <a:buSzPts val="2000"/>
              <a:buFont typeface="Courier New"/>
              <a:buChar char="o"/>
            </a:pPr>
            <a:r>
              <a:rPr lang="en-US" sz="2000" b="0" i="0" u="none" strike="noStrike" cap="none" dirty="0">
                <a:solidFill>
                  <a:srgbClr val="000000"/>
                </a:solidFill>
                <a:latin typeface="Verdana"/>
                <a:ea typeface="Verdana"/>
                <a:cs typeface="Verdana"/>
                <a:sym typeface="Verdana"/>
              </a:rPr>
              <a:t>denominator</a:t>
            </a:r>
            <a:r>
              <a:rPr lang="en-US" sz="2000" b="0" i="1" u="none" strike="noStrike" cap="none" dirty="0">
                <a:solidFill>
                  <a:schemeClr val="lt1"/>
                </a:solidFill>
                <a:latin typeface="Cambria Math"/>
                <a:ea typeface="Cambria Math"/>
                <a:cs typeface="Cambria Math"/>
                <a:sym typeface="Cambria Math"/>
              </a:rPr>
              <a:t> </a:t>
            </a:r>
            <a:endParaRPr dirty="0"/>
          </a:p>
        </p:txBody>
      </p:sp>
      <p:sp>
        <p:nvSpPr>
          <p:cNvPr id="228" name="Google Shape;228;p15"/>
          <p:cNvSpPr/>
          <p:nvPr/>
        </p:nvSpPr>
        <p:spPr>
          <a:xfrm>
            <a:off x="8647864" y="1936172"/>
            <a:ext cx="2283900" cy="8046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228600" marR="0" lvl="0" indent="-228600" algn="l" rtl="0">
              <a:lnSpc>
                <a:spcPct val="115000"/>
              </a:lnSpc>
              <a:spcBef>
                <a:spcPts val="0"/>
              </a:spcBef>
              <a:spcAft>
                <a:spcPts val="0"/>
              </a:spcAft>
              <a:buClr>
                <a:srgbClr val="000000"/>
              </a:buClr>
              <a:buSzPts val="2000"/>
              <a:buFont typeface="Courier New"/>
              <a:buChar char="o"/>
            </a:pPr>
            <a:r>
              <a:rPr lang="en-US" sz="2000" b="0" i="0" u="none" strike="noStrike" cap="none">
                <a:solidFill>
                  <a:srgbClr val="000000"/>
                </a:solidFill>
                <a:latin typeface="Verdana"/>
                <a:ea typeface="Verdana"/>
                <a:cs typeface="Verdana"/>
                <a:sym typeface="Verdana"/>
              </a:rPr>
              <a:t>numerator</a:t>
            </a:r>
            <a:endParaRPr sz="2000" b="0" i="1" u="none" strike="noStrike" cap="none">
              <a:solidFill>
                <a:schemeClr val="lt1"/>
              </a:solidFill>
              <a:latin typeface="Cambria Math"/>
              <a:ea typeface="Cambria Math"/>
              <a:cs typeface="Cambria Math"/>
              <a:sym typeface="Cambria Math"/>
            </a:endParaRPr>
          </a:p>
          <a:p>
            <a:pPr marL="228600" marR="0" lvl="0" indent="-228600" algn="l" rtl="0">
              <a:lnSpc>
                <a:spcPct val="115000"/>
              </a:lnSpc>
              <a:spcBef>
                <a:spcPts val="0"/>
              </a:spcBef>
              <a:spcAft>
                <a:spcPts val="0"/>
              </a:spcAft>
              <a:buClr>
                <a:srgbClr val="000000"/>
              </a:buClr>
              <a:buSzPts val="2000"/>
              <a:buFont typeface="Courier New"/>
              <a:buChar char="o"/>
            </a:pPr>
            <a:r>
              <a:rPr lang="en-US" sz="2000" b="0" i="0" u="none" strike="noStrike" cap="none">
                <a:solidFill>
                  <a:srgbClr val="000000"/>
                </a:solidFill>
                <a:latin typeface="Verdana"/>
                <a:ea typeface="Verdana"/>
                <a:cs typeface="Verdana"/>
                <a:sym typeface="Verdana"/>
              </a:rPr>
              <a:t>denominator</a:t>
            </a:r>
            <a:endParaRPr sz="2000" b="0" i="1" u="none" strike="noStrike" cap="none">
              <a:solidFill>
                <a:schemeClr val="lt1"/>
              </a:solidFill>
              <a:latin typeface="Cambria Math"/>
              <a:ea typeface="Cambria Math"/>
              <a:cs typeface="Cambria Math"/>
              <a:sym typeface="Cambria Math"/>
            </a:endParaRPr>
          </a:p>
        </p:txBody>
      </p:sp>
      <p:sp>
        <p:nvSpPr>
          <p:cNvPr id="229" name="Google Shape;229;p15"/>
          <p:cNvSpPr/>
          <p:nvPr/>
        </p:nvSpPr>
        <p:spPr>
          <a:xfrm>
            <a:off x="2450381" y="3427394"/>
            <a:ext cx="4120200" cy="782400"/>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lnSpc>
                <a:spcPct val="115000"/>
              </a:lnSpc>
              <a:spcBef>
                <a:spcPts val="0"/>
              </a:spcBef>
              <a:spcAft>
                <a:spcPts val="0"/>
              </a:spcAft>
              <a:buClr>
                <a:srgbClr val="000000"/>
              </a:buClr>
              <a:buSzPts val="2000"/>
              <a:buFont typeface="Courier New"/>
              <a:buChar char="o"/>
            </a:pPr>
            <a:r>
              <a:rPr lang="en-US" sz="2000" b="0" i="0" u="none" strike="noStrike" cap="none" dirty="0">
                <a:solidFill>
                  <a:srgbClr val="000000"/>
                </a:solidFill>
                <a:latin typeface="Verdana"/>
                <a:ea typeface="Verdana"/>
                <a:cs typeface="Verdana"/>
                <a:sym typeface="Verdana"/>
              </a:rPr>
              <a:t>straight across.</a:t>
            </a:r>
            <a:endParaRPr sz="2000" b="0" i="1" u="none" strike="noStrike" cap="none" dirty="0">
              <a:solidFill>
                <a:schemeClr val="lt1"/>
              </a:solidFill>
              <a:latin typeface="Cambria Math"/>
              <a:ea typeface="Cambria Math"/>
              <a:cs typeface="Cambria Math"/>
              <a:sym typeface="Cambria Math"/>
            </a:endParaRPr>
          </a:p>
          <a:p>
            <a:pPr marL="342900" marR="0" lvl="0" indent="-342900" algn="l" rtl="0">
              <a:lnSpc>
                <a:spcPct val="115000"/>
              </a:lnSpc>
              <a:spcBef>
                <a:spcPts val="0"/>
              </a:spcBef>
              <a:spcAft>
                <a:spcPts val="0"/>
              </a:spcAft>
              <a:buClr>
                <a:srgbClr val="000000"/>
              </a:buClr>
              <a:buSzPts val="2000"/>
              <a:buFont typeface="Courier New"/>
              <a:buChar char="o"/>
            </a:pPr>
            <a:r>
              <a:rPr lang="en-US" sz="2000" b="0" i="0" u="none" strike="noStrike" cap="none" dirty="0">
                <a:solidFill>
                  <a:srgbClr val="000000"/>
                </a:solidFill>
                <a:latin typeface="Verdana"/>
                <a:ea typeface="Verdana"/>
                <a:cs typeface="Verdana"/>
                <a:sym typeface="Verdana"/>
              </a:rPr>
              <a:t>diagonally (cross-multiply).</a:t>
            </a:r>
            <a:endParaRPr sz="2000" b="0" i="1" u="none" strike="noStrike" cap="none" dirty="0">
              <a:solidFill>
                <a:schemeClr val="lt1"/>
              </a:solidFill>
              <a:latin typeface="Cambria Math"/>
              <a:ea typeface="Cambria Math"/>
              <a:cs typeface="Cambria Math"/>
              <a:sym typeface="Cambria Math"/>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pic>
        <p:nvPicPr>
          <p:cNvPr id="234" name="Google Shape;234;p16"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99340" y="6151140"/>
            <a:ext cx="563851" cy="657277"/>
          </a:xfrm>
          <a:prstGeom prst="rect">
            <a:avLst/>
          </a:prstGeom>
          <a:noFill/>
          <a:ln>
            <a:noFill/>
          </a:ln>
          <a:effectLst>
            <a:outerShdw blurRad="63500" dist="19050" dir="5400000" rotWithShape="0">
              <a:srgbClr val="000000">
                <a:alpha val="49803"/>
              </a:srgbClr>
            </a:outerShdw>
          </a:effectLst>
        </p:spPr>
      </p:pic>
      <p:sp>
        <p:nvSpPr>
          <p:cNvPr id="235" name="Google Shape;235;p16"/>
          <p:cNvSpPr txBox="1"/>
          <p:nvPr/>
        </p:nvSpPr>
        <p:spPr>
          <a:xfrm>
            <a:off x="8791483" y="6479778"/>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16</a:t>
            </a:r>
            <a:endParaRPr/>
          </a:p>
        </p:txBody>
      </p:sp>
      <p:sp>
        <p:nvSpPr>
          <p:cNvPr id="236" name="Google Shape;236;p16"/>
          <p:cNvSpPr txBox="1"/>
          <p:nvPr/>
        </p:nvSpPr>
        <p:spPr>
          <a:xfrm>
            <a:off x="391886" y="219573"/>
            <a:ext cx="9867682" cy="5986126"/>
          </a:xfrm>
          <a:prstGeom prst="rect">
            <a:avLst/>
          </a:prstGeom>
          <a:blipFill rotWithShape="1">
            <a:blip r:embed="rId4" cstate="print">
              <a:alphaModFix/>
              <a:extLst>
                <a:ext uri="{28A0092B-C50C-407E-A947-70E740481C1C}">
                  <a14:useLocalDpi xmlns:a14="http://schemas.microsoft.com/office/drawing/2010/main"/>
                </a:ext>
              </a:extLst>
            </a:blip>
            <a:stretch>
              <a:fillRect l="-1358" r="-1321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237" name="Google Shape;237;p16"/>
          <p:cNvSpPr/>
          <p:nvPr/>
        </p:nvSpPr>
        <p:spPr>
          <a:xfrm>
            <a:off x="-41272" y="-11383"/>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8" name="Google Shape;238;p16"/>
          <p:cNvSpPr/>
          <p:nvPr/>
        </p:nvSpPr>
        <p:spPr>
          <a:xfrm>
            <a:off x="3520627" y="4339348"/>
            <a:ext cx="1546671" cy="775335"/>
          </a:xfrm>
          <a:prstGeom prst="roundRect">
            <a:avLst>
              <a:gd name="adj" fmla="val 16667"/>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lnSpc>
                <a:spcPct val="115000"/>
              </a:lnSpc>
              <a:spcBef>
                <a:spcPts val="0"/>
              </a:spcBef>
              <a:spcAft>
                <a:spcPts val="0"/>
              </a:spcAft>
              <a:buClr>
                <a:srgbClr val="000000"/>
              </a:buClr>
              <a:buSzPts val="1800"/>
              <a:buFont typeface="Courier New"/>
              <a:buChar char="o"/>
            </a:pPr>
            <a:r>
              <a:rPr lang="en-US" sz="1800" b="0" i="0" u="none" strike="noStrike" cap="none" dirty="0">
                <a:solidFill>
                  <a:srgbClr val="000000"/>
                </a:solidFill>
                <a:latin typeface="Verdana"/>
                <a:ea typeface="Verdana"/>
                <a:cs typeface="Verdana"/>
                <a:sym typeface="Verdana"/>
              </a:rPr>
              <a:t>add</a:t>
            </a:r>
            <a:endParaRPr sz="1600" b="0" i="1" u="none" strike="noStrike" cap="none" dirty="0">
              <a:solidFill>
                <a:schemeClr val="lt1"/>
              </a:solidFill>
              <a:latin typeface="Cambria Math"/>
              <a:ea typeface="Cambria Math"/>
              <a:cs typeface="Cambria Math"/>
              <a:sym typeface="Cambria Math"/>
            </a:endParaRPr>
          </a:p>
          <a:p>
            <a:pPr marL="342900" marR="0" lvl="0" indent="-342900" algn="l" rtl="0">
              <a:lnSpc>
                <a:spcPct val="115000"/>
              </a:lnSpc>
              <a:spcBef>
                <a:spcPts val="0"/>
              </a:spcBef>
              <a:spcAft>
                <a:spcPts val="0"/>
              </a:spcAft>
              <a:buClr>
                <a:srgbClr val="000000"/>
              </a:buClr>
              <a:buSzPts val="1800"/>
              <a:buFont typeface="Courier New"/>
              <a:buChar char="o"/>
            </a:pPr>
            <a:r>
              <a:rPr lang="en-US" sz="1800" b="0" i="0" u="none" strike="noStrike" cap="none" dirty="0">
                <a:solidFill>
                  <a:srgbClr val="000000"/>
                </a:solidFill>
                <a:latin typeface="Verdana"/>
                <a:ea typeface="Verdana"/>
                <a:cs typeface="Verdana"/>
                <a:sym typeface="Verdana"/>
              </a:rPr>
              <a:t>multiply</a:t>
            </a:r>
            <a:endParaRPr sz="1600" b="0" i="1" u="none" strike="noStrike" cap="none" dirty="0">
              <a:solidFill>
                <a:schemeClr val="lt1"/>
              </a:solidFill>
              <a:latin typeface="Cambria Math"/>
              <a:ea typeface="Cambria Math"/>
              <a:cs typeface="Cambria Math"/>
              <a:sym typeface="Cambria Math"/>
            </a:endParaRPr>
          </a:p>
        </p:txBody>
      </p:sp>
      <p:sp>
        <p:nvSpPr>
          <p:cNvPr id="239" name="Google Shape;239;p16"/>
          <p:cNvSpPr/>
          <p:nvPr/>
        </p:nvSpPr>
        <p:spPr>
          <a:xfrm>
            <a:off x="5233794" y="4298459"/>
            <a:ext cx="906780" cy="862965"/>
          </a:xfrm>
          <a:prstGeom prst="roundRect">
            <a:avLst>
              <a:gd name="adj" fmla="val 16667"/>
            </a:avLst>
          </a:prstGeom>
          <a:blipFill rotWithShape="1">
            <a:blip r:embed="rId5" cstate="screen">
              <a:alphaModFix/>
              <a:extLst>
                <a:ext uri="{28A0092B-C50C-407E-A947-70E740481C1C}">
                  <a14:useLocalDpi xmlns:a14="http://schemas.microsoft.com/office/drawing/2010/main"/>
                </a:ext>
              </a:extLst>
            </a:blip>
            <a:stretch>
              <a:fillRect b="-8218"/>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240" name="Google Shape;240;p16"/>
          <p:cNvSpPr/>
          <p:nvPr/>
        </p:nvSpPr>
        <p:spPr>
          <a:xfrm>
            <a:off x="10259568" y="4295532"/>
            <a:ext cx="906780" cy="862965"/>
          </a:xfrm>
          <a:prstGeom prst="roundRect">
            <a:avLst>
              <a:gd name="adj" fmla="val 16667"/>
            </a:avLst>
          </a:prstGeom>
          <a:blipFill rotWithShape="1">
            <a:blip r:embed="rId6" cstate="screen">
              <a:alphaModFix/>
              <a:extLst>
                <a:ext uri="{28A0092B-C50C-407E-A947-70E740481C1C}">
                  <a14:useLocalDpi xmlns:a14="http://schemas.microsoft.com/office/drawing/2010/main"/>
                </a:ext>
              </a:extLst>
            </a:blip>
            <a:stretch>
              <a:fillRect b="-8275"/>
            </a:stretch>
          </a:blip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17"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00777" y="6200723"/>
            <a:ext cx="563851" cy="657277"/>
          </a:xfrm>
          <a:prstGeom prst="rect">
            <a:avLst/>
          </a:prstGeom>
          <a:noFill/>
          <a:ln>
            <a:noFill/>
          </a:ln>
          <a:effectLst>
            <a:outerShdw blurRad="63500" dist="19050" dir="5400000" rotWithShape="0">
              <a:srgbClr val="000000">
                <a:alpha val="49803"/>
              </a:srgbClr>
            </a:outerShdw>
          </a:effectLst>
        </p:spPr>
      </p:pic>
      <p:sp>
        <p:nvSpPr>
          <p:cNvPr id="246" name="Google Shape;246;p17"/>
          <p:cNvSpPr txBox="1"/>
          <p:nvPr/>
        </p:nvSpPr>
        <p:spPr>
          <a:xfrm>
            <a:off x="8942567" y="6471255"/>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16</a:t>
            </a:r>
            <a:endParaRPr/>
          </a:p>
        </p:txBody>
      </p:sp>
      <p:sp>
        <p:nvSpPr>
          <p:cNvPr id="247" name="Google Shape;247;p17"/>
          <p:cNvSpPr txBox="1"/>
          <p:nvPr/>
        </p:nvSpPr>
        <p:spPr>
          <a:xfrm>
            <a:off x="704771" y="252572"/>
            <a:ext cx="10259568" cy="5509200"/>
          </a:xfrm>
          <a:prstGeom prst="rect">
            <a:avLst/>
          </a:prstGeom>
          <a:noFill/>
          <a:ln>
            <a:noFill/>
          </a:ln>
        </p:spPr>
        <p:txBody>
          <a:bodyPr spcFirstLastPara="1" wrap="square" lIns="45700" tIns="45700" rIns="45700" bIns="45700" anchor="t" anchorCtr="0">
            <a:spAutoFit/>
          </a:bodyPr>
          <a:lstStyle/>
          <a:p>
            <a:pPr marL="457200" marR="0" lvl="0" indent="-457200" algn="l" rtl="0">
              <a:lnSpc>
                <a:spcPct val="100000"/>
              </a:lnSpc>
              <a:spcBef>
                <a:spcPts val="0"/>
              </a:spcBef>
              <a:spcAft>
                <a:spcPts val="0"/>
              </a:spcAft>
              <a:buClr>
                <a:srgbClr val="000000"/>
              </a:buClr>
              <a:buSzPts val="2200"/>
              <a:buFont typeface="Arial"/>
              <a:buAutoNum type="arabicPeriod" startAt="6"/>
            </a:pPr>
            <a:r>
              <a:rPr lang="en-US" sz="2200" b="0" i="0" u="none" strike="noStrike" cap="none" dirty="0">
                <a:solidFill>
                  <a:srgbClr val="000000"/>
                </a:solidFill>
                <a:latin typeface="Verdana"/>
                <a:ea typeface="Verdana"/>
                <a:cs typeface="Verdana"/>
                <a:sym typeface="Verdana"/>
              </a:rPr>
              <a:t>When multiplying using mixed numbers, an area model can be used.</a:t>
            </a:r>
            <a:endParaRPr dirty="0"/>
          </a:p>
          <a:p>
            <a:pPr marL="0" marR="0" lvl="0" indent="0" algn="l" rtl="0">
              <a:lnSpc>
                <a:spcPct val="100000"/>
              </a:lnSpc>
              <a:spcBef>
                <a:spcPts val="0"/>
              </a:spcBef>
              <a:spcAft>
                <a:spcPts val="0"/>
              </a:spcAft>
              <a:buClr>
                <a:srgbClr val="000000"/>
              </a:buClr>
              <a:buSzPts val="2200"/>
              <a:buFont typeface="Verdana"/>
              <a:buNone/>
            </a:pPr>
            <a:endParaRPr sz="2200" b="0" i="0" u="none" strike="noStrike" cap="none" dirty="0">
              <a:solidFill>
                <a:srgbClr val="000000"/>
              </a:solidFill>
              <a:latin typeface="Arial"/>
              <a:ea typeface="Arial"/>
              <a:cs typeface="Arial"/>
              <a:sym typeface="Arial"/>
            </a:endParaRPr>
          </a:p>
          <a:p>
            <a:pPr marL="922338" marR="0" lvl="0" indent="-461963" algn="l" rtl="0">
              <a:lnSpc>
                <a:spcPct val="100000"/>
              </a:lnSpc>
              <a:spcBef>
                <a:spcPts val="0"/>
              </a:spcBef>
              <a:spcAft>
                <a:spcPts val="0"/>
              </a:spcAft>
              <a:buClr>
                <a:srgbClr val="000000"/>
              </a:buClr>
              <a:buSzPts val="2200"/>
              <a:buFont typeface="Arial"/>
              <a:buAutoNum type="alphaLcPeriod"/>
            </a:pPr>
            <a:r>
              <a:rPr lang="en-US" sz="2200" b="0" i="0" u="none" strike="noStrike" cap="none" dirty="0">
                <a:solidFill>
                  <a:srgbClr val="000000"/>
                </a:solidFill>
                <a:latin typeface="Verdana"/>
                <a:ea typeface="Verdana"/>
                <a:cs typeface="Verdana"/>
                <a:sym typeface="Verdana"/>
              </a:rPr>
              <a:t>Complete the left side of the area model with the missing factors</a:t>
            </a:r>
            <a:r>
              <a:rPr lang="en-US" sz="2200" b="0" i="0" u="none" strike="noStrike" cap="none" dirty="0">
                <a:solidFill>
                  <a:srgbClr val="000000"/>
                </a:solidFill>
                <a:latin typeface="Helvetica Neue"/>
                <a:ea typeface="Helvetica Neue"/>
                <a:cs typeface="Helvetica Neue"/>
                <a:sym typeface="Helvetica Neue"/>
              </a:rPr>
              <a:t>,</a:t>
            </a:r>
            <a:r>
              <a:rPr lang="en-US" sz="2200" b="0" i="0" u="none" strike="noStrike" cap="none" dirty="0">
                <a:solidFill>
                  <a:srgbClr val="000000"/>
                </a:solidFill>
                <a:latin typeface="Verdana"/>
                <a:ea typeface="Verdana"/>
                <a:cs typeface="Verdana"/>
                <a:sym typeface="Verdana"/>
              </a:rPr>
              <a:t> and then find the product for each box.</a:t>
            </a: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57200" marR="0" lvl="0" indent="-317500"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922338" marR="0" lvl="0" indent="-322263"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922338" marR="0" lvl="0" indent="-322263" algn="l"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460375" marR="0" lvl="0" algn="l" rtl="0">
              <a:lnSpc>
                <a:spcPct val="100000"/>
              </a:lnSpc>
              <a:spcBef>
                <a:spcPts val="0"/>
              </a:spcBef>
              <a:spcAft>
                <a:spcPts val="0"/>
              </a:spcAft>
              <a:buClr>
                <a:srgbClr val="000000"/>
              </a:buClr>
              <a:buSzPts val="2200"/>
            </a:pPr>
            <a:r>
              <a:rPr lang="en-US" sz="2200" b="0" i="0" u="none" strike="noStrike" cap="none" dirty="0">
                <a:solidFill>
                  <a:srgbClr val="000000"/>
                </a:solidFill>
                <a:latin typeface="Verdana"/>
                <a:ea typeface="Verdana"/>
                <a:cs typeface="Verdana"/>
                <a:sym typeface="Verdana"/>
              </a:rPr>
              <a:t>b.  Add the values from each box together to find the total number of cups of key lime juice.</a:t>
            </a:r>
            <a:endParaRPr dirty="0"/>
          </a:p>
        </p:txBody>
      </p:sp>
      <p:sp>
        <p:nvSpPr>
          <p:cNvPr id="248" name="Google Shape;248;p17"/>
          <p:cNvSpPr/>
          <p:nvPr/>
        </p:nvSpPr>
        <p:spPr>
          <a:xfrm>
            <a:off x="0" y="-40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9" name="Google Shape;249;p17" descr="Screen Shot 2021-12-21 at 11.47.56 AM.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964361" y="1748275"/>
            <a:ext cx="4983988" cy="290671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8"/>
          <p:cNvSpPr/>
          <p:nvPr/>
        </p:nvSpPr>
        <p:spPr>
          <a:xfrm>
            <a:off x="0" y="-8348"/>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rotWithShape="0">
              <a:srgbClr val="000000">
                <a:alpha val="400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5" name="Google Shape;255;p18" descr="Google Shape;311;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44319" y="6200475"/>
            <a:ext cx="563851" cy="657277"/>
          </a:xfrm>
          <a:prstGeom prst="rect">
            <a:avLst/>
          </a:prstGeom>
          <a:noFill/>
          <a:ln>
            <a:noFill/>
          </a:ln>
          <a:effectLst>
            <a:outerShdw blurRad="63500" dist="19050" dir="5400000" rotWithShape="0">
              <a:srgbClr val="000000">
                <a:alpha val="49803"/>
              </a:srgbClr>
            </a:outerShdw>
          </a:effectLst>
        </p:spPr>
      </p:pic>
      <p:sp>
        <p:nvSpPr>
          <p:cNvPr id="256" name="Google Shape;256;p18"/>
          <p:cNvSpPr txBox="1">
            <a:spLocks noGrp="1"/>
          </p:cNvSpPr>
          <p:nvPr>
            <p:ph type="title" idx="4294967295"/>
          </p:nvPr>
        </p:nvSpPr>
        <p:spPr>
          <a:xfrm>
            <a:off x="5225956" y="2766145"/>
            <a:ext cx="4480751" cy="1325701"/>
          </a:xfrm>
          <a:prstGeom prst="rect">
            <a:avLst/>
          </a:prstGeom>
          <a:noFill/>
          <a:ln>
            <a:noFill/>
          </a:ln>
        </p:spPr>
        <p:txBody>
          <a:bodyPr spcFirstLastPara="1" wrap="square" lIns="45675" tIns="45675" rIns="45675" bIns="45675" anchor="ctr" anchorCtr="0">
            <a:noAutofit/>
          </a:bodyPr>
          <a:lstStyle/>
          <a:p>
            <a:pPr marL="0" lvl="0" indent="0" algn="ctr" rtl="0">
              <a:lnSpc>
                <a:spcPct val="90000"/>
              </a:lnSpc>
              <a:spcBef>
                <a:spcPts val="0"/>
              </a:spcBef>
              <a:spcAft>
                <a:spcPts val="0"/>
              </a:spcAft>
              <a:buClr>
                <a:srgbClr val="54B5D1"/>
              </a:buClr>
              <a:buSzPts val="5000"/>
              <a:buFont typeface="Verdana"/>
              <a:buNone/>
            </a:pPr>
            <a:r>
              <a:rPr lang="en-US" sz="5000" b="1" i="0" u="none" strike="noStrike" cap="none">
                <a:solidFill>
                  <a:srgbClr val="54B5D1"/>
                </a:solidFill>
                <a:latin typeface="Verdana"/>
                <a:ea typeface="Verdana"/>
                <a:cs typeface="Verdana"/>
                <a:sym typeface="Verdana"/>
              </a:rPr>
              <a:t>Guided Practice</a:t>
            </a:r>
            <a:endParaRPr/>
          </a:p>
        </p:txBody>
      </p:sp>
      <p:sp>
        <p:nvSpPr>
          <p:cNvPr id="257" name="Google Shape;257;p18"/>
          <p:cNvSpPr txBox="1"/>
          <p:nvPr/>
        </p:nvSpPr>
        <p:spPr>
          <a:xfrm>
            <a:off x="8910318" y="6477379"/>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17</a:t>
            </a:r>
            <a:endParaRPr/>
          </a:p>
        </p:txBody>
      </p:sp>
      <p:pic>
        <p:nvPicPr>
          <p:cNvPr id="258" name="Google Shape;258;p18" descr="Picture 2"/>
          <p:cNvPicPr preferRelativeResize="0"/>
          <p:nvPr/>
        </p:nvPicPr>
        <p:blipFill rotWithShape="1">
          <a:blip r:embed="rId4">
            <a:alphaModFix/>
          </a:blip>
          <a:srcRect/>
          <a:stretch/>
        </p:blipFill>
        <p:spPr>
          <a:xfrm>
            <a:off x="4512722" y="2852923"/>
            <a:ext cx="1152146" cy="1152145"/>
          </a:xfrm>
          <a:prstGeom prst="rect">
            <a:avLst/>
          </a:prstGeom>
          <a:noFill/>
          <a:ln>
            <a:noFill/>
          </a:ln>
          <a:effectLst>
            <a:outerShdw blurRad="50800" dist="38100" dir="2700000" rotWithShape="0">
              <a:srgbClr val="000000">
                <a:alpha val="4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pic>
        <p:nvPicPr>
          <p:cNvPr id="263" name="Google Shape;263;p19"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18060" y="6208823"/>
            <a:ext cx="563851" cy="657277"/>
          </a:xfrm>
          <a:prstGeom prst="rect">
            <a:avLst/>
          </a:prstGeom>
          <a:noFill/>
          <a:ln>
            <a:noFill/>
          </a:ln>
          <a:effectLst>
            <a:outerShdw blurRad="63500" dist="19050" dir="5400000" rotWithShape="0">
              <a:srgbClr val="000000">
                <a:alpha val="49803"/>
              </a:srgbClr>
            </a:outerShdw>
          </a:effectLst>
        </p:spPr>
      </p:pic>
      <p:sp>
        <p:nvSpPr>
          <p:cNvPr id="264" name="Google Shape;264;p19"/>
          <p:cNvSpPr txBox="1"/>
          <p:nvPr/>
        </p:nvSpPr>
        <p:spPr>
          <a:xfrm>
            <a:off x="1310637" y="357895"/>
            <a:ext cx="10489349" cy="535489"/>
          </a:xfrm>
          <a:prstGeom prst="rect">
            <a:avLst/>
          </a:prstGeom>
          <a:noFill/>
          <a:ln>
            <a:noFill/>
          </a:ln>
        </p:spPr>
        <p:txBody>
          <a:bodyPr spcFirstLastPara="1" wrap="square" lIns="45675" tIns="45675" rIns="45675" bIns="45675" anchor="ctr" anchorCtr="0">
            <a:spAutoFit/>
          </a:bodyPr>
          <a:lstStyle/>
          <a:p>
            <a:pPr marL="0" marR="0" lvl="0" indent="0" algn="l" rtl="0">
              <a:lnSpc>
                <a:spcPct val="90000"/>
              </a:lnSpc>
              <a:spcBef>
                <a:spcPts val="0"/>
              </a:spcBef>
              <a:spcAft>
                <a:spcPts val="0"/>
              </a:spcAft>
              <a:buClr>
                <a:srgbClr val="54B5D1"/>
              </a:buClr>
              <a:buSzPts val="3200"/>
              <a:buFont typeface="Verdana"/>
              <a:buNone/>
            </a:pPr>
            <a:r>
              <a:rPr lang="en-US" sz="3200" b="1" i="0" u="none" strike="noStrike" cap="none">
                <a:solidFill>
                  <a:srgbClr val="54B5D1"/>
                </a:solidFill>
                <a:latin typeface="Verdana"/>
                <a:ea typeface="Verdana"/>
                <a:cs typeface="Verdana"/>
                <a:sym typeface="Verdana"/>
              </a:rPr>
              <a:t>1.3.3 Guided Practice: Multiplying Fractions</a:t>
            </a:r>
            <a:endParaRPr/>
          </a:p>
        </p:txBody>
      </p:sp>
      <p:sp>
        <p:nvSpPr>
          <p:cNvPr id="265" name="Google Shape;265;p19"/>
          <p:cNvSpPr txBox="1"/>
          <p:nvPr/>
        </p:nvSpPr>
        <p:spPr>
          <a:xfrm>
            <a:off x="8884059" y="6457675"/>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17</a:t>
            </a:r>
            <a:endParaRPr/>
          </a:p>
        </p:txBody>
      </p:sp>
      <p:pic>
        <p:nvPicPr>
          <p:cNvPr id="266" name="Google Shape;266;p19" descr="Picture 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2014" y="128816"/>
            <a:ext cx="749809" cy="749809"/>
          </a:xfrm>
          <a:prstGeom prst="rect">
            <a:avLst/>
          </a:prstGeom>
          <a:noFill/>
          <a:ln>
            <a:noFill/>
          </a:ln>
          <a:effectLst>
            <a:outerShdw blurRad="50800" dist="38100" dir="2700000" rotWithShape="0">
              <a:srgbClr val="000000">
                <a:alpha val="40000"/>
              </a:srgbClr>
            </a:outerShdw>
          </a:effectLst>
        </p:spPr>
      </p:pic>
      <p:sp>
        <p:nvSpPr>
          <p:cNvPr id="267" name="Google Shape;267;p19"/>
          <p:cNvSpPr txBox="1"/>
          <p:nvPr/>
        </p:nvSpPr>
        <p:spPr>
          <a:xfrm>
            <a:off x="609600" y="1386024"/>
            <a:ext cx="9777984" cy="4094134"/>
          </a:xfrm>
          <a:prstGeom prst="rect">
            <a:avLst/>
          </a:prstGeom>
          <a:blipFill rotWithShape="1">
            <a:blip r:embed="rId5" cstate="print">
              <a:alphaModFix/>
              <a:extLst>
                <a:ext uri="{28A0092B-C50C-407E-A947-70E740481C1C}">
                  <a14:useLocalDpi xmlns:a14="http://schemas.microsoft.com/office/drawing/2010/main"/>
                </a:ext>
              </a:extLst>
            </a:blip>
            <a:stretch>
              <a:fillRect l="-1433" t="-1189" b="-14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268" name="Google Shape;268;p19"/>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20"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5531" y="6141912"/>
            <a:ext cx="563851" cy="657277"/>
          </a:xfrm>
          <a:prstGeom prst="rect">
            <a:avLst/>
          </a:prstGeom>
          <a:noFill/>
          <a:ln>
            <a:noFill/>
          </a:ln>
          <a:effectLst>
            <a:outerShdw blurRad="63500" dist="19050" dir="5400000" rotWithShape="0">
              <a:srgbClr val="000000">
                <a:alpha val="49803"/>
              </a:srgbClr>
            </a:outerShdw>
          </a:effectLst>
        </p:spPr>
      </p:pic>
      <p:sp>
        <p:nvSpPr>
          <p:cNvPr id="274" name="Google Shape;274;p20"/>
          <p:cNvSpPr txBox="1"/>
          <p:nvPr/>
        </p:nvSpPr>
        <p:spPr>
          <a:xfrm>
            <a:off x="8942567" y="6458426"/>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17</a:t>
            </a:r>
            <a:endParaRPr/>
          </a:p>
        </p:txBody>
      </p:sp>
      <p:sp>
        <p:nvSpPr>
          <p:cNvPr id="275" name="Google Shape;275;p20"/>
          <p:cNvSpPr txBox="1"/>
          <p:nvPr/>
        </p:nvSpPr>
        <p:spPr>
          <a:xfrm>
            <a:off x="424543" y="369611"/>
            <a:ext cx="9835025" cy="7120667"/>
          </a:xfrm>
          <a:prstGeom prst="rect">
            <a:avLst/>
          </a:prstGeom>
          <a:blipFill rotWithShape="1">
            <a:blip r:embed="rId4" cstate="print">
              <a:alphaModFix/>
              <a:extLst>
                <a:ext uri="{28A0092B-C50C-407E-A947-70E740481C1C}">
                  <a14:useLocalDpi xmlns:a14="http://schemas.microsoft.com/office/drawing/2010/main"/>
                </a:ext>
              </a:extLst>
            </a:blip>
            <a:stretch>
              <a:fillRect l="-1301" t="-59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276" name="Google Shape;276;p20"/>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7" name="Google Shape;277;p20" descr="Screen Shot 2021-12-21 at 11.57.19 AM.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2579460" y="4463915"/>
            <a:ext cx="4942006" cy="2065323"/>
          </a:xfrm>
          <a:prstGeom prst="rect">
            <a:avLst/>
          </a:prstGeom>
          <a:noFill/>
          <a:ln>
            <a:noFill/>
          </a:ln>
        </p:spPr>
      </p:pic>
      <p:pic>
        <p:nvPicPr>
          <p:cNvPr id="2050" name="Picture 2">
            <a:extLst>
              <a:ext uri="{FF2B5EF4-FFF2-40B4-BE49-F238E27FC236}">
                <a16:creationId xmlns:a16="http://schemas.microsoft.com/office/drawing/2014/main" id="{63CD12BA-8002-ADD2-8249-179804EBCA0E}"/>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2763516" y="1343024"/>
            <a:ext cx="5194622" cy="2293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21"/>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rotWithShape="0">
              <a:srgbClr val="000000">
                <a:alpha val="400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84" name="Google Shape;284;p21" descr="Google Shape;311;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3434" y="6200475"/>
            <a:ext cx="563851" cy="657277"/>
          </a:xfrm>
          <a:prstGeom prst="rect">
            <a:avLst/>
          </a:prstGeom>
          <a:noFill/>
          <a:ln>
            <a:noFill/>
          </a:ln>
          <a:effectLst>
            <a:outerShdw blurRad="63500" dist="19050" dir="5400000" rotWithShape="0">
              <a:srgbClr val="000000">
                <a:alpha val="49803"/>
              </a:srgbClr>
            </a:outerShdw>
          </a:effectLst>
        </p:spPr>
      </p:pic>
      <p:sp>
        <p:nvSpPr>
          <p:cNvPr id="285" name="Google Shape;285;p21"/>
          <p:cNvSpPr txBox="1">
            <a:spLocks noGrp="1"/>
          </p:cNvSpPr>
          <p:nvPr>
            <p:ph type="title" idx="4294967295"/>
          </p:nvPr>
        </p:nvSpPr>
        <p:spPr>
          <a:xfrm>
            <a:off x="5665258" y="2766145"/>
            <a:ext cx="5002742" cy="1325701"/>
          </a:xfrm>
          <a:prstGeom prst="rect">
            <a:avLst/>
          </a:prstGeom>
          <a:noFill/>
          <a:ln>
            <a:noFill/>
          </a:ln>
        </p:spPr>
        <p:txBody>
          <a:bodyPr spcFirstLastPara="1" wrap="square" lIns="45675" tIns="45675" rIns="45675" bIns="45675" anchor="ctr" anchorCtr="0">
            <a:normAutofit/>
          </a:bodyPr>
          <a:lstStyle/>
          <a:p>
            <a:pPr marL="0" lvl="0" indent="0" algn="ctr" rtl="0">
              <a:lnSpc>
                <a:spcPct val="90000"/>
              </a:lnSpc>
              <a:spcBef>
                <a:spcPts val="0"/>
              </a:spcBef>
              <a:spcAft>
                <a:spcPts val="0"/>
              </a:spcAft>
              <a:buClr>
                <a:srgbClr val="33BEA6"/>
              </a:buClr>
              <a:buSzPts val="4900"/>
              <a:buFont typeface="Verdana"/>
              <a:buNone/>
            </a:pPr>
            <a:r>
              <a:rPr lang="en-US" sz="4900" b="1" i="0" u="none" strike="noStrike" cap="none">
                <a:solidFill>
                  <a:srgbClr val="33BEA6"/>
                </a:solidFill>
                <a:latin typeface="Verdana"/>
                <a:ea typeface="Verdana"/>
                <a:cs typeface="Verdana"/>
                <a:sym typeface="Verdana"/>
              </a:rPr>
              <a:t>Collaboration</a:t>
            </a:r>
            <a:endParaRPr/>
          </a:p>
        </p:txBody>
      </p:sp>
      <p:sp>
        <p:nvSpPr>
          <p:cNvPr id="286" name="Google Shape;286;p21"/>
          <p:cNvSpPr txBox="1"/>
          <p:nvPr/>
        </p:nvSpPr>
        <p:spPr>
          <a:xfrm>
            <a:off x="8899433" y="6481893"/>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17</a:t>
            </a:r>
            <a:endParaRPr/>
          </a:p>
        </p:txBody>
      </p:sp>
      <p:pic>
        <p:nvPicPr>
          <p:cNvPr id="287" name="Google Shape;287;p21" descr="Picture 2"/>
          <p:cNvPicPr preferRelativeResize="0"/>
          <p:nvPr/>
        </p:nvPicPr>
        <p:blipFill rotWithShape="1">
          <a:blip r:embed="rId4">
            <a:alphaModFix/>
          </a:blip>
          <a:srcRect/>
          <a:stretch/>
        </p:blipFill>
        <p:spPr>
          <a:xfrm>
            <a:off x="4513115" y="2852923"/>
            <a:ext cx="1152145" cy="1152145"/>
          </a:xfrm>
          <a:prstGeom prst="rect">
            <a:avLst/>
          </a:prstGeom>
          <a:noFill/>
          <a:ln>
            <a:noFill/>
          </a:ln>
          <a:effectLst>
            <a:outerShdw blurRad="50800" dist="38100" dir="2700000" rotWithShape="0">
              <a:srgbClr val="000000">
                <a:alpha val="4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22"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89859" y="6200475"/>
            <a:ext cx="563851" cy="657277"/>
          </a:xfrm>
          <a:prstGeom prst="rect">
            <a:avLst/>
          </a:prstGeom>
          <a:noFill/>
          <a:ln>
            <a:noFill/>
          </a:ln>
          <a:effectLst>
            <a:outerShdw blurRad="63500" dist="19050" dir="5400000" rotWithShape="0">
              <a:srgbClr val="000000">
                <a:alpha val="49803"/>
              </a:srgbClr>
            </a:outerShdw>
          </a:effectLst>
        </p:spPr>
      </p:pic>
      <p:sp>
        <p:nvSpPr>
          <p:cNvPr id="293" name="Google Shape;293;p22"/>
          <p:cNvSpPr txBox="1"/>
          <p:nvPr/>
        </p:nvSpPr>
        <p:spPr>
          <a:xfrm>
            <a:off x="1367037" y="261533"/>
            <a:ext cx="10683449" cy="923287"/>
          </a:xfrm>
          <a:prstGeom prst="rect">
            <a:avLst/>
          </a:prstGeom>
          <a:noFill/>
          <a:ln>
            <a:noFill/>
          </a:ln>
        </p:spPr>
        <p:txBody>
          <a:bodyPr spcFirstLastPara="1" wrap="square" lIns="45675" tIns="45675" rIns="45675" bIns="45675" anchor="ctr" anchorCtr="0">
            <a:spAutoFit/>
          </a:bodyPr>
          <a:lstStyle/>
          <a:p>
            <a:pPr marL="0" marR="0" lvl="0" indent="0" algn="l" rtl="0">
              <a:lnSpc>
                <a:spcPct val="90000"/>
              </a:lnSpc>
              <a:spcBef>
                <a:spcPts val="0"/>
              </a:spcBef>
              <a:spcAft>
                <a:spcPts val="0"/>
              </a:spcAft>
              <a:buClr>
                <a:srgbClr val="33BEA6"/>
              </a:buClr>
              <a:buSzPts val="3000"/>
              <a:buFont typeface="Verdana"/>
              <a:buNone/>
            </a:pPr>
            <a:r>
              <a:rPr lang="en-US" sz="3000" b="1" i="0" u="none" strike="noStrike" cap="none">
                <a:solidFill>
                  <a:srgbClr val="33BEA6"/>
                </a:solidFill>
                <a:latin typeface="Verdana"/>
                <a:ea typeface="Verdana"/>
                <a:cs typeface="Verdana"/>
                <a:sym typeface="Verdana"/>
              </a:rPr>
              <a:t>1.3.4 Collaboration: Multiplying Fractions Greater Than One Using an Algorithm</a:t>
            </a:r>
            <a:endParaRPr/>
          </a:p>
        </p:txBody>
      </p:sp>
      <p:sp>
        <p:nvSpPr>
          <p:cNvPr id="294" name="Google Shape;294;p22"/>
          <p:cNvSpPr txBox="1"/>
          <p:nvPr/>
        </p:nvSpPr>
        <p:spPr>
          <a:xfrm>
            <a:off x="8855858" y="6457675"/>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17</a:t>
            </a:r>
            <a:endParaRPr/>
          </a:p>
        </p:txBody>
      </p:sp>
      <p:pic>
        <p:nvPicPr>
          <p:cNvPr id="295" name="Google Shape;295;p22" descr="Picture 2"/>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420214" y="348270"/>
            <a:ext cx="749809" cy="749810"/>
          </a:xfrm>
          <a:prstGeom prst="rect">
            <a:avLst/>
          </a:prstGeom>
          <a:noFill/>
          <a:ln>
            <a:noFill/>
          </a:ln>
          <a:effectLst>
            <a:outerShdw blurRad="50800" dist="38100" dir="2700000" rotWithShape="0">
              <a:srgbClr val="000000">
                <a:alpha val="40000"/>
              </a:srgbClr>
            </a:outerShdw>
          </a:effectLst>
        </p:spPr>
      </p:pic>
      <p:sp>
        <p:nvSpPr>
          <p:cNvPr id="296" name="Google Shape;296;p22"/>
          <p:cNvSpPr txBox="1"/>
          <p:nvPr/>
        </p:nvSpPr>
        <p:spPr>
          <a:xfrm>
            <a:off x="420215" y="1539584"/>
            <a:ext cx="10187794" cy="5527860"/>
          </a:xfrm>
          <a:prstGeom prst="rect">
            <a:avLst/>
          </a:prstGeom>
          <a:blipFill rotWithShape="1">
            <a:blip r:embed="rId5" cstate="print">
              <a:alphaModFix/>
              <a:extLst>
                <a:ext uri="{28A0092B-C50C-407E-A947-70E740481C1C}">
                  <a14:useLocalDpi xmlns:a14="http://schemas.microsoft.com/office/drawing/2010/main"/>
                </a:ext>
              </a:extLst>
            </a:blip>
            <a:stretch>
              <a:fillRect l="-137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297" name="Google Shape;297;p22"/>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22"/>
          <p:cNvSpPr txBox="1"/>
          <p:nvPr/>
        </p:nvSpPr>
        <p:spPr>
          <a:xfrm>
            <a:off x="6032501" y="2960978"/>
            <a:ext cx="3400483" cy="338554"/>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600"/>
              <a:buFont typeface="Helvetica Neue"/>
              <a:buNone/>
            </a:pPr>
            <a:endParaRPr sz="1600" b="0" i="0" u="none" strike="noStrike" cap="none">
              <a:solidFill>
                <a:srgbClr val="000000"/>
              </a:solidFill>
              <a:latin typeface="Arial"/>
              <a:ea typeface="Arial"/>
              <a:cs typeface="Arial"/>
              <a:sym typeface="Arial"/>
            </a:endParaRPr>
          </a:p>
        </p:txBody>
      </p:sp>
      <p:pic>
        <p:nvPicPr>
          <p:cNvPr id="299" name="Google Shape;299;p22" descr="Screen Shot 2021-12-21 at 12.02.48 PM.png"/>
          <p:cNvPicPr preferRelativeResize="0"/>
          <p:nvPr/>
        </p:nvPicPr>
        <p:blipFill rotWithShape="1">
          <a:blip r:embed="rId6">
            <a:alphaModFix/>
          </a:blip>
          <a:srcRect/>
          <a:stretch/>
        </p:blipFill>
        <p:spPr>
          <a:xfrm>
            <a:off x="1225683" y="3081513"/>
            <a:ext cx="8827294" cy="133218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23"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22549" y="6129036"/>
            <a:ext cx="563851" cy="657277"/>
          </a:xfrm>
          <a:prstGeom prst="rect">
            <a:avLst/>
          </a:prstGeom>
          <a:noFill/>
          <a:ln>
            <a:noFill/>
          </a:ln>
          <a:effectLst>
            <a:outerShdw blurRad="63500" dist="19050" dir="5400000" rotWithShape="0">
              <a:srgbClr val="000000">
                <a:alpha val="49803"/>
              </a:srgbClr>
            </a:outerShdw>
          </a:effectLst>
        </p:spPr>
      </p:pic>
      <p:sp>
        <p:nvSpPr>
          <p:cNvPr id="305" name="Google Shape;305;p23"/>
          <p:cNvSpPr txBox="1"/>
          <p:nvPr/>
        </p:nvSpPr>
        <p:spPr>
          <a:xfrm>
            <a:off x="8888548" y="6366911"/>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17</a:t>
            </a:r>
            <a:endParaRPr/>
          </a:p>
        </p:txBody>
      </p:sp>
      <p:sp>
        <p:nvSpPr>
          <p:cNvPr id="306" name="Google Shape;306;p23"/>
          <p:cNvSpPr txBox="1"/>
          <p:nvPr/>
        </p:nvSpPr>
        <p:spPr>
          <a:xfrm>
            <a:off x="664029" y="410666"/>
            <a:ext cx="9670872" cy="3278911"/>
          </a:xfrm>
          <a:prstGeom prst="rect">
            <a:avLst/>
          </a:prstGeom>
          <a:blipFill rotWithShape="1">
            <a:blip r:embed="rId4" cstate="print">
              <a:alphaModFix/>
              <a:extLst>
                <a:ext uri="{28A0092B-C50C-407E-A947-70E740481C1C}">
                  <a14:useLocalDpi xmlns:a14="http://schemas.microsoft.com/office/drawing/2010/main"/>
                </a:ext>
              </a:extLst>
            </a:blip>
            <a:stretch>
              <a:fillRect l="-1449" t="-148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307" name="Google Shape;307;p23"/>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074" name="Picture 2">
            <a:extLst>
              <a:ext uri="{FF2B5EF4-FFF2-40B4-BE49-F238E27FC236}">
                <a16:creationId xmlns:a16="http://schemas.microsoft.com/office/drawing/2014/main" id="{07D01DD8-87D7-C24D-B3B7-88365ED6C7A5}"/>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914218" y="3756393"/>
            <a:ext cx="10044480" cy="26105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24"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72635" y="6129036"/>
            <a:ext cx="563851" cy="657277"/>
          </a:xfrm>
          <a:prstGeom prst="rect">
            <a:avLst/>
          </a:prstGeom>
          <a:noFill/>
          <a:ln>
            <a:noFill/>
          </a:ln>
          <a:effectLst>
            <a:outerShdw blurRad="63500" dist="19050" dir="5400000" rotWithShape="0">
              <a:srgbClr val="000000">
                <a:alpha val="49803"/>
              </a:srgbClr>
            </a:outerShdw>
          </a:effectLst>
        </p:spPr>
      </p:pic>
      <p:sp>
        <p:nvSpPr>
          <p:cNvPr id="314" name="Google Shape;314;p24"/>
          <p:cNvSpPr txBox="1"/>
          <p:nvPr/>
        </p:nvSpPr>
        <p:spPr>
          <a:xfrm>
            <a:off x="8631751" y="6386236"/>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18</a:t>
            </a:r>
            <a:endParaRPr/>
          </a:p>
        </p:txBody>
      </p:sp>
      <p:sp>
        <p:nvSpPr>
          <p:cNvPr id="315" name="Google Shape;315;p24"/>
          <p:cNvSpPr txBox="1"/>
          <p:nvPr/>
        </p:nvSpPr>
        <p:spPr>
          <a:xfrm>
            <a:off x="155514" y="259570"/>
            <a:ext cx="11590172" cy="6715813"/>
          </a:xfrm>
          <a:prstGeom prst="rect">
            <a:avLst/>
          </a:prstGeom>
          <a:blipFill rotWithShape="1">
            <a:blip r:embed="rId4" cstate="print">
              <a:alphaModFix/>
              <a:extLst>
                <a:ext uri="{28A0092B-C50C-407E-A947-70E740481C1C}">
                  <a14:useLocalDpi xmlns:a14="http://schemas.microsoft.com/office/drawing/2010/main"/>
                </a:ext>
              </a:extLst>
            </a:blip>
            <a:stretch>
              <a:fillRect l="-1104" t="-635" r="-84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316" name="Google Shape;316;p24"/>
          <p:cNvSpPr/>
          <p:nvPr/>
        </p:nvSpPr>
        <p:spPr>
          <a:xfrm>
            <a:off x="-67686" y="-8348"/>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pic>
        <p:nvPicPr>
          <p:cNvPr id="321" name="Google Shape;321;p25"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54902" y="6131544"/>
            <a:ext cx="563851" cy="657277"/>
          </a:xfrm>
          <a:prstGeom prst="rect">
            <a:avLst/>
          </a:prstGeom>
          <a:noFill/>
          <a:ln>
            <a:noFill/>
          </a:ln>
          <a:effectLst>
            <a:outerShdw blurRad="63500" dist="19050" dir="5400000" rotWithShape="0">
              <a:srgbClr val="000000">
                <a:alpha val="49803"/>
              </a:srgbClr>
            </a:outerShdw>
          </a:effectLst>
        </p:spPr>
      </p:pic>
      <p:sp>
        <p:nvSpPr>
          <p:cNvPr id="322" name="Google Shape;322;p25"/>
          <p:cNvSpPr txBox="1"/>
          <p:nvPr/>
        </p:nvSpPr>
        <p:spPr>
          <a:xfrm>
            <a:off x="8820901" y="6388744"/>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18</a:t>
            </a:r>
            <a:endParaRPr/>
          </a:p>
        </p:txBody>
      </p:sp>
      <p:sp>
        <p:nvSpPr>
          <p:cNvPr id="323" name="Google Shape;323;p25"/>
          <p:cNvSpPr txBox="1"/>
          <p:nvPr/>
        </p:nvSpPr>
        <p:spPr>
          <a:xfrm>
            <a:off x="402771" y="179221"/>
            <a:ext cx="9856797" cy="3978590"/>
          </a:xfrm>
          <a:prstGeom prst="rect">
            <a:avLst/>
          </a:prstGeom>
          <a:blipFill rotWithShape="1">
            <a:blip r:embed="rId4" cstate="print">
              <a:alphaModFix/>
              <a:extLst>
                <a:ext uri="{28A0092B-C50C-407E-A947-70E740481C1C}">
                  <a14:useLocalDpi xmlns:a14="http://schemas.microsoft.com/office/drawing/2010/main"/>
                </a:ext>
              </a:extLst>
            </a:blip>
            <a:stretch>
              <a:fillRect l="-1298" b="-22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324" name="Google Shape;324;p25"/>
          <p:cNvSpPr/>
          <p:nvPr/>
        </p:nvSpPr>
        <p:spPr>
          <a:xfrm>
            <a:off x="-505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100" name="Picture 4">
            <a:extLst>
              <a:ext uri="{FF2B5EF4-FFF2-40B4-BE49-F238E27FC236}">
                <a16:creationId xmlns:a16="http://schemas.microsoft.com/office/drawing/2014/main" id="{CE3DD563-8BDD-011D-6263-45923EA820CD}"/>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852301" y="4174561"/>
            <a:ext cx="5210700" cy="25042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26"/>
          <p:cNvSpPr/>
          <p:nvPr/>
        </p:nvSpPr>
        <p:spPr>
          <a:xfrm>
            <a:off x="0" y="890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rotWithShape="0">
              <a:srgbClr val="000000">
                <a:alpha val="400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26"/>
          <p:cNvSpPr txBox="1"/>
          <p:nvPr/>
        </p:nvSpPr>
        <p:spPr>
          <a:xfrm>
            <a:off x="8910319" y="6427464"/>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18</a:t>
            </a:r>
            <a:endParaRPr/>
          </a:p>
        </p:txBody>
      </p:sp>
      <p:pic>
        <p:nvPicPr>
          <p:cNvPr id="332" name="Google Shape;332;p26" descr="Google Shape;311;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44320" y="6170264"/>
            <a:ext cx="563851" cy="657277"/>
          </a:xfrm>
          <a:prstGeom prst="rect">
            <a:avLst/>
          </a:prstGeom>
          <a:noFill/>
          <a:ln>
            <a:noFill/>
          </a:ln>
          <a:effectLst>
            <a:outerShdw blurRad="63500" dist="19050" dir="5400000" rotWithShape="0">
              <a:srgbClr val="000000">
                <a:alpha val="49803"/>
              </a:srgbClr>
            </a:outerShdw>
          </a:effectLst>
        </p:spPr>
      </p:pic>
      <p:sp>
        <p:nvSpPr>
          <p:cNvPr id="333" name="Google Shape;333;p26"/>
          <p:cNvSpPr txBox="1">
            <a:spLocks noGrp="1"/>
          </p:cNvSpPr>
          <p:nvPr>
            <p:ph type="title" idx="4294967295"/>
          </p:nvPr>
        </p:nvSpPr>
        <p:spPr>
          <a:xfrm>
            <a:off x="5250339" y="2779100"/>
            <a:ext cx="4480751" cy="1325701"/>
          </a:xfrm>
          <a:prstGeom prst="rect">
            <a:avLst/>
          </a:prstGeom>
          <a:noFill/>
          <a:ln>
            <a:noFill/>
          </a:ln>
        </p:spPr>
        <p:txBody>
          <a:bodyPr spcFirstLastPara="1" wrap="square" lIns="45675" tIns="45675" rIns="45675" bIns="45675" anchor="ctr" anchorCtr="0">
            <a:normAutofit/>
          </a:bodyPr>
          <a:lstStyle/>
          <a:p>
            <a:pPr marL="0" lvl="0" indent="0" algn="ctr" rtl="0">
              <a:lnSpc>
                <a:spcPct val="90000"/>
              </a:lnSpc>
              <a:spcBef>
                <a:spcPts val="0"/>
              </a:spcBef>
              <a:spcAft>
                <a:spcPts val="0"/>
              </a:spcAft>
              <a:buClr>
                <a:srgbClr val="3F2A67"/>
              </a:buClr>
              <a:buSzPts val="5500"/>
              <a:buFont typeface="Verdana"/>
              <a:buNone/>
            </a:pPr>
            <a:r>
              <a:rPr lang="en-US" sz="5500" b="1" i="0" u="none" strike="noStrike" cap="none">
                <a:solidFill>
                  <a:srgbClr val="3F2A67"/>
                </a:solidFill>
                <a:latin typeface="Verdana"/>
                <a:ea typeface="Verdana"/>
                <a:cs typeface="Verdana"/>
                <a:sym typeface="Verdana"/>
              </a:rPr>
              <a:t>Wrap-Up</a:t>
            </a:r>
            <a:endParaRPr/>
          </a:p>
        </p:txBody>
      </p:sp>
      <p:pic>
        <p:nvPicPr>
          <p:cNvPr id="334" name="Google Shape;334;p26" descr="Google Shape;450;g103996e1364_0_457"/>
          <p:cNvPicPr preferRelativeResize="0"/>
          <p:nvPr/>
        </p:nvPicPr>
        <p:blipFill rotWithShape="1">
          <a:blip r:embed="rId4">
            <a:alphaModFix/>
          </a:blip>
          <a:srcRect/>
          <a:stretch/>
        </p:blipFill>
        <p:spPr>
          <a:xfrm>
            <a:off x="4429331" y="2933693"/>
            <a:ext cx="1008300" cy="1016514"/>
          </a:xfrm>
          <a:prstGeom prst="rect">
            <a:avLst/>
          </a:prstGeom>
          <a:noFill/>
          <a:ln>
            <a:noFill/>
          </a:ln>
          <a:effectLst>
            <a:outerShdw blurRad="50800" dist="38100" dir="2700000" rotWithShape="0">
              <a:srgbClr val="000000">
                <a:alpha val="4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7"/>
          <p:cNvSpPr txBox="1"/>
          <p:nvPr/>
        </p:nvSpPr>
        <p:spPr>
          <a:xfrm>
            <a:off x="8708123" y="6416259"/>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18</a:t>
            </a:r>
            <a:endParaRPr/>
          </a:p>
        </p:txBody>
      </p:sp>
      <p:pic>
        <p:nvPicPr>
          <p:cNvPr id="340" name="Google Shape;340;p27"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33836" y="6178384"/>
            <a:ext cx="563851" cy="657277"/>
          </a:xfrm>
          <a:prstGeom prst="rect">
            <a:avLst/>
          </a:prstGeom>
          <a:noFill/>
          <a:ln>
            <a:noFill/>
          </a:ln>
          <a:effectLst>
            <a:outerShdw blurRad="63500" dist="19050" dir="5400000" rotWithShape="0">
              <a:srgbClr val="000000">
                <a:alpha val="49803"/>
              </a:srgbClr>
            </a:outerShdw>
          </a:effectLst>
        </p:spPr>
      </p:pic>
      <p:sp>
        <p:nvSpPr>
          <p:cNvPr id="341" name="Google Shape;341;p27"/>
          <p:cNvSpPr txBox="1"/>
          <p:nvPr/>
        </p:nvSpPr>
        <p:spPr>
          <a:xfrm>
            <a:off x="1313145" y="291761"/>
            <a:ext cx="9308155" cy="577039"/>
          </a:xfrm>
          <a:prstGeom prst="rect">
            <a:avLst/>
          </a:prstGeom>
          <a:noFill/>
          <a:ln>
            <a:noFill/>
          </a:ln>
        </p:spPr>
        <p:txBody>
          <a:bodyPr spcFirstLastPara="1" wrap="square" lIns="45675" tIns="45675" rIns="45675" bIns="45675" anchor="ctr" anchorCtr="0">
            <a:spAutoFit/>
          </a:bodyPr>
          <a:lstStyle/>
          <a:p>
            <a:pPr marL="0" marR="0" lvl="0" indent="0" algn="l" rtl="0">
              <a:lnSpc>
                <a:spcPct val="90000"/>
              </a:lnSpc>
              <a:spcBef>
                <a:spcPts val="0"/>
              </a:spcBef>
              <a:spcAft>
                <a:spcPts val="0"/>
              </a:spcAft>
              <a:buClr>
                <a:srgbClr val="3F2A67"/>
              </a:buClr>
              <a:buSzPts val="3500"/>
              <a:buFont typeface="Verdana"/>
              <a:buNone/>
            </a:pPr>
            <a:r>
              <a:rPr lang="en-US" sz="3500" b="1" i="0" u="none" strike="noStrike" cap="none">
                <a:solidFill>
                  <a:srgbClr val="3F2A67"/>
                </a:solidFill>
                <a:latin typeface="Verdana"/>
                <a:ea typeface="Verdana"/>
                <a:cs typeface="Verdana"/>
                <a:sym typeface="Verdana"/>
              </a:rPr>
              <a:t>1.3.5 Wrap-Up: Ticket Out the Door</a:t>
            </a:r>
            <a:endParaRPr/>
          </a:p>
        </p:txBody>
      </p:sp>
      <p:pic>
        <p:nvPicPr>
          <p:cNvPr id="342" name="Google Shape;342;p27" descr="Google Shape;458;g103996e1364_0_463"/>
          <p:cNvPicPr preferRelativeResize="0"/>
          <p:nvPr/>
        </p:nvPicPr>
        <p:blipFill rotWithShape="1">
          <a:blip r:embed="rId4">
            <a:alphaModFix/>
          </a:blip>
          <a:srcRect/>
          <a:stretch/>
        </p:blipFill>
        <p:spPr>
          <a:xfrm>
            <a:off x="394522" y="230586"/>
            <a:ext cx="747301" cy="747300"/>
          </a:xfrm>
          <a:prstGeom prst="rect">
            <a:avLst/>
          </a:prstGeom>
          <a:noFill/>
          <a:ln>
            <a:noFill/>
          </a:ln>
          <a:effectLst>
            <a:outerShdw blurRad="50800" dist="38100" dir="2700000" rotWithShape="0">
              <a:srgbClr val="000000">
                <a:alpha val="40000"/>
              </a:srgbClr>
            </a:outerShdw>
          </a:effectLst>
        </p:spPr>
      </p:pic>
      <p:sp>
        <p:nvSpPr>
          <p:cNvPr id="343" name="Google Shape;343;p27"/>
          <p:cNvSpPr txBox="1"/>
          <p:nvPr/>
        </p:nvSpPr>
        <p:spPr>
          <a:xfrm>
            <a:off x="500743" y="1386025"/>
            <a:ext cx="9886841" cy="4771499"/>
          </a:xfrm>
          <a:prstGeom prst="rect">
            <a:avLst/>
          </a:prstGeom>
          <a:blipFill rotWithShape="1">
            <a:blip r:embed="rId5" cstate="print">
              <a:alphaModFix/>
              <a:extLst>
                <a:ext uri="{28A0092B-C50C-407E-A947-70E740481C1C}">
                  <a14:useLocalDpi xmlns:a14="http://schemas.microsoft.com/office/drawing/2010/main"/>
                </a:ext>
              </a:extLst>
            </a:blip>
            <a:stretch>
              <a:fillRect l="-1417" t="-1021"/>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344" name="Google Shape;344;p27"/>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45" name="Google Shape;345;p27" descr="Screen Shot 2021-12-21 at 12.23.45 PM.png"/>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3956153" y="4551595"/>
            <a:ext cx="4304199" cy="22285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pic>
        <p:nvPicPr>
          <p:cNvPr id="350" name="Google Shape;350;p28" descr="Google Shape;283;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6348" y="6208823"/>
            <a:ext cx="563851" cy="657277"/>
          </a:xfrm>
          <a:prstGeom prst="rect">
            <a:avLst/>
          </a:prstGeom>
          <a:noFill/>
          <a:ln>
            <a:noFill/>
          </a:ln>
          <a:effectLst>
            <a:outerShdw blurRad="63500" dist="19050" dir="5400000" rotWithShape="0">
              <a:srgbClr val="000000">
                <a:alpha val="49803"/>
              </a:srgbClr>
            </a:outerShdw>
          </a:effectLst>
        </p:spPr>
      </p:pic>
      <p:sp>
        <p:nvSpPr>
          <p:cNvPr id="351" name="Google Shape;351;p28"/>
          <p:cNvSpPr txBox="1"/>
          <p:nvPr/>
        </p:nvSpPr>
        <p:spPr>
          <a:xfrm>
            <a:off x="8812347" y="6466023"/>
            <a:ext cx="2634001" cy="400077"/>
          </a:xfrm>
          <a:prstGeom prst="rect">
            <a:avLst/>
          </a:prstGeom>
          <a:noFill/>
          <a:ln>
            <a:noFill/>
          </a:ln>
        </p:spPr>
        <p:txBody>
          <a:bodyPr spcFirstLastPara="1" wrap="square" lIns="91400" tIns="91400" rIns="91400" bIns="91400" anchor="t" anchorCtr="0">
            <a:spAutoFit/>
          </a:bodyPr>
          <a:lstStyle/>
          <a:p>
            <a:pPr marL="0" marR="0" lvl="0" indent="0" algn="r" rtl="0">
              <a:lnSpc>
                <a:spcPct val="100000"/>
              </a:lnSpc>
              <a:spcBef>
                <a:spcPts val="0"/>
              </a:spcBef>
              <a:spcAft>
                <a:spcPts val="0"/>
              </a:spcAft>
              <a:buClr>
                <a:srgbClr val="000000"/>
              </a:buClr>
              <a:buSzPts val="1400"/>
              <a:buFont typeface="Calibri"/>
              <a:buNone/>
            </a:pPr>
            <a:r>
              <a:rPr lang="en-US" sz="1400" b="0" i="1" u="none" strike="noStrike" cap="none">
                <a:solidFill>
                  <a:srgbClr val="000000"/>
                </a:solidFill>
                <a:latin typeface="Calibri"/>
                <a:ea typeface="Calibri"/>
                <a:cs typeface="Calibri"/>
                <a:sym typeface="Calibri"/>
              </a:rPr>
              <a:t>volume 1, pg. 18</a:t>
            </a:r>
            <a:endParaRPr/>
          </a:p>
        </p:txBody>
      </p:sp>
      <p:sp>
        <p:nvSpPr>
          <p:cNvPr id="352" name="Google Shape;352;p28"/>
          <p:cNvSpPr txBox="1"/>
          <p:nvPr/>
        </p:nvSpPr>
        <p:spPr>
          <a:xfrm>
            <a:off x="859972" y="1871949"/>
            <a:ext cx="9824139" cy="1352550"/>
          </a:xfrm>
          <a:prstGeom prst="rect">
            <a:avLst/>
          </a:prstGeom>
          <a:blipFill rotWithShape="1">
            <a:blip r:embed="rId4" cstate="print">
              <a:alphaModFix/>
              <a:extLst>
                <a:ext uri="{28A0092B-C50C-407E-A947-70E740481C1C}">
                  <a14:useLocalDpi xmlns:a14="http://schemas.microsoft.com/office/drawing/2010/main"/>
                </a:ext>
              </a:extLst>
            </a:blip>
            <a:stretch>
              <a:fillRect l="-1425" r="-867" b="-9007"/>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Font typeface="Arial"/>
              <a:buNone/>
            </a:pPr>
            <a:r>
              <a:rPr lang="en-US" sz="1400" b="0" i="0" u="none" strike="noStrike" cap="none">
                <a:latin typeface="Arial"/>
                <a:ea typeface="Arial"/>
                <a:cs typeface="Arial"/>
                <a:sym typeface="Arial"/>
              </a:rPr>
              <a:t> </a:t>
            </a:r>
            <a:endParaRPr/>
          </a:p>
        </p:txBody>
      </p:sp>
      <p:sp>
        <p:nvSpPr>
          <p:cNvPr id="353" name="Google Shape;353;p28"/>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63500" dist="19050" dir="5400000" rotWithShape="0">
              <a:srgbClr val="000000">
                <a:alpha val="49803"/>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623</Words>
  <Application>Microsoft Office PowerPoint</Application>
  <PresentationFormat>Widescreen</PresentationFormat>
  <Paragraphs>134</Paragraphs>
  <Slides>28</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Helvetica Neue</vt:lpstr>
      <vt:lpstr>Verdana</vt:lpstr>
      <vt:lpstr>Courier New</vt:lpstr>
      <vt:lpstr>Arial</vt:lpstr>
      <vt:lpstr>Cambria Math</vt:lpstr>
      <vt:lpstr>Calibri</vt:lpstr>
      <vt:lpstr>Arial Black</vt:lpstr>
      <vt:lpstr>1_Office Theme</vt:lpstr>
      <vt:lpstr>6th Grade Math  Unit 1, Lesson 3  Multiplying Fractions  Volume 1, pg. 13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Collaboration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Math  Unit 1, Lesson 3  Multiplying Fractions  Volume 1, pg. 13 </dc:title>
  <dc:creator>Julianna Quinn</dc:creator>
  <cp:lastModifiedBy>Cassie O'Connor</cp:lastModifiedBy>
  <cp:revision>5</cp:revision>
  <dcterms:modified xsi:type="dcterms:W3CDTF">2022-07-09T04:36:09Z</dcterms:modified>
</cp:coreProperties>
</file>