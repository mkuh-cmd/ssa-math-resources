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wdp" ContentType="image/vnd.ms-photo"/>
  <Default Extension="gif" ContentType="image/gi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53" r:id="rId10"/>
    <p:sldId id="368" r:id="rId11"/>
    <p:sldId id="314" r:id="rId12"/>
    <p:sldId id="315" r:id="rId13"/>
    <p:sldId id="352" r:id="rId14"/>
    <p:sldId id="362" r:id="rId15"/>
    <p:sldId id="329" r:id="rId16"/>
    <p:sldId id="330" r:id="rId17"/>
    <p:sldId id="370" r:id="rId18"/>
    <p:sldId id="306" r:id="rId19"/>
    <p:sldId id="307" r:id="rId20"/>
  </p:sldIdLst>
  <p:sldSz cx="12192000" cy="6858000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Cutive" panose="020B0604020202020204" charset="0"/>
      <p:regular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BEA6"/>
    <a:srgbClr val="26B7D4"/>
    <a:srgbClr val="E24E5F"/>
    <a:srgbClr val="79B0DD"/>
    <a:srgbClr val="DA4487"/>
    <a:srgbClr val="276C46"/>
    <a:srgbClr val="C9DF6F"/>
    <a:srgbClr val="417DBF"/>
    <a:srgbClr val="3F2A67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8863"/>
    <p:restoredTop sz="94640"/>
  </p:normalViewPr>
  <p:slideViewPr>
    <p:cSldViewPr snapToGrid="0">
      <p:cViewPr varScale="1">
        <p:scale>
          <a:sx n="114" d="100"/>
          <a:sy n="114" d="100"/>
        </p:scale>
        <p:origin x="111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63" Type="http://schemas.openxmlformats.org/officeDocument/2006/relationships/presProps" Target="presProps.xml"/><Relationship Id="rId68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64" Type="http://schemas.openxmlformats.org/officeDocument/2006/relationships/viewProps" Target="viewProps.xml"/><Relationship Id="rId69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67" Type="http://schemas.openxmlformats.org/officeDocument/2006/relationships/customXml" Target="../customXml/item1.xml"/><Relationship Id="rId20" Type="http://schemas.openxmlformats.org/officeDocument/2006/relationships/slide" Target="slides/slide19.xml"/><Relationship Id="rId6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178884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107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7634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3719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0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gif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55771" y="2054277"/>
            <a:ext cx="5605153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Nets of Rectangular Prisms and Pyramids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120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487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07225" y="136525"/>
            <a:ext cx="86939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925" y="39147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59925" y="1609531"/>
            <a:ext cx="1095414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MA.6.GR.2.4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or real-world context, find the surface area of right rectangular prisms and right rectangular pyramids using the figure’s net.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9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5990" y="129667"/>
            <a:ext cx="76049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80655" y="1460584"/>
            <a:ext cx="10474036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5930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  <a:tabLst>
                <a:tab pos="914400" algn="l"/>
              </a:tabLst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85651" y="1600200"/>
            <a:ext cx="103909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draw the net of a rectangular prism or rectangular pyramid.</a:t>
            </a:r>
          </a:p>
          <a:p>
            <a:pPr marL="685800" indent="-679450">
              <a:buClr>
                <a:srgbClr val="434343"/>
              </a:buClr>
              <a:buSzPct val="1000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85800" indent="-6794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relate a net to its three-dimensional shape.</a:t>
            </a:r>
          </a:p>
          <a:p>
            <a:pPr marL="685800" indent="-679450">
              <a:buClr>
                <a:srgbClr val="434343"/>
              </a:buClr>
              <a:buSzPct val="1000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85800" indent="-6794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relate a rectangular prism or rectangular pyramid to its net.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025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835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44150" y="60325"/>
            <a:ext cx="9195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8.9.1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850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970500" y="1386026"/>
                <a:ext cx="10524814" cy="1513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rectangular ball pit has a volume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cubic meters (m</a:t>
                </a:r>
                <a:r>
                  <a:rPr lang="en-US" sz="24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Find the width of the ball pit if the length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 and the depth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500" y="1386026"/>
                <a:ext cx="10524814" cy="1513876"/>
              </a:xfrm>
              <a:prstGeom prst="rect">
                <a:avLst/>
              </a:prstGeom>
              <a:blipFill>
                <a:blip r:embed="rId5"/>
                <a:stretch>
                  <a:fillRect l="-964" t="-2479" r="-1084" b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33067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5.png" descr="Icon&#10;&#10;Description automatically generated">
            <a:extLst>
              <a:ext uri="{FF2B5EF4-FFF2-40B4-BE49-F238E27FC236}">
                <a16:creationId xmlns:a16="http://schemas.microsoft.com/office/drawing/2014/main" id="{F0ED54B7-635A-E049-8DCF-752B1CDDDDA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95237" y="2850881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86467" y="60325"/>
            <a:ext cx="999331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8.9.2 Refresher: </a:t>
            </a:r>
            <a:b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Area of Composite Figures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1093244" y="1527693"/>
            <a:ext cx="10449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find the area of each composite figure.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All measurements are in meters (m).</a:t>
            </a:r>
          </a:p>
        </p:txBody>
      </p:sp>
      <p:pic>
        <p:nvPicPr>
          <p:cNvPr id="25" name="image5.png" descr="Icon&#10;&#10;Description automatically generated">
            <a:extLst>
              <a:ext uri="{FF2B5EF4-FFF2-40B4-BE49-F238E27FC236}">
                <a16:creationId xmlns:a16="http://schemas.microsoft.com/office/drawing/2014/main" id="{66D9DFA0-6210-D048-B486-2FE124CC92B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4213" y="347048"/>
            <a:ext cx="752254" cy="75225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8FB1DB-5EB4-A340-B709-556B65374F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08197" y="2365851"/>
            <a:ext cx="5375606" cy="4157791"/>
          </a:xfrm>
          <a:prstGeom prst="rect">
            <a:avLst/>
          </a:prstGeom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9465A8-5AC8-3842-81FE-5F26A4C7B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156682"/>
              </p:ext>
            </p:extLst>
          </p:nvPr>
        </p:nvGraphicFramePr>
        <p:xfrm>
          <a:off x="3196673" y="1237792"/>
          <a:ext cx="5798655" cy="4374067"/>
        </p:xfrm>
        <a:graphic>
          <a:graphicData uri="http://schemas.openxmlformats.org/drawingml/2006/table">
            <a:tbl>
              <a:tblPr firstRow="1" firstCol="1" bandRow="1"/>
              <a:tblGrid>
                <a:gridCol w="833140">
                  <a:extLst>
                    <a:ext uri="{9D8B030D-6E8A-4147-A177-3AD203B41FA5}">
                      <a16:colId xmlns:a16="http://schemas.microsoft.com/office/drawing/2014/main" val="1115889605"/>
                    </a:ext>
                  </a:extLst>
                </a:gridCol>
                <a:gridCol w="4965515">
                  <a:extLst>
                    <a:ext uri="{9D8B030D-6E8A-4147-A177-3AD203B41FA5}">
                      <a16:colId xmlns:a16="http://schemas.microsoft.com/office/drawing/2014/main" val="3908848889"/>
                    </a:ext>
                  </a:extLst>
                </a:gridCol>
              </a:tblGrid>
              <a:tr h="43740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139073"/>
                  </a:ext>
                </a:extLst>
              </a:tr>
            </a:tbl>
          </a:graphicData>
        </a:graphic>
      </p:graphicFrame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hart, diagram&#10;&#10;Description automatically generated">
            <a:extLst>
              <a:ext uri="{FF2B5EF4-FFF2-40B4-BE49-F238E27FC236}">
                <a16:creationId xmlns:a16="http://schemas.microsoft.com/office/drawing/2014/main" id="{11C1A406-4CCF-E94D-A8D2-D73EDD63C09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0908" y="280747"/>
            <a:ext cx="4150184" cy="6288157"/>
          </a:xfrm>
          <a:prstGeom prst="rect">
            <a:avLst/>
          </a:prstGeom>
        </p:spPr>
      </p:pic>
      <p:pic>
        <p:nvPicPr>
          <p:cNvPr id="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id="{7ED086E0-F626-5744-A50B-9D21ACA06D9A}"/>
              </a:ext>
            </a:extLst>
          </p:cNvPr>
          <p:cNvSpPr txBox="1">
            <a:spLocks/>
          </p:cNvSpPr>
          <p:nvPr/>
        </p:nvSpPr>
        <p:spPr>
          <a:xfrm>
            <a:off x="4454937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154E887B-D1FF-854F-B436-62EA41A73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31547" y="276614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3743" y="60325"/>
            <a:ext cx="102959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8.9.3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Creating Three-Dimensional Figures</a:t>
            </a:r>
            <a:endParaRPr lang="en-US" sz="3600" b="1" dirty="0">
              <a:solidFill>
                <a:srgbClr val="33BEA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371525" y="1386025"/>
            <a:ext cx="95062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 composite figures in the previous component are nets. A net is formed when the faces of a three-dimensional figure are positioned by arranging the faces to create a 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two-dimensional composite figure. </a:t>
            </a: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:a16="http://schemas.microsoft.com/office/drawing/2014/main" id="{2585E1EE-D46C-6345-9C9B-2AAA18C39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7757" y="34704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7FBA2E2-2BC7-C643-AA86-39BDA07A7A9B}"/>
              </a:ext>
            </a:extLst>
          </p:cNvPr>
          <p:cNvSpPr/>
          <p:nvPr/>
        </p:nvSpPr>
        <p:spPr>
          <a:xfrm>
            <a:off x="2781300" y="3227921"/>
            <a:ext cx="6629400" cy="105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6B5375-1FFE-7244-8074-807EDFC49444}"/>
              </a:ext>
            </a:extLst>
          </p:cNvPr>
          <p:cNvSpPr txBox="1"/>
          <p:nvPr/>
        </p:nvSpPr>
        <p:spPr>
          <a:xfrm>
            <a:off x="1371525" y="4793727"/>
            <a:ext cx="9803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teacher will provide you with copies of some nets. 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 the nets along the solid line. Fold the nets along the dotted line and use the tabs to glue the figure together.</a:t>
            </a:r>
          </a:p>
        </p:txBody>
      </p:sp>
      <p:pic>
        <p:nvPicPr>
          <p:cNvPr id="2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335740" y="3454965"/>
            <a:ext cx="5577840" cy="1123667"/>
            <a:chOff x="2781300" y="3079578"/>
            <a:chExt cx="5577840" cy="1123667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974E0769-F733-AC48-ABA3-F48EA837813D}"/>
                </a:ext>
              </a:extLst>
            </p:cNvPr>
            <p:cNvSpPr/>
            <p:nvPr/>
          </p:nvSpPr>
          <p:spPr>
            <a:xfrm>
              <a:off x="2781300" y="3079578"/>
              <a:ext cx="5577840" cy="1123667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685800"/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net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is a two-dimensional diagram </a:t>
              </a:r>
              <a:b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that can be folded or made into a </a:t>
              </a:r>
              <a:b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three-dimensional figure.</a:t>
              </a:r>
              <a:r>
                <a: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Shape 9" descr="Icon&#10;&#10;Description automatically generated">
              <a:extLst>
                <a:ext uri="{FF2B5EF4-FFF2-40B4-BE49-F238E27FC236}">
                  <a16:creationId xmlns:a16="http://schemas.microsoft.com/office/drawing/2014/main" id="{F939D09E-2A98-1C44-9828-7B076C5A48F9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19845" y="3321900"/>
              <a:ext cx="548640" cy="54916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98764" y="352968"/>
            <a:ext cx="95542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to describe the three-dimensional figure formed.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C83DA0-5A07-9F45-897E-52A270FE3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841335"/>
              </p:ext>
            </p:extLst>
          </p:nvPr>
        </p:nvGraphicFramePr>
        <p:xfrm>
          <a:off x="2928731" y="1372461"/>
          <a:ext cx="6126765" cy="5085214"/>
        </p:xfrm>
        <a:graphic>
          <a:graphicData uri="http://schemas.openxmlformats.org/drawingml/2006/table">
            <a:tbl>
              <a:tblPr firstRow="1" firstCol="1" bandRow="1"/>
              <a:tblGrid>
                <a:gridCol w="2772361">
                  <a:extLst>
                    <a:ext uri="{9D8B030D-6E8A-4147-A177-3AD203B41FA5}">
                      <a16:colId xmlns:a16="http://schemas.microsoft.com/office/drawing/2014/main" val="1738249301"/>
                    </a:ext>
                  </a:extLst>
                </a:gridCol>
                <a:gridCol w="3354404">
                  <a:extLst>
                    <a:ext uri="{9D8B030D-6E8A-4147-A177-3AD203B41FA5}">
                      <a16:colId xmlns:a16="http://schemas.microsoft.com/office/drawing/2014/main" val="2161385820"/>
                    </a:ext>
                  </a:extLst>
                </a:gridCol>
              </a:tblGrid>
              <a:tr h="50489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</a:t>
                      </a:r>
                      <a:endParaRPr lang="x-none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68" marR="6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Three-Dimensional </a:t>
                      </a:r>
                      <a:endParaRPr lang="x-none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Figure Formed</a:t>
                      </a:r>
                      <a:endParaRPr lang="x-none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68" marR="612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72053"/>
                  </a:ext>
                </a:extLst>
              </a:tr>
              <a:tr h="21256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68" marR="6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68" marR="6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532399"/>
                  </a:ext>
                </a:extLst>
              </a:tr>
              <a:tr h="24546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68" marR="6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68" marR="612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43925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18555D5-3F55-0B4A-BC61-D7A4CCA55F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9513" y="1948070"/>
            <a:ext cx="2269064" cy="1994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E15DB3-E4EC-EF48-A654-1C67127F93A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3254" y="4037360"/>
            <a:ext cx="2377247" cy="2377247"/>
          </a:xfrm>
          <a:prstGeom prst="rect">
            <a:avLst/>
          </a:prstGeom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5819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29393" y="391606"/>
            <a:ext cx="108659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cs typeface="Times New Roman" panose="02020603050405020304" pitchFamily="18" charset="0"/>
              </a:rPr>
              <a:t>Look back at the two composite figures from the refresher. Predict what three-dimensional figure is made from cutting out and folding up the sides of those figures.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cs typeface="Times New Roman" panose="02020603050405020304" pitchFamily="18" charset="0"/>
              </a:rPr>
              <a:t>With your partner, discuss how the area of a two-dimensional composite figure is related to the area of the faces of the </a:t>
            </a:r>
            <a:br>
              <a:rPr lang="en-US" sz="2400" dirty="0">
                <a:latin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cs typeface="Times New Roman" panose="02020603050405020304" pitchFamily="18" charset="0"/>
              </a:rPr>
              <a:t>three-dimensional figure. Summarize your discussion.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9153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01860" y="2766145"/>
            <a:ext cx="49624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4.png">
            <a:extLst>
              <a:ext uri="{FF2B5EF4-FFF2-40B4-BE49-F238E27FC236}">
                <a16:creationId xmlns:a16="http://schemas.microsoft.com/office/drawing/2014/main" id="{5E1CDEF4-45CE-7D4E-8007-2AA8862F358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47310" y="2852923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9473AE-4151-E346-9F6C-967554C03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605509"/>
              </p:ext>
            </p:extLst>
          </p:nvPr>
        </p:nvGraphicFramePr>
        <p:xfrm>
          <a:off x="2695575" y="3146868"/>
          <a:ext cx="6800850" cy="3139654"/>
        </p:xfrm>
        <a:graphic>
          <a:graphicData uri="http://schemas.openxmlformats.org/drawingml/2006/table">
            <a:tbl>
              <a:tblPr firstRow="1" firstCol="1" bandRow="1"/>
              <a:tblGrid>
                <a:gridCol w="4061460">
                  <a:extLst>
                    <a:ext uri="{9D8B030D-6E8A-4147-A177-3AD203B41FA5}">
                      <a16:colId xmlns:a16="http://schemas.microsoft.com/office/drawing/2014/main" val="2439067515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4293826304"/>
                    </a:ext>
                  </a:extLst>
                </a:gridCol>
              </a:tblGrid>
              <a:tr h="502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Three-Dimensional Figure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47893"/>
                  </a:ext>
                </a:extLst>
              </a:tr>
              <a:tr h="26373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6109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A0A3557A-0FEE-424D-894D-C03EF75FAA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1980" y="3774308"/>
            <a:ext cx="2566670" cy="2124075"/>
          </a:xfrm>
          <a:prstGeom prst="rect">
            <a:avLst/>
          </a:prstGeom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0040" y="-12827"/>
            <a:ext cx="91132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8.9.4 Collaboration: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Determining Nets</a:t>
            </a:r>
            <a:endParaRPr lang="en-US" sz="3600" b="1" dirty="0">
              <a:solidFill>
                <a:srgbClr val="33BEA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754783" y="1451535"/>
            <a:ext cx="9615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sketch the net or sketch the individual faces of the three-dimensional figure. Label each side of the net with the appropriate measurement in yards (yd).</a:t>
            </a:r>
          </a:p>
        </p:txBody>
      </p:sp>
      <p:pic>
        <p:nvPicPr>
          <p:cNvPr id="9" name="image4.png">
            <a:extLst>
              <a:ext uri="{FF2B5EF4-FFF2-40B4-BE49-F238E27FC236}">
                <a16:creationId xmlns:a16="http://schemas.microsoft.com/office/drawing/2014/main" id="{797581E3-46EB-C042-9038-A049C13378BA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2198" y="275119"/>
            <a:ext cx="749808" cy="74980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52">
                <a:extLst>
                  <a:ext uri="{FF2B5EF4-FFF2-40B4-BE49-F238E27FC236}">
                    <a16:creationId xmlns:a16="http://schemas.microsoft.com/office/drawing/2014/main" id="{CF9F50B8-E2CA-7541-BC63-E4B3524A7D28}"/>
                  </a:ext>
                </a:extLst>
              </p:cNvPr>
              <p:cNvSpPr txBox="1"/>
              <p:nvPr/>
            </p:nvSpPr>
            <p:spPr>
              <a:xfrm>
                <a:off x="3702050" y="5874601"/>
                <a:ext cx="774700" cy="41846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yd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 Box 52">
                <a:extLst>
                  <a:ext uri="{FF2B5EF4-FFF2-40B4-BE49-F238E27FC236}">
                    <a16:creationId xmlns:a16="http://schemas.microsoft.com/office/drawing/2014/main" id="{CF9F50B8-E2CA-7541-BC63-E4B3524A7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050" y="5874601"/>
                <a:ext cx="774700" cy="418465"/>
              </a:xfrm>
              <a:prstGeom prst="rect">
                <a:avLst/>
              </a:prstGeom>
              <a:blipFill>
                <a:blip r:embed="rId6"/>
                <a:stretch>
                  <a:fillRect t="-5882" b="-1176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53">
                <a:extLst>
                  <a:ext uri="{FF2B5EF4-FFF2-40B4-BE49-F238E27FC236}">
                    <a16:creationId xmlns:a16="http://schemas.microsoft.com/office/drawing/2014/main" id="{7923060E-0359-DD4D-BD7C-2E6EC2CC4D81}"/>
                  </a:ext>
                </a:extLst>
              </p:cNvPr>
              <p:cNvSpPr txBox="1"/>
              <p:nvPr/>
            </p:nvSpPr>
            <p:spPr>
              <a:xfrm>
                <a:off x="5175250" y="5633301"/>
                <a:ext cx="774700" cy="41846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yd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 Box 53">
                <a:extLst>
                  <a:ext uri="{FF2B5EF4-FFF2-40B4-BE49-F238E27FC236}">
                    <a16:creationId xmlns:a16="http://schemas.microsoft.com/office/drawing/2014/main" id="{7923060E-0359-DD4D-BD7C-2E6EC2CC4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250" y="5633301"/>
                <a:ext cx="774700" cy="418465"/>
              </a:xfrm>
              <a:prstGeom prst="rect">
                <a:avLst/>
              </a:prstGeom>
              <a:blipFill>
                <a:blip r:embed="rId6"/>
                <a:stretch>
                  <a:fillRect t="-5882" b="-1176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55">
                <a:extLst>
                  <a:ext uri="{FF2B5EF4-FFF2-40B4-BE49-F238E27FC236}">
                    <a16:creationId xmlns:a16="http://schemas.microsoft.com/office/drawing/2014/main" id="{54F742BD-8E49-AE4F-BD50-C268ADD9C1E2}"/>
                  </a:ext>
                </a:extLst>
              </p:cNvPr>
              <p:cNvSpPr txBox="1"/>
              <p:nvPr/>
            </p:nvSpPr>
            <p:spPr>
              <a:xfrm>
                <a:off x="5708650" y="4426801"/>
                <a:ext cx="774700" cy="41846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yd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 Box 55">
                <a:extLst>
                  <a:ext uri="{FF2B5EF4-FFF2-40B4-BE49-F238E27FC236}">
                    <a16:creationId xmlns:a16="http://schemas.microsoft.com/office/drawing/2014/main" id="{54F742BD-8E49-AE4F-BD50-C268ADD9C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650" y="4426801"/>
                <a:ext cx="774700" cy="418465"/>
              </a:xfrm>
              <a:prstGeom prst="rect">
                <a:avLst/>
              </a:prstGeom>
              <a:blipFill>
                <a:blip r:embed="rId6"/>
                <a:stretch>
                  <a:fillRect t="-5882" b="-1176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78;g104476d1465_1_17"/>
          <p:cNvSpPr/>
          <p:nvPr/>
        </p:nvSpPr>
        <p:spPr>
          <a:xfrm>
            <a:off x="0" y="-2616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4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435EC32-2138-3848-A121-59AD0121C4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48584" y="2010809"/>
            <a:ext cx="3924300" cy="255206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104476d1465_1_17"/>
          <p:cNvSpPr/>
          <p:nvPr/>
        </p:nvSpPr>
        <p:spPr>
          <a:xfrm>
            <a:off x="0" y="-2616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7">
                <a:extLst>
                  <a:ext uri="{FF2B5EF4-FFF2-40B4-BE49-F238E27FC236}">
                    <a16:creationId xmlns:a16="http://schemas.microsoft.com/office/drawing/2014/main" id="{90120A43-3727-0C43-8BDB-066DE6CC16BC}"/>
                  </a:ext>
                </a:extLst>
              </p:cNvPr>
              <p:cNvSpPr txBox="1"/>
              <p:nvPr/>
            </p:nvSpPr>
            <p:spPr>
              <a:xfrm rot="19589554">
                <a:off x="5788238" y="3895466"/>
                <a:ext cx="836930" cy="424815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yd</a:t>
                </a:r>
                <a:endParaRPr lang="x-none" sz="12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 Box 57">
                <a:extLst>
                  <a:ext uri="{FF2B5EF4-FFF2-40B4-BE49-F238E27FC236}">
                    <a16:creationId xmlns:a16="http://schemas.microsoft.com/office/drawing/2014/main" id="{90120A43-3727-0C43-8BDB-066DE6CC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89554">
                <a:off x="5788238" y="3895466"/>
                <a:ext cx="836930" cy="424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56">
                <a:extLst>
                  <a:ext uri="{FF2B5EF4-FFF2-40B4-BE49-F238E27FC236}">
                    <a16:creationId xmlns:a16="http://schemas.microsoft.com/office/drawing/2014/main" id="{F4EA96F9-471E-7844-BD46-B89E79607A51}"/>
                  </a:ext>
                </a:extLst>
              </p:cNvPr>
              <p:cNvSpPr txBox="1"/>
              <p:nvPr/>
            </p:nvSpPr>
            <p:spPr>
              <a:xfrm rot="838827">
                <a:off x="3457283" y="4195257"/>
                <a:ext cx="774700" cy="418465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yd</a:t>
                </a:r>
                <a:endParaRPr lang="x-none" sz="12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 Box 56">
                <a:extLst>
                  <a:ext uri="{FF2B5EF4-FFF2-40B4-BE49-F238E27FC236}">
                    <a16:creationId xmlns:a16="http://schemas.microsoft.com/office/drawing/2014/main" id="{F4EA96F9-471E-7844-BD46-B89E79607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38827">
                <a:off x="3457283" y="4195257"/>
                <a:ext cx="774700" cy="418465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60">
                <a:extLst>
                  <a:ext uri="{FF2B5EF4-FFF2-40B4-BE49-F238E27FC236}">
                    <a16:creationId xmlns:a16="http://schemas.microsoft.com/office/drawing/2014/main" id="{AC46F607-D268-5D48-87E0-E8B50FD6F429}"/>
                  </a:ext>
                </a:extLst>
              </p:cNvPr>
              <p:cNvSpPr txBox="1"/>
              <p:nvPr/>
            </p:nvSpPr>
            <p:spPr>
              <a:xfrm rot="17280814">
                <a:off x="4021336" y="3133101"/>
                <a:ext cx="1049020" cy="411480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10.4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yd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60">
                <a:extLst>
                  <a:ext uri="{FF2B5EF4-FFF2-40B4-BE49-F238E27FC236}">
                    <a16:creationId xmlns:a16="http://schemas.microsoft.com/office/drawing/2014/main" id="{AC46F607-D268-5D48-87E0-E8B50FD6F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80814">
                <a:off x="4021336" y="3133101"/>
                <a:ext cx="1049020" cy="411480"/>
              </a:xfrm>
              <a:prstGeom prst="rect">
                <a:avLst/>
              </a:prstGeom>
              <a:blipFill>
                <a:blip r:embed="rId7"/>
                <a:stretch>
                  <a:fillRect r="-5172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C081110C-DBF1-AD40-B912-B9A135E9987D}"/>
              </a:ext>
            </a:extLst>
          </p:cNvPr>
          <p:cNvSpPr/>
          <p:nvPr/>
        </p:nvSpPr>
        <p:spPr>
          <a:xfrm>
            <a:off x="5420140" y="2888975"/>
            <a:ext cx="320383" cy="32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1">
                <a:extLst>
                  <a:ext uri="{FF2B5EF4-FFF2-40B4-BE49-F238E27FC236}">
                    <a16:creationId xmlns:a16="http://schemas.microsoft.com/office/drawing/2014/main" id="{C3BF4AAA-D371-8D47-8BF7-00E10B78D8E5}"/>
                  </a:ext>
                </a:extLst>
              </p:cNvPr>
              <p:cNvSpPr txBox="1"/>
              <p:nvPr/>
            </p:nvSpPr>
            <p:spPr>
              <a:xfrm rot="3527409">
                <a:off x="5066977" y="2883965"/>
                <a:ext cx="1009015" cy="4445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10.8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yd</a:t>
                </a:r>
                <a:endParaRPr lang="x-none" sz="12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 Box 61">
                <a:extLst>
                  <a:ext uri="{FF2B5EF4-FFF2-40B4-BE49-F238E27FC236}">
                    <a16:creationId xmlns:a16="http://schemas.microsoft.com/office/drawing/2014/main" id="{C3BF4AAA-D371-8D47-8BF7-00E10B78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527409">
                <a:off x="5066977" y="2883965"/>
                <a:ext cx="1009015" cy="444500"/>
              </a:xfrm>
              <a:prstGeom prst="rect">
                <a:avLst/>
              </a:prstGeom>
              <a:blipFill>
                <a:blip r:embed="rId8"/>
                <a:stretch>
                  <a:fillRect r="-2740" b="-2299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19473AE-4151-E346-9F6C-967554C03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519941"/>
              </p:ext>
            </p:extLst>
          </p:nvPr>
        </p:nvGraphicFramePr>
        <p:xfrm>
          <a:off x="2695575" y="1459664"/>
          <a:ext cx="6800850" cy="3139654"/>
        </p:xfrm>
        <a:graphic>
          <a:graphicData uri="http://schemas.openxmlformats.org/drawingml/2006/table">
            <a:tbl>
              <a:tblPr firstRow="1" firstCol="1" bandRow="1"/>
              <a:tblGrid>
                <a:gridCol w="4061460">
                  <a:extLst>
                    <a:ext uri="{9D8B030D-6E8A-4147-A177-3AD203B41FA5}">
                      <a16:colId xmlns:a16="http://schemas.microsoft.com/office/drawing/2014/main" val="2439067515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4293826304"/>
                    </a:ext>
                  </a:extLst>
                </a:gridCol>
              </a:tblGrid>
              <a:tr h="502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Three-Dimensional Figure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47893"/>
                  </a:ext>
                </a:extLst>
              </a:tr>
              <a:tr h="26373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6109"/>
                  </a:ext>
                </a:extLst>
              </a:tr>
            </a:tbl>
          </a:graphicData>
        </a:graphic>
      </p:graphicFrame>
      <p:pic>
        <p:nvPicPr>
          <p:cNvPr id="23" name="Google Shape;283;g104476d1465_1_17"/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4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7323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991555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7427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9531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613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67766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176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9340" y="-95440"/>
            <a:ext cx="93081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8.9.5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040" y="1937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14228" y="1320830"/>
            <a:ext cx="10178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was the </a:t>
            </a:r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muddiest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(most difficult or confusing) point in today’s lesson on nets?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0ADD0E-4E87-7847-A266-A6EF3A269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79366" y="2623396"/>
            <a:ext cx="3848100" cy="2690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78;g104476d1465_1_17"/>
          <p:cNvSpPr/>
          <p:nvPr/>
        </p:nvSpPr>
        <p:spPr>
          <a:xfrm>
            <a:off x="0" y="-2616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5C905226-B79D-4A4C-89EF-0EE210FEF630}"/>
</file>

<file path=customXml/itemProps2.xml><?xml version="1.0" encoding="utf-8"?>
<ds:datastoreItem xmlns:ds="http://schemas.openxmlformats.org/officeDocument/2006/customXml" ds:itemID="{F77CFD07-2FB6-496C-91EB-79849B1D8696}"/>
</file>

<file path=customXml/itemProps3.xml><?xml version="1.0" encoding="utf-8"?>
<ds:datastoreItem xmlns:ds="http://schemas.openxmlformats.org/officeDocument/2006/customXml" ds:itemID="{10B8D383-79AB-4B34-BFFD-AB2A9773BACD}"/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639</Words>
  <Application>Microsoft Office PowerPoint</Application>
  <PresentationFormat>Widescreen</PresentationFormat>
  <Paragraphs>106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Verdana</vt:lpstr>
      <vt:lpstr>Cambria</vt:lpstr>
      <vt:lpstr>Century Gothic</vt:lpstr>
      <vt:lpstr>Calibri</vt:lpstr>
      <vt:lpstr>Cutive</vt:lpstr>
      <vt:lpstr>Arial</vt:lpstr>
      <vt:lpstr>Cambria Math</vt:lpstr>
      <vt:lpstr>Arial Black</vt:lpstr>
      <vt:lpstr>1_Office Theme</vt:lpstr>
      <vt:lpstr>6th Grade Math  Unit 8, Lesson 9  Nets of Rectangular Prisms and Pyramids  Volume 2, pg. 120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Heather  Rideout</cp:lastModifiedBy>
  <cp:revision>30</cp:revision>
  <dcterms:created xsi:type="dcterms:W3CDTF">2015-03-17T18:51:18Z</dcterms:created>
  <dcterms:modified xsi:type="dcterms:W3CDTF">2023-01-13T20:58:09Z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