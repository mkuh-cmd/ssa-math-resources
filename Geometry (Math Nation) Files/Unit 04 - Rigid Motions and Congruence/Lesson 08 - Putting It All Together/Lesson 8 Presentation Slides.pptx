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319" r:id="rId10"/>
    <p:sldId id="306" r:id="rId11"/>
    <p:sldId id="307" r:id="rId12"/>
    <p:sldId id="310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73"/>
    <p:restoredTop sz="94548"/>
  </p:normalViewPr>
  <p:slideViewPr>
    <p:cSldViewPr snapToGrid="0">
      <p:cViewPr varScale="1">
        <p:scale>
          <a:sx n="79" d="100"/>
          <a:sy n="79" d="100"/>
        </p:scale>
        <p:origin x="7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Putting It All Together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217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MA.912.GR.2.3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Identify a sequence of transformations that will map a given figure onto itself or onto another congruent or similar figure.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MA.912.GR.2.6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rigid transformations to map one figure onto another to justify that the two figures are congruent.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791"/>
            <a:ext cx="87119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8425"/>
            <a:ext cx="110667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determine a sequence of transformations that map one figure onto another congruent figure.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match the written and algebraic descriptions of a sequence of transformations given the preimage and image of a figure.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4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4.8.1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555595"/>
                <a:ext cx="672968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are three things you notice about the diagram?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Reflect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𝐸𝐹𝐺𝐻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across line m, then translate it up 3 units. Name the resulting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555595"/>
                <a:ext cx="6729682" cy="1938992"/>
              </a:xfrm>
              <a:prstGeom prst="rect">
                <a:avLst/>
              </a:prstGeom>
              <a:blipFill>
                <a:blip r:embed="rId5"/>
                <a:stretch>
                  <a:fillRect l="-996" t="-2201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2930" y="1386149"/>
            <a:ext cx="4200994" cy="3201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93248" y="3566834"/>
                <a:ext cx="8274453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Check your location of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              with your partner. If your locations differ,                  explain why both could be correct. If your                     locations are the same, find another possible     interpretation of up 3 units and draw that quadrilateral.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3566834"/>
                <a:ext cx="8274453" cy="1631216"/>
              </a:xfrm>
              <a:prstGeom prst="rect">
                <a:avLst/>
              </a:prstGeom>
              <a:blipFill>
                <a:blip r:embed="rId7"/>
                <a:stretch>
                  <a:fillRect l="-810" t="-2612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218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4.8.2 Activity: Card Sort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218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593248" y="1394250"/>
                <a:ext cx="1093067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Match each coordinate grid with the preimage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𝑇𝐿𝑊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𝐻𝑃𝑌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𝑇𝐿𝑊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𝐻𝑃𝑌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with the written and algebraic descriptions that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𝑇𝐿𝑊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𝐻𝑃𝑌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Use the letters in the blue, green, and orange boxes to record your matches in the table.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0"/>
                <a:ext cx="10930676" cy="1323439"/>
              </a:xfrm>
              <a:prstGeom prst="rect">
                <a:avLst/>
              </a:prstGeom>
              <a:blipFill>
                <a:blip r:embed="rId5"/>
                <a:stretch>
                  <a:fillRect l="-558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45685"/>
              </p:ext>
            </p:extLst>
          </p:nvPr>
        </p:nvGraphicFramePr>
        <p:xfrm>
          <a:off x="828215" y="2952603"/>
          <a:ext cx="7886699" cy="2511147"/>
        </p:xfrm>
        <a:graphic>
          <a:graphicData uri="http://schemas.openxmlformats.org/drawingml/2006/table">
            <a:tbl>
              <a:tblPr bandRow="1"/>
              <a:tblGrid>
                <a:gridCol w="1770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5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6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Coordinate Grid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Written Description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Algebraic Description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5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B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5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5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F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218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215971"/>
              </p:ext>
            </p:extLst>
          </p:nvPr>
        </p:nvGraphicFramePr>
        <p:xfrm>
          <a:off x="1059226" y="1087089"/>
          <a:ext cx="7422325" cy="4972960"/>
        </p:xfrm>
        <a:graphic>
          <a:graphicData uri="http://schemas.openxmlformats.org/drawingml/2006/table">
            <a:tbl>
              <a:tblPr bandRow="1"/>
              <a:tblGrid>
                <a:gridCol w="1666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Coordinate Grid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Written Description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Algebraic Description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9150" marR="59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92389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G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H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M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W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X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Y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5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0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55667" marR="55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219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0059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219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285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4.8.3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386150"/>
            <a:ext cx="109208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an 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X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on each line to indicate where your current learning is in relation to each target.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match the written descriptions of a sequence of transformations to the coordinate grid with the preimage and image.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1350" y="3424949"/>
            <a:ext cx="83693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465232" y="422981"/>
            <a:ext cx="1116291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match the algebraic descriptions of a sequence of transformations to the coordinate grid with the preimage and image.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  <a:tabLst>
                <a:tab pos="3082925" algn="l"/>
              </a:tabLst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determine a sequence of transformations that map one figure onto another congruent figure.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1025" y="1478781"/>
            <a:ext cx="8369300" cy="1130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1025" y="4036022"/>
            <a:ext cx="83693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562</Words>
  <Application>Microsoft Office PowerPoint</Application>
  <PresentationFormat>Widescreen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4, Lesson 8  Putting It All Together  Volume 1, pg. 217  </vt:lpstr>
      <vt:lpstr>Benchmarks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19</cp:revision>
  <dcterms:created xsi:type="dcterms:W3CDTF">2015-03-17T18:51:18Z</dcterms:created>
  <dcterms:modified xsi:type="dcterms:W3CDTF">2022-07-03T05:05:48Z</dcterms:modified>
</cp:coreProperties>
</file>