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26" r:id="rId12"/>
    <p:sldId id="323" r:id="rId13"/>
    <p:sldId id="324" r:id="rId14"/>
    <p:sldId id="325" r:id="rId15"/>
    <p:sldId id="302" r:id="rId16"/>
    <p:sldId id="303" r:id="rId17"/>
    <p:sldId id="306" r:id="rId18"/>
    <p:sldId id="307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47"/>
    <p:restoredTop sz="94622"/>
  </p:normalViewPr>
  <p:slideViewPr>
    <p:cSldViewPr snapToGrid="0">
      <p:cViewPr varScale="1">
        <p:scale>
          <a:sx n="108" d="100"/>
          <a:sy n="108" d="100"/>
        </p:scale>
        <p:origin x="18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787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Algebraic Descriptions of a Sequence of Transformations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MA.912.GR.2.1 Given a preimage and image, describe the transformation and represent the transformation algebraically using coordinates.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MA.912.GR.2.5 Given a geometric figure and a sequence of transformations, draw the transformed figure on a coordinate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7562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MA.K12.MTR.4.1 Engage in discussions that reflect on the mathematical thinking of self and others.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8425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draw an image given a pre-image and an algebraic description of a sequence of transformations on a coordinate plane.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write a transformation on the coordinate plane using coordinate notation with algebraic descriptors.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76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8550"/>
            <a:ext cx="84305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 charset="0"/>
                <a:ea typeface="Verdana" charset="0"/>
                <a:cs typeface="Verdana" charset="0"/>
                <a:sym typeface="Verdana"/>
              </a:rPr>
              <a:t>4.5.1 Warm-Up: Algebraic Descriptions of Transformations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753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94250"/>
            <a:ext cx="110325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your notes to complete the algebraic descriptions in the table.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The Effect of Transformations on Coordinates</a:t>
            </a:r>
          </a:p>
          <a:p>
            <a:endParaRPr lang="en-US" sz="2000" b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526206"/>
                  </p:ext>
                </p:extLst>
              </p:nvPr>
            </p:nvGraphicFramePr>
            <p:xfrm>
              <a:off x="1184579" y="2473869"/>
              <a:ext cx="6617318" cy="4057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87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43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43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9123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Clockwise About the Origin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5846" marR="85846" marT="42923" marB="42923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9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𝟗𝟎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𝟏𝟖𝟎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𝟐𝟕𝟎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015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the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to its opposite, then switch the coordinates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both coordinates to their opposite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the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to its opposite, then switch the coordinates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57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9123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Counterclockwise About the Origin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5846" marR="85846" marT="42923" marB="42923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60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𝟗𝟎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𝟏𝟖𝟎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𝟐𝟕𝟎</m:t>
                              </m:r>
                              <m:r>
                                <a:rPr lang="en-US" sz="1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°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1015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the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to its opposite, then switch the coordinates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both coordinates to their opposite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the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to its opposite, then switch the coordinates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70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526206"/>
                  </p:ext>
                </p:extLst>
              </p:nvPr>
            </p:nvGraphicFramePr>
            <p:xfrm>
              <a:off x="1184579" y="2473869"/>
              <a:ext cx="6617318" cy="40577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870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43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43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09123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Clockwise About the Origin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5846" marR="85846" marT="42923" marB="42923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3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115217" r="-205618" b="-124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808" t="-115217" r="-100548" b="-124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115217" r="-548" b="-124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015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54396" r="-205618" b="-214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both coordinates to their opposite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54396" r="-548" b="-214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57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530189" r="-205618" b="-6377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808" t="-530189" r="-100548" b="-6377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530189" r="-548" b="-6377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9123"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Rotations Counterclockwise About the Origin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85846" marR="85846" marT="42923" marB="42923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460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675439" r="-205618" b="-4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808" t="-675439" r="-100548" b="-4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675439" r="-548" b="-4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1015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244199" r="-205618" b="-27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Change both coordinates to their opposite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244199" r="-548" b="-27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07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81" t="-1354348" r="-205618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808" t="-1354348" r="-100548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157" marR="3515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7808" t="-1354348" r="-548" b="-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517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1228998"/>
                  </p:ext>
                </p:extLst>
              </p:nvPr>
            </p:nvGraphicFramePr>
            <p:xfrm>
              <a:off x="1342761" y="564308"/>
              <a:ext cx="6722745" cy="2645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384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43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51148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Translations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1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Right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Left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65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Add to 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Subtract from 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5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11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Up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Down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4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Add to 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Subtract from 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48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1228998"/>
                  </p:ext>
                </p:extLst>
              </p:nvPr>
            </p:nvGraphicFramePr>
            <p:xfrm>
              <a:off x="1342761" y="564308"/>
              <a:ext cx="6722745" cy="26456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384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43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Translations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Right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Left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65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" t="-113333" r="-128986" b="-2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939" t="-113333" r="-322" b="-2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5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" t="-213333" r="-128986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939" t="-213333" r="-322" b="-1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Up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Down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48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" t="-545000" r="-128986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939" t="-545000" r="-322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48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7" t="-645000" r="-128986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7939" t="-645000" r="-322" b="-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584391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456639"/>
                  </p:ext>
                </p:extLst>
              </p:nvPr>
            </p:nvGraphicFramePr>
            <p:xfrm>
              <a:off x="1342760" y="3610896"/>
              <a:ext cx="6695440" cy="2808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37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1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42326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Reflections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23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-axis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-axis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331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changes to its opposite.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‑coordinate changes to its opposite.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331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23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𝒚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𝒚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=−</m:t>
                                </m:r>
                                <m:r>
                                  <a:rPr lang="en-US" sz="1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Times New Roman" charset="0"/>
                                    <a:cs typeface="Arial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46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coordinates switch.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coordinates switch and become the opposite.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54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,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______,______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456639"/>
                  </p:ext>
                </p:extLst>
              </p:nvPr>
            </p:nvGraphicFramePr>
            <p:xfrm>
              <a:off x="1342760" y="3610896"/>
              <a:ext cx="6695440" cy="2808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37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1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432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Reflections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4" t="-128889" r="-102390" b="-83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198" t="-128889" r="-360" b="-83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4" t="-114444" r="-102390" b="-31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198" t="-114444" r="-360" b="-31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331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4" t="-219318" r="-102390" b="-226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198" t="-219318" r="-360" b="-226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4" t="-624444" r="-102390" b="-34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198" t="-624444" r="-360" b="-34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coordinates switch.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The coordinates switch and become the opposite.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54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4" t="-718966" r="-102390" b="-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198" t="-718966" r="-360" b="-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203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85855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4.5.2 Guided Instruction: Applying Algebraic Descriptions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149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𝑅𝐷𝑌𝑊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49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805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1144" y="1798153"/>
            <a:ext cx="3639170" cy="2932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3247" y="4737884"/>
                <a:ext cx="11411939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Apply the sequence of transformations to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𝑅𝐷𝑌𝑊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Draw the result of each transformation on the graph. Assume all rotations are centered at the origin.</a:t>
                </a:r>
              </a:p>
              <a:p>
                <a:pPr marL="809625" indent="-35242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09625" indent="-352425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Label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809625" indent="-352425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Label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4737884"/>
                <a:ext cx="11411939" cy="1631216"/>
              </a:xfrm>
              <a:prstGeom prst="rect">
                <a:avLst/>
              </a:prstGeom>
              <a:blipFill>
                <a:blip r:embed="rId7"/>
                <a:stretch>
                  <a:fillRect t="-1866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869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𝐵𝑋𝐻𝐾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869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805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7366" y="754269"/>
            <a:ext cx="4302868" cy="2819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65232" y="3656719"/>
                <a:ext cx="11162918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Apply the series of transformations to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𝐵𝑋𝐻𝐾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Draw the result of each transformation on the graph. Assume all rotations are centered at the origin.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742950" indent="-284163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+10,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−4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Label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742950" indent="-284163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Label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656719"/>
                <a:ext cx="11162918" cy="1631216"/>
              </a:xfrm>
              <a:prstGeom prst="rect">
                <a:avLst/>
              </a:prstGeom>
              <a:blipFill>
                <a:blip r:embed="rId6"/>
                <a:stretch>
                  <a:fillRect t="-2247" r="-103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805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1464" y="876960"/>
            <a:ext cx="4723950" cy="3369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65232" y="4392944"/>
                <a:ext cx="1116291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Perform the sequence of transformations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Assume all rotations are centered at the origin. Label the result of all three transformations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𝑇𝑀𝑅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−22,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+9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92944"/>
                <a:ext cx="11162918" cy="1938992"/>
              </a:xfrm>
              <a:prstGeom prst="rect">
                <a:avLst/>
              </a:prstGeom>
              <a:blipFill>
                <a:blip r:embed="rId6"/>
                <a:stretch>
                  <a:fillRect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882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204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37087"/>
            <a:ext cx="104418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4.5.3 Guided Practice: Applying Algebraic Descriptions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6052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204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86149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𝑃𝐾𝐻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49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805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7710" y="1896760"/>
            <a:ext cx="3638210" cy="2542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3247" y="4426903"/>
                <a:ext cx="11005506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Perform the sequence of transformations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𝑃𝐾𝐻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Assume all rotations are centered at the origin. Label the result of transformations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𝑌𝑇𝑀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688975" indent="-339725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339725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−9,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−3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Check your answer with your partner.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4426903"/>
                <a:ext cx="11005506" cy="1938992"/>
              </a:xfrm>
              <a:prstGeom prst="rect">
                <a:avLst/>
              </a:prstGeom>
              <a:blipFill>
                <a:blip r:embed="rId7"/>
                <a:stretch>
                  <a:fillRect l="-609" t="-2201" b="-5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94506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𝑋𝑉𝐺𝑊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4506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805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5445" y="839204"/>
            <a:ext cx="4700964" cy="3383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65232" y="4222475"/>
                <a:ext cx="11162918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Perform the series of transformations on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𝑋𝑉𝐺𝑊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Assume all rotations are centered at the origin. Label the result of transformations as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𝐵𝐻𝑀𝐾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+4,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222475"/>
                <a:ext cx="11162918" cy="2246769"/>
              </a:xfrm>
              <a:prstGeom prst="rect">
                <a:avLst/>
              </a:prstGeom>
              <a:blipFill>
                <a:blip r:embed="rId6"/>
                <a:stretch>
                  <a:fillRect t="-1630" r="-983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205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4.5.4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714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193529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𝑋𝐻𝑇𝑀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193529"/>
                <a:ext cx="8327136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805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3085" y="1834625"/>
            <a:ext cx="4207109" cy="36971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23201" y="1834625"/>
                <a:ext cx="7103435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Perform the sequence of transformations on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𝑋𝐻𝑇𝑀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Assume all rotations are centered at the origin. Label the result of the transformations as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𝑊𝑄𝑃𝑍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809625" indent="-35083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809625" indent="-35083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809625" indent="-35083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+4,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01" y="1834625"/>
                <a:ext cx="7103435" cy="2246769"/>
              </a:xfrm>
              <a:prstGeom prst="rect">
                <a:avLst/>
              </a:prstGeom>
              <a:blipFill>
                <a:blip r:embed="rId7"/>
                <a:stretch>
                  <a:fillRect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60526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206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2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170936"/>
            <a:ext cx="94692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4.5.5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𝐾𝑅𝐵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732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3024" y="1154764"/>
            <a:ext cx="4081502" cy="3470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23200" y="2078879"/>
                <a:ext cx="7090662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Perform the sequence of transformations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Assume all rotations are centered at the origin. Label the result of the transformations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𝑇𝐿𝑆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−12,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+3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688975" indent="-230188">
                  <a:buFont typeface="Symbol" charset="2"/>
                  <a:buChar char="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00" y="2078879"/>
                <a:ext cx="7090662" cy="2246769"/>
              </a:xfrm>
              <a:prstGeom prst="rect">
                <a:avLst/>
              </a:prstGeom>
              <a:blipFill>
                <a:blip r:embed="rId7"/>
                <a:stretch>
                  <a:fillRect t="-1355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949</Words>
  <Application>Microsoft Office PowerPoint</Application>
  <PresentationFormat>Widescreen</PresentationFormat>
  <Paragraphs>154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Arial Black</vt:lpstr>
      <vt:lpstr>Calibri</vt:lpstr>
      <vt:lpstr>Cambria</vt:lpstr>
      <vt:lpstr>Cambria Math</vt:lpstr>
      <vt:lpstr>Century Gothic</vt:lpstr>
      <vt:lpstr>Symbol</vt:lpstr>
      <vt:lpstr>Verdana</vt:lpstr>
      <vt:lpstr>Wingdings</vt:lpstr>
      <vt:lpstr>1_Office Theme</vt:lpstr>
      <vt:lpstr>Geometry  Unit 4, Lesson 5  Algebraic Descriptions of a Sequence of Transformations  Volume 1, pg. 201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22</cp:revision>
  <dcterms:created xsi:type="dcterms:W3CDTF">2015-03-17T18:51:18Z</dcterms:created>
  <dcterms:modified xsi:type="dcterms:W3CDTF">2023-02-27T18:45:36Z</dcterms:modified>
</cp:coreProperties>
</file>