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19" r:id="rId10"/>
    <p:sldId id="306" r:id="rId11"/>
    <p:sldId id="307" r:id="rId12"/>
  </p:sldIdLst>
  <p:sldSz cx="12192000" cy="6858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Cambria Math" panose="02040503050406030204" pitchFamily="18" charset="0"/>
      <p:regular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5"/>
    <p:restoredTop sz="94669"/>
  </p:normalViewPr>
  <p:slideViewPr>
    <p:cSldViewPr snapToGrid="0">
      <p:cViewPr varScale="1">
        <p:scale>
          <a:sx n="83" d="100"/>
          <a:sy n="83" d="100"/>
        </p:scale>
        <p:origin x="10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11184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Using Triangle Relationships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 pg. 225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22538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MA.912.GR.1.3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triangles. Solve mathematical and real-world problems involving postulates, relationships, and theorems of triangles.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8447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363C016-83F3-4F41-87D9-744A7EE6E731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917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32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1492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3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2117" y="1600200"/>
            <a:ext cx="110568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mathematical and real-world problems involving postulates, relationships, and theorems of triangles. 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29656D0-98C2-6143-AABE-B8316BAE9772}"/>
              </a:ext>
            </a:extLst>
          </p:cNvPr>
          <p:cNvSpPr txBox="1"/>
          <p:nvPr/>
        </p:nvSpPr>
        <p:spPr>
          <a:xfrm>
            <a:off x="888500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D8D408A-206B-F942-AE2E-0F6587E82F9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575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11.9.1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025"/>
            <a:ext cx="83271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Would you rather use a coupon worth …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	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	OR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choice.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25994" y="2133441"/>
            <a:ext cx="2723792" cy="1190168"/>
            <a:chOff x="1469194" y="2133441"/>
            <a:chExt cx="2723792" cy="1190168"/>
          </a:xfrm>
        </p:grpSpPr>
        <p:sp>
          <p:nvSpPr>
            <p:cNvPr id="10" name="Rectangle: Rounded Corners 2">
              <a:extLst>
                <a:ext uri="{FF2B5EF4-FFF2-40B4-BE49-F238E27FC236}">
                  <a16:creationId xmlns:a16="http://schemas.microsoft.com/office/drawing/2014/main" id="{50A3D276-74A4-A948-89A5-DCDE83CA3C87}"/>
                </a:ext>
              </a:extLst>
            </p:cNvPr>
            <p:cNvSpPr/>
            <p:nvPr/>
          </p:nvSpPr>
          <p:spPr>
            <a:xfrm>
              <a:off x="1469194" y="2133441"/>
              <a:ext cx="2719347" cy="119016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3">
                  <a:extLst>
                    <a:ext uri="{FF2B5EF4-FFF2-40B4-BE49-F238E27FC236}">
                      <a16:creationId xmlns:a16="http://schemas.microsoft.com/office/drawing/2014/main" id="{2AD30379-20FC-3549-9950-F33669D5CB4A}"/>
                    </a:ext>
                  </a:extLst>
                </p:cNvPr>
                <p:cNvSpPr txBox="1"/>
                <p:nvPr/>
              </p:nvSpPr>
              <p:spPr>
                <a:xfrm>
                  <a:off x="1469194" y="2297995"/>
                  <a:ext cx="2723792" cy="86106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$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20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off your entire purchase</a:t>
                  </a:r>
                </a:p>
              </p:txBody>
            </p:sp>
          </mc:Choice>
          <mc:Fallback xmlns="">
            <p:sp>
              <p:nvSpPr>
                <p:cNvPr id="11" name="Text Box 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2AD30379-20FC-3549-9950-F33669D5C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9194" y="2297995"/>
                  <a:ext cx="2723792" cy="86106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671" t="-6383" r="-671" b="-1205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4906035" y="2133441"/>
            <a:ext cx="2723792" cy="1190168"/>
            <a:chOff x="4849235" y="2133441"/>
            <a:chExt cx="2723792" cy="1190168"/>
          </a:xfrm>
        </p:grpSpPr>
        <p:sp>
          <p:nvSpPr>
            <p:cNvPr id="12" name="Rectangle: Rounded Corners 2">
              <a:extLst>
                <a:ext uri="{FF2B5EF4-FFF2-40B4-BE49-F238E27FC236}">
                  <a16:creationId xmlns:a16="http://schemas.microsoft.com/office/drawing/2014/main" id="{C336D554-BEF9-DA48-B2C3-9A083F4FA642}"/>
                </a:ext>
              </a:extLst>
            </p:cNvPr>
            <p:cNvSpPr/>
            <p:nvPr/>
          </p:nvSpPr>
          <p:spPr>
            <a:xfrm>
              <a:off x="4853680" y="2133441"/>
              <a:ext cx="2719347" cy="119016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3">
                  <a:extLst>
                    <a:ext uri="{FF2B5EF4-FFF2-40B4-BE49-F238E27FC236}">
                      <a16:creationId xmlns:a16="http://schemas.microsoft.com/office/drawing/2014/main" id="{3B054B36-DB3E-CE4B-B48B-18E72F7FBE96}"/>
                    </a:ext>
                  </a:extLst>
                </p:cNvPr>
                <p:cNvSpPr txBox="1"/>
                <p:nvPr/>
              </p:nvSpPr>
              <p:spPr>
                <a:xfrm>
                  <a:off x="4849235" y="2297995"/>
                  <a:ext cx="2723792" cy="86106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25%</m:t>
                      </m:r>
                    </m:oMath>
                  </a14:m>
                  <a:r>
                    <a:rPr lang="en-US" sz="24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off your entire purchase</a:t>
                  </a:r>
                </a:p>
              </p:txBody>
            </p:sp>
          </mc:Choice>
          <mc:Fallback xmlns="">
            <p:sp>
              <p:nvSpPr>
                <p:cNvPr id="14" name="Text Box 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3B054B36-DB3E-CE4B-B48B-18E72F7FBE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9235" y="2297995"/>
                  <a:ext cx="2723792" cy="86106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671" t="-6383" r="-671" b="-1205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52328EB9-7A73-5749-A57E-1D69BA8FF96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B61FE5D-25B0-3E42-B74C-9358270431F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108365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11.9.2 Activity: Triangle Relationships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593247" y="1432350"/>
            <a:ext cx="9273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problem, record your work and answer in the table. </a:t>
            </a:r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BFFDB3-DA8D-5C49-9C7E-38C4EF5CF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805620"/>
              </p:ext>
            </p:extLst>
          </p:nvPr>
        </p:nvGraphicFramePr>
        <p:xfrm>
          <a:off x="1171252" y="1952443"/>
          <a:ext cx="8273558" cy="4510586"/>
        </p:xfrm>
        <a:graphic>
          <a:graphicData uri="http://schemas.openxmlformats.org/drawingml/2006/table">
            <a:tbl>
              <a:tblPr firstRow="1" firstCol="1" bandRow="1"/>
              <a:tblGrid>
                <a:gridCol w="1826114">
                  <a:extLst>
                    <a:ext uri="{9D8B030D-6E8A-4147-A177-3AD203B41FA5}">
                      <a16:colId xmlns:a16="http://schemas.microsoft.com/office/drawing/2014/main" val="561457219"/>
                    </a:ext>
                  </a:extLst>
                </a:gridCol>
                <a:gridCol w="4342361">
                  <a:extLst>
                    <a:ext uri="{9D8B030D-6E8A-4147-A177-3AD203B41FA5}">
                      <a16:colId xmlns:a16="http://schemas.microsoft.com/office/drawing/2014/main" val="592606086"/>
                    </a:ext>
                  </a:extLst>
                </a:gridCol>
                <a:gridCol w="2105083">
                  <a:extLst>
                    <a:ext uri="{9D8B030D-6E8A-4147-A177-3AD203B41FA5}">
                      <a16:colId xmlns:a16="http://schemas.microsoft.com/office/drawing/2014/main" val="2687442095"/>
                    </a:ext>
                  </a:extLst>
                </a:gridCol>
              </a:tblGrid>
              <a:tr h="90455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Problem Letter</a:t>
                      </a: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371" marR="104371" marT="104371" marB="1043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Work</a:t>
                      </a: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371" marR="104371" marT="104371" marB="1043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Answer</a:t>
                      </a: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4371" marR="104371" marT="104371" marB="1043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63681"/>
                  </a:ext>
                </a:extLst>
              </a:tr>
              <a:tr h="12002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104371" marR="104371" marT="104371" marB="1043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371" marR="104371" marT="104371" marB="10437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371" marR="104371" marT="104371" marB="10437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402751"/>
                  </a:ext>
                </a:extLst>
              </a:tr>
              <a:tr h="12002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104371" marR="104371" marT="104371" marB="1043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371" marR="104371" marT="104371" marB="10437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371" marR="104371" marT="104371" marB="10437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376790"/>
                  </a:ext>
                </a:extLst>
              </a:tr>
              <a:tr h="12002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104371" marR="104371" marT="104371" marB="10437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371" marR="104371" marT="104371" marB="10437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4371" marR="104371" marT="104371" marB="10437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800726"/>
                  </a:ext>
                </a:extLst>
              </a:tr>
            </a:tbl>
          </a:graphicData>
        </a:graphic>
      </p:graphicFrame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00368A09-DCF6-C449-8735-802F4F6F9D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0622345-9558-9044-B364-29FCB3503B8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BFFDB3-DA8D-5C49-9C7E-38C4EF5CF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554180"/>
              </p:ext>
            </p:extLst>
          </p:nvPr>
        </p:nvGraphicFramePr>
        <p:xfrm>
          <a:off x="1185999" y="374088"/>
          <a:ext cx="7947868" cy="5483166"/>
        </p:xfrm>
        <a:graphic>
          <a:graphicData uri="http://schemas.openxmlformats.org/drawingml/2006/table">
            <a:tbl>
              <a:tblPr firstRow="1" firstCol="1" bandRow="1"/>
              <a:tblGrid>
                <a:gridCol w="1754229">
                  <a:extLst>
                    <a:ext uri="{9D8B030D-6E8A-4147-A177-3AD203B41FA5}">
                      <a16:colId xmlns:a16="http://schemas.microsoft.com/office/drawing/2014/main" val="561457219"/>
                    </a:ext>
                  </a:extLst>
                </a:gridCol>
                <a:gridCol w="4171423">
                  <a:extLst>
                    <a:ext uri="{9D8B030D-6E8A-4147-A177-3AD203B41FA5}">
                      <a16:colId xmlns:a16="http://schemas.microsoft.com/office/drawing/2014/main" val="592606086"/>
                    </a:ext>
                  </a:extLst>
                </a:gridCol>
                <a:gridCol w="2022216">
                  <a:extLst>
                    <a:ext uri="{9D8B030D-6E8A-4147-A177-3AD203B41FA5}">
                      <a16:colId xmlns:a16="http://schemas.microsoft.com/office/drawing/2014/main" val="2687442095"/>
                    </a:ext>
                  </a:extLst>
                </a:gridCol>
              </a:tblGrid>
              <a:tr h="86894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Problem Letter</a:t>
                      </a: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0263" marR="100263" marT="100263" marB="10026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Work</a:t>
                      </a:r>
                      <a:endParaRPr lang="en-US" sz="2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0263" marR="100263" marT="100263" marB="10026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Answer</a:t>
                      </a: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0263" marR="100263" marT="100263" marB="10026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63681"/>
                  </a:ext>
                </a:extLst>
              </a:tr>
              <a:tr h="11530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</a:p>
                  </a:txBody>
                  <a:tcPr marL="100263" marR="100263" marT="100263" marB="10026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263" marR="100263" marT="100263" marB="10026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263" marR="100263" marT="100263" marB="10026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402751"/>
                  </a:ext>
                </a:extLst>
              </a:tr>
              <a:tr h="11530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</a:p>
                  </a:txBody>
                  <a:tcPr marL="100263" marR="100263" marT="100263" marB="10026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263" marR="100263" marT="100263" marB="10026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263" marR="100263" marT="100263" marB="10026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376790"/>
                  </a:ext>
                </a:extLst>
              </a:tr>
              <a:tr h="11530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</a:t>
                      </a:r>
                    </a:p>
                  </a:txBody>
                  <a:tcPr marL="100263" marR="100263" marT="100263" marB="10026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263" marR="100263" marT="100263" marB="10026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263" marR="100263" marT="100263" marB="10026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800726"/>
                  </a:ext>
                </a:extLst>
              </a:tr>
              <a:tr h="11530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0263" marR="100263" marT="100263" marB="10026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0263" marR="100263" marT="100263" marB="10026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00263" marR="100263" marT="100263" marB="10026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214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9C0B38A-4127-4C47-A0E7-701E6E9BBC8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206629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11.9.3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8424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137024"/>
            <a:ext cx="10615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summary of what you learned in this lesson.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1DAD9773-B477-FE48-AD3B-EE61600CAF6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320</Words>
  <Application>Microsoft Office PowerPoint</Application>
  <PresentationFormat>Widescreen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 Black</vt:lpstr>
      <vt:lpstr>Cambria Math</vt:lpstr>
      <vt:lpstr>Calibri</vt:lpstr>
      <vt:lpstr>Cambria</vt:lpstr>
      <vt:lpstr>Verdana</vt:lpstr>
      <vt:lpstr>Wingdings</vt:lpstr>
      <vt:lpstr>Century Gothic</vt:lpstr>
      <vt:lpstr>Arial</vt:lpstr>
      <vt:lpstr>1_Office Theme</vt:lpstr>
      <vt:lpstr>Geometry  Unit 11, Lesson 9  Solving Problems Using Triangle Relationships  Volume 2 pg. 225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23</cp:revision>
  <dcterms:created xsi:type="dcterms:W3CDTF">2015-03-17T18:51:18Z</dcterms:created>
  <dcterms:modified xsi:type="dcterms:W3CDTF">2022-09-16T18:14:26Z</dcterms:modified>
</cp:coreProperties>
</file>