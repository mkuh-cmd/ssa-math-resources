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52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369" r:id="rId18"/>
    <p:sldId id="370" r:id="rId19"/>
    <p:sldId id="373" r:id="rId20"/>
    <p:sldId id="374" r:id="rId21"/>
    <p:sldId id="302" r:id="rId22"/>
    <p:sldId id="303" r:id="rId23"/>
    <p:sldId id="360" r:id="rId24"/>
    <p:sldId id="371" r:id="rId25"/>
    <p:sldId id="306" r:id="rId26"/>
    <p:sldId id="307" r:id="rId27"/>
    <p:sldId id="361" r:id="rId28"/>
    <p:sldId id="375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93"/>
    <p:restoredTop sz="94694"/>
  </p:normalViewPr>
  <p:slideViewPr>
    <p:cSldViewPr snapToGrid="0">
      <p:cViewPr varScale="1">
        <p:scale>
          <a:sx n="89" d="100"/>
          <a:sy n="89" d="100"/>
        </p:scale>
        <p:origin x="184" y="7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4746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00572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32167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51980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24567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9299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63245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088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70816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54672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31317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97961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64392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7355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8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3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Cross Sections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65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010" y="1606146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MA.912.GR.4.1 </a:t>
            </a:r>
          </a:p>
          <a:p>
            <a:pPr marL="460375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Identify the shapes of two-dimensional cross-sections of three-dimensional figures.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667"/>
            <a:ext cx="887420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65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390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65719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557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65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6344" y="1600200"/>
            <a:ext cx="1116180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identify the shapes of two-dimensional cross sections of three-dimensional figures. 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3785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652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0466" y="7507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9.3.1 Warm-Up: Patterns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166" y="21223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51064" y="1400774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How many red squares are in the seventh pattern?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5440" y="2156329"/>
            <a:ext cx="7258384" cy="290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66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99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60325"/>
            <a:ext cx="959568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9.3.2 Collaboration: Cross Sections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6607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66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93248" y="1386025"/>
            <a:ext cx="9774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table below shows the resulting cross section for each type of slice. 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6555" y="2093911"/>
            <a:ext cx="398722" cy="660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632B9B-1D90-AD0C-C8B7-05F3C5A7F5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9789" y="1819400"/>
            <a:ext cx="7772400" cy="464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66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950" y="440325"/>
            <a:ext cx="7467600" cy="596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022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4" y="520394"/>
            <a:ext cx="110875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 about the diagrams for horizontal slices?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 about the diagrams for vertical slices?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Discuss with your partner whether or not the shape of a cross section will change if the height of the plane is changed. Summarize your discussion.</a:t>
            </a:r>
          </a:p>
        </p:txBody>
      </p:sp>
    </p:spTree>
    <p:extLst>
      <p:ext uri="{BB962C8B-B14F-4D97-AF65-F5344CB8AC3E}">
        <p14:creationId xmlns:p14="http://schemas.microsoft.com/office/powerpoint/2010/main" val="453051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4" y="520393"/>
            <a:ext cx="108009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table by describing the shape of the cross section that is created when the figure is sliced by each.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497336"/>
              </p:ext>
            </p:extLst>
          </p:nvPr>
        </p:nvGraphicFramePr>
        <p:xfrm>
          <a:off x="1064033" y="1442189"/>
          <a:ext cx="8371582" cy="4801575"/>
        </p:xfrm>
        <a:graphic>
          <a:graphicData uri="http://schemas.openxmlformats.org/drawingml/2006/table">
            <a:tbl>
              <a:tblPr firstRow="1" firstCol="1" bandRow="1"/>
              <a:tblGrid>
                <a:gridCol w="2829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9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3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987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Figure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Cross Section Shape</a:t>
                      </a:r>
                      <a:endParaRPr lang="en-US" sz="1400" dirty="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8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Horizontal Plane</a:t>
                      </a:r>
                      <a:endParaRPr lang="en-US" sz="1400" dirty="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Vertical Plane</a:t>
                      </a:r>
                      <a:endParaRPr lang="en-US" sz="1400" dirty="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9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Cylinder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9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Cone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08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Rectangular Prism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9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Triangular Prism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59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Sphere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57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67</a:t>
            </a:r>
          </a:p>
        </p:txBody>
      </p:sp>
    </p:spTree>
    <p:extLst>
      <p:ext uri="{BB962C8B-B14F-4D97-AF65-F5344CB8AC3E}">
        <p14:creationId xmlns:p14="http://schemas.microsoft.com/office/powerpoint/2010/main" val="1230184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85979"/>
            <a:ext cx="848955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9.3.3 Guided Instruction: Drawing Cross Sections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212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715525" y="3448860"/>
                <a:ext cx="4954961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cone is shown with a cross section parallel to the base. Draw the cross section of the cone on the grid, given </a:t>
                </a:r>
                <a14:m>
                  <m:oMath xmlns:m="http://schemas.openxmlformats.org/officeDocument/2006/math">
                    <m:r>
                      <a:rPr lang="en-US" sz="2000" i="1"/>
                      <m:t>𝑊𝑇</m:t>
                    </m:r>
                    <m:r>
                      <a:rPr lang="en-US" sz="2000" i="1"/>
                      <m:t>=6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units.</a:t>
                </a:r>
                <a:r>
                  <a:rPr lang="en-US" sz="2000" dirty="0">
                    <a:effectLst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525" y="3448860"/>
                <a:ext cx="4954961" cy="1323439"/>
              </a:xfrm>
              <a:prstGeom prst="rect">
                <a:avLst/>
              </a:prstGeom>
              <a:blipFill>
                <a:blip r:embed="rId5"/>
                <a:stretch>
                  <a:fillRect l="-1279" t="-2857" r="-2558" b="-7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1240" y="1574897"/>
            <a:ext cx="4298835" cy="42396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4CAC77-8886-6368-DC65-6957EFA00F76}"/>
              </a:ext>
            </a:extLst>
          </p:cNvPr>
          <p:cNvSpPr txBox="1"/>
          <p:nvPr/>
        </p:nvSpPr>
        <p:spPr>
          <a:xfrm>
            <a:off x="593247" y="1109026"/>
            <a:ext cx="61573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10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Three-dimensional figures can be oriented in different ways. Cross sections are typically described by their relation to the base of the three-dimensional figure. For example, cross sections are often described as parallel or perpendicular to the base of the figure.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99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67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832" y="499867"/>
            <a:ext cx="7991561" cy="415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849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0394"/>
            <a:ext cx="106387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 rectangular prism is shown with a </a:t>
            </a:r>
            <a:r>
              <a:rPr lang="en-US" sz="2000" dirty="0">
                <a:effectLst/>
                <a:latin typeface="Verdana" panose="020B060403050404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cross section parallel to the base</a:t>
            </a:r>
            <a:r>
              <a:rPr lang="en-US" sz="2000" dirty="0">
                <a:effectLst/>
              </a:rPr>
              <a:t> 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. The dimensions are given in centimeters (cm). Draw the cross section on the grid and label its dimensions.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0750" y="1784075"/>
            <a:ext cx="5003800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297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67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3169" y="531951"/>
            <a:ext cx="7991561" cy="415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281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684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392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0394"/>
                <a:ext cx="10682958" cy="51463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sphere with radius of 4 inches (in.) with a horizontal cross section is shown.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0375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Draw the cross section if it occurs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of the distance from the sphere’s center.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0394"/>
                <a:ext cx="10682958" cy="5146345"/>
              </a:xfrm>
              <a:prstGeom prst="rect">
                <a:avLst/>
              </a:prstGeom>
              <a:blipFill>
                <a:blip r:embed="rId4"/>
                <a:stretch>
                  <a:fillRect l="-628" t="-710" r="-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3300" y="1790700"/>
            <a:ext cx="6731000" cy="32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799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68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3169" y="531951"/>
            <a:ext cx="7991561" cy="415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7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0394"/>
                <a:ext cx="8327136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rectangular pyramid is shown, where the dimensions of the base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12 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centimeters (cm)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21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cm and the pyramid’s height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cm. 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0375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Draw the cross section parallel to the base that is located at a height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cm.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0394"/>
                <a:ext cx="8327136" cy="5324535"/>
              </a:xfrm>
              <a:prstGeom prst="rect">
                <a:avLst/>
              </a:prstGeom>
              <a:blipFill>
                <a:blip r:embed="rId4"/>
                <a:stretch>
                  <a:fillRect l="-761" t="-475" r="-1826" b="-9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8283" y="1499910"/>
            <a:ext cx="7251700" cy="33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427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68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127" y="564036"/>
            <a:ext cx="7991561" cy="415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89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69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995850" y="603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9.3.4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550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483764" y="1149408"/>
                <a:ext cx="1114438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Draw the cross section formed by the intersection of a sphere with a diameter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millimeters and a perpendicular plane passing through the center of the sphere.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64" y="1149408"/>
                <a:ext cx="11144385" cy="1015663"/>
              </a:xfrm>
              <a:prstGeom prst="rect">
                <a:avLst/>
              </a:prstGeom>
              <a:blipFill>
                <a:blip r:embed="rId5"/>
                <a:stretch>
                  <a:fillRect l="-601" t="-4217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9664" y="2814628"/>
            <a:ext cx="6723684" cy="3493566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69</a:t>
            </a: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4" y="528619"/>
                <a:ext cx="1108758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cylinder has a radius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inches (in.) and a height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in. Draw the cross section formed by the intersection of a cylinder and a plane perpendicular to the base passing through the center of the cylinder.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528619"/>
                <a:ext cx="11087585" cy="1015663"/>
              </a:xfrm>
              <a:prstGeom prst="rect">
                <a:avLst/>
              </a:prstGeom>
              <a:blipFill>
                <a:blip r:embed="rId4"/>
                <a:stretch>
                  <a:fillRect l="-605" t="-4217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A3DD74D3-7A20-CCC5-F650-0D637303996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9664" y="2814628"/>
            <a:ext cx="6723684" cy="3493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860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69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4" y="520394"/>
            <a:ext cx="110875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Draw the cross section formed by the intersection of a pentagonal prism and a plane parallel to the base passing through the prism.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0421" y="2436055"/>
            <a:ext cx="6723684" cy="3493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6391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70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0042" y="-810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70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4841" y="-244678"/>
            <a:ext cx="950349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9.3.5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392" y="604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603290" y="1386150"/>
            <a:ext cx="109206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 hexagonal prism is shown.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 </a:t>
            </a:r>
          </a:p>
          <a:p>
            <a:pPr marL="920750" indent="-4445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Draw the cross section that results from a plane that is parallel to the base.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9600" y="2910217"/>
            <a:ext cx="2946400" cy="303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70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4395" y="539924"/>
            <a:ext cx="7991561" cy="415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240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39116" y="520394"/>
            <a:ext cx="9709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Draw the cross section that results from a plane that is perpendicular to the base. </a:t>
            </a:r>
          </a:p>
          <a:p>
            <a:pPr marL="4572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353" y="1663619"/>
            <a:ext cx="7991561" cy="415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907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1274</TotalTime>
  <Words>802</Words>
  <Application>Microsoft Macintosh PowerPoint</Application>
  <PresentationFormat>Widescreen</PresentationFormat>
  <Paragraphs>153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Geometry  Unit 9, Lesson 3  Cross Sections  Volume 2, pg. 65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23</cp:revision>
  <dcterms:created xsi:type="dcterms:W3CDTF">2015-03-17T18:51:18Z</dcterms:created>
  <dcterms:modified xsi:type="dcterms:W3CDTF">2023-03-02T20:21:09Z</dcterms:modified>
</cp:coreProperties>
</file>