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7" r:id="rId19"/>
    <p:sldId id="373" r:id="rId20"/>
    <p:sldId id="374" r:id="rId21"/>
    <p:sldId id="375" r:id="rId22"/>
    <p:sldId id="376" r:id="rId23"/>
    <p:sldId id="378" r:id="rId24"/>
    <p:sldId id="302" r:id="rId25"/>
    <p:sldId id="303" r:id="rId26"/>
    <p:sldId id="360" r:id="rId27"/>
    <p:sldId id="306" r:id="rId28"/>
    <p:sldId id="30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13"/>
    <p:restoredTop sz="94694"/>
  </p:normalViewPr>
  <p:slideViewPr>
    <p:cSldViewPr snapToGrid="0">
      <p:cViewPr varScale="1">
        <p:scale>
          <a:sx n="78" d="100"/>
          <a:sy n="78" d="100"/>
        </p:scale>
        <p:origin x="18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0982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1533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8816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6827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394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3633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9503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462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3188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3902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23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856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4911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1298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0039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7595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2541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0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10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How Dilations Affect Area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104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610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8697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50" y="2022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65961" y="6484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9961" y="616737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74550" y="1600200"/>
            <a:ext cx="115126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MA.912.GR.4.3 </a:t>
            </a:r>
          </a:p>
          <a:p>
            <a:pPr marL="46513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Extend previous understanding of scale drawings and scale factors to determine how dilations affect the area of two-dimensional figures and the surface area or volume of three-dimensional figures.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35" y="2234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35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5" y="-822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5955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80635" y="1596390"/>
            <a:ext cx="1149484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090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678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104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6847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I can discover the relationship between area and the scale factor of a dilation.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328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9.10.1 Warm-Up: Where is Here?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987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7672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394523" y="1386025"/>
            <a:ext cx="116567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picture of a directional sign is shown.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sign?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Where do you think the picture was taken?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Earth’s average polar circumference is 24,859 miles. What do you think the sign means?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5061" y="1889156"/>
            <a:ext cx="3112434" cy="243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105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560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532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4526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9.10.2 Exploration: Scale Factor and Area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105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191219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389569" y="1386026"/>
                <a:ext cx="11685199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𝐴𝑊𝑀𝐶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79488" indent="-44926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𝐴𝑊𝑀𝐶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69" y="1386026"/>
                <a:ext cx="11685199" cy="4708981"/>
              </a:xfrm>
              <a:prstGeom prst="rect">
                <a:avLst/>
              </a:prstGeom>
              <a:blipFill>
                <a:blip r:embed="rId5"/>
                <a:stretch>
                  <a:fillRect l="-543" t="-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3325" y="1948748"/>
            <a:ext cx="32131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8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88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593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80647" y="520394"/>
                <a:ext cx="115237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𝐴𝑊𝑀𝐶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dilated using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center of dilation using each of the given scale factors. 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47" y="520394"/>
                <a:ext cx="11523784" cy="707886"/>
              </a:xfrm>
              <a:prstGeom prst="rect">
                <a:avLst/>
              </a:prstGeom>
              <a:blipFill>
                <a:blip r:embed="rId4"/>
                <a:stretch>
                  <a:fillRect l="-220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5693426"/>
                  </p:ext>
                </p:extLst>
              </p:nvPr>
            </p:nvGraphicFramePr>
            <p:xfrm>
              <a:off x="2246950" y="1883318"/>
              <a:ext cx="7806026" cy="39700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292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090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0902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090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7841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712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8832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Scale Factor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68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Side Length of Dilation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182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Area of Dilated Square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5693426"/>
                  </p:ext>
                </p:extLst>
              </p:nvPr>
            </p:nvGraphicFramePr>
            <p:xfrm>
              <a:off x="2246950" y="1883318"/>
              <a:ext cx="7806026" cy="39700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292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090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0902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090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7841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712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8832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Scale Factor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9709" t="-1429" r="-389320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709" t="-1429" r="-289320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6731" t="-1429" r="-186538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18812" t="-1429" r="-92079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9565" t="-1429" r="-1087" b="-3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68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Side Length of Dilation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182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Area of Dilated Square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470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3754" y="520394"/>
                <a:ext cx="11558954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 conjecture about the relationship between the length of the scale factor and the value of the area.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𝐴𝑊𝑀𝐶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4" y="520394"/>
                <a:ext cx="11558954" cy="3170099"/>
              </a:xfrm>
              <a:prstGeom prst="rect">
                <a:avLst/>
              </a:prstGeom>
              <a:blipFill>
                <a:blip r:embed="rId4"/>
                <a:stretch>
                  <a:fillRect l="-549" t="-797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876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8585" y="520394"/>
                <a:ext cx="11629292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Suppose square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𝐷𝑇𝑆𝐶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dilated using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center of dilation for each of the given scale factors. Complete the table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𝐷𝑇𝑆𝐶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Review your conjecture from the previous problem and make any revisions, if needed.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85" y="520394"/>
                <a:ext cx="11629292" cy="5016758"/>
              </a:xfrm>
              <a:prstGeom prst="rect">
                <a:avLst/>
              </a:prstGeom>
              <a:blipFill>
                <a:blip r:embed="rId4"/>
                <a:stretch>
                  <a:fillRect l="-545" t="-505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5486938"/>
                  </p:ext>
                </p:extLst>
              </p:nvPr>
            </p:nvGraphicFramePr>
            <p:xfrm>
              <a:off x="2148728" y="1907964"/>
              <a:ext cx="8045210" cy="2743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715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76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76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76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16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1466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Scale Factor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Side Length of Dilation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Area of Dilated Square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5486938"/>
                  </p:ext>
                </p:extLst>
              </p:nvPr>
            </p:nvGraphicFramePr>
            <p:xfrm>
              <a:off x="2148728" y="1907964"/>
              <a:ext cx="8045210" cy="2743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715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76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76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76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16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1466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Scale Factor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0377" t="-12500" r="-390566" b="-37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0377" t="-12500" r="-290566" b="-37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77" t="-12500" r="-187850" b="-37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3301" t="-12500" r="-95146" b="-37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1458" t="-12500" r="-2083" b="-377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Side Length of Dilation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Area of Dilated Square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81766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86862" y="520394"/>
            <a:ext cx="1166446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Share your conjecture with your partner. Listen to your partner’s conjecture and write a summary. Have your partner initial that it is summarized correctly. 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Review your conjecture and make any revisions, if needed.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55999"/>
              </p:ext>
            </p:extLst>
          </p:nvPr>
        </p:nvGraphicFramePr>
        <p:xfrm>
          <a:off x="2809447" y="1662344"/>
          <a:ext cx="7121751" cy="3040632"/>
        </p:xfrm>
        <a:graphic>
          <a:graphicData uri="http://schemas.openxmlformats.org/drawingml/2006/table">
            <a:tbl>
              <a:tblPr firstRow="1" firstCol="1" bandRow="1"/>
              <a:tblGrid>
                <a:gridCol w="5061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3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Summary of Partner’s Conjecture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4713" marR="647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Partner’s Initials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4713" marR="647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2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4713" marR="647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4713" marR="647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396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0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3754" y="520394"/>
                <a:ext cx="11523784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Rectangle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𝑆𝐵𝐾𝐷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coordinate grid, find the area of the rectangle.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59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Area=_____ square units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4" y="520394"/>
                <a:ext cx="11523784" cy="5324535"/>
              </a:xfrm>
              <a:prstGeom prst="rect">
                <a:avLst/>
              </a:prstGeom>
              <a:blipFill>
                <a:blip r:embed="rId4"/>
                <a:stretch>
                  <a:fillRect l="-551" t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0650" y="969702"/>
            <a:ext cx="49911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56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75138" y="520393"/>
                <a:ext cx="1162929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Dilate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𝑆𝐵𝐾𝐷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by a scale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centered at the origin. Write the new coordinates in the table.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38" y="520393"/>
                <a:ext cx="11629293" cy="707886"/>
              </a:xfrm>
              <a:prstGeom prst="rect">
                <a:avLst/>
              </a:prstGeom>
              <a:blipFill>
                <a:blip r:embed="rId4"/>
                <a:stretch>
                  <a:fillRect l="-545" t="-3509" r="-872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7617308"/>
                  </p:ext>
                </p:extLst>
              </p:nvPr>
            </p:nvGraphicFramePr>
            <p:xfrm>
              <a:off x="2425733" y="1715092"/>
              <a:ext cx="7491200" cy="21278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307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342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262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2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Preimage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62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(−4,4)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(3,4)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(3,1)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(−4,1)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7617308"/>
                  </p:ext>
                </p:extLst>
              </p:nvPr>
            </p:nvGraphicFramePr>
            <p:xfrm>
              <a:off x="2425733" y="1715092"/>
              <a:ext cx="7491200" cy="21278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307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342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262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2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Preimage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62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1" t="-100000" r="-50927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24" t="-100000" r="-11385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1" t="-212121" r="-509278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24" t="-212121" r="-113853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1" t="-302941" r="-509278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24" t="-302941" r="-113853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29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1" t="-415152" r="-509278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424" t="-415152" r="-113853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721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6" y="520393"/>
                <a:ext cx="1153632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coordinate plane.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area of rectangle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_____ square units.</a:t>
                </a:r>
              </a:p>
              <a:p>
                <a:pPr marL="915988" indent="-4508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Does the conjecture you wrote about the relationship between area and scale factor when dilating a square hold true for rectangle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𝑆𝐵𝐾𝐷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6" y="520393"/>
                <a:ext cx="11536328" cy="5632311"/>
              </a:xfrm>
              <a:prstGeom prst="rect">
                <a:avLst/>
              </a:prstGeom>
              <a:blipFill>
                <a:blip r:embed="rId4"/>
                <a:stretch>
                  <a:fillRect l="-581" t="-649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0901" y="977901"/>
            <a:ext cx="5529943" cy="37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73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0150" y="646249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5477" y="520394"/>
                <a:ext cx="1153550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Parallelogram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𝐹𝑁𝐶𝑇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 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𝐹𝑁𝐶𝑇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in square units?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7" y="520394"/>
                <a:ext cx="11535508" cy="5324535"/>
              </a:xfrm>
              <a:prstGeom prst="rect">
                <a:avLst/>
              </a:prstGeom>
              <a:blipFill>
                <a:blip r:embed="rId4"/>
                <a:stretch>
                  <a:fillRect l="-550" t="-475" b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2783" y="1137961"/>
            <a:ext cx="72771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23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8585" y="520394"/>
                <a:ext cx="11582399" cy="3606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Dilate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𝐹𝑁𝐶𝑇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by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centered at the origin. Write the coordinates of the preimage and image in the table. 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Plot the coordinates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same coordinate plane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𝐹𝑁𝐶𝑇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85" y="520394"/>
                <a:ext cx="11582399" cy="3606949"/>
              </a:xfrm>
              <a:prstGeom prst="rect">
                <a:avLst/>
              </a:prstGeom>
              <a:blipFill>
                <a:blip r:embed="rId4"/>
                <a:stretch>
                  <a:fillRect l="-548" r="-110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7593857"/>
                  </p:ext>
                </p:extLst>
              </p:nvPr>
            </p:nvGraphicFramePr>
            <p:xfrm>
              <a:off x="2412557" y="1846059"/>
              <a:ext cx="7517553" cy="19234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613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81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380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2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Preimage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43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2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2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2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7593857"/>
                  </p:ext>
                </p:extLst>
              </p:nvPr>
            </p:nvGraphicFramePr>
            <p:xfrm>
              <a:off x="2412557" y="1846059"/>
              <a:ext cx="7517553" cy="19234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613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81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3804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2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Preimage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43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6452" r="-45607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2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6452" r="-45607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2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16667" r="-456075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2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16667" r="-45607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1643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5723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4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68427" y="646616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3754" y="520394"/>
                <a:ext cx="11605846" cy="3299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relationship between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𝐹𝑁𝐶𝑇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can the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be used to determine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𝐹𝑁𝐶𝑇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4" y="520394"/>
                <a:ext cx="11605846" cy="3299173"/>
              </a:xfrm>
              <a:prstGeom prst="rect">
                <a:avLst/>
              </a:prstGeom>
              <a:blipFill>
                <a:blip r:embed="rId4"/>
                <a:stretch>
                  <a:fillRect l="-578" t="-1107" r="-683" b="-2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146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109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854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15482" y="8031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9.10.3 Guided Practice: Solving Problems Involving Scale Factor and Area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109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674" y="18743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468922" y="1469378"/>
                <a:ext cx="113948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plane.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22" y="1469378"/>
                <a:ext cx="11394831" cy="400110"/>
              </a:xfrm>
              <a:prstGeom prst="rect">
                <a:avLst/>
              </a:prstGeom>
              <a:blipFill>
                <a:blip r:embed="rId5"/>
                <a:stretch>
                  <a:fillRect l="-556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1932847"/>
            <a:ext cx="7045454" cy="452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08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5478" y="520394"/>
                <a:ext cx="6002214" cy="1899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𝐴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(______+______)(_____)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_____ square units.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8" y="520394"/>
                <a:ext cx="6002214" cy="1899623"/>
              </a:xfrm>
              <a:prstGeom prst="rect">
                <a:avLst/>
              </a:prstGeom>
              <a:blipFill>
                <a:blip r:embed="rId4"/>
                <a:stretch>
                  <a:fillRect l="-1057" t="-1325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703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27426" y="520394"/>
                <a:ext cx="11653559" cy="5461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coordinates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given the scale factors in the table. Use the preimage coordinates to find the coordinates of the images. Both dilations are centered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effects does the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 on the original area?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6" y="520394"/>
                <a:ext cx="11653559" cy="5461367"/>
              </a:xfrm>
              <a:prstGeom prst="rect">
                <a:avLst/>
              </a:prstGeom>
              <a:blipFill>
                <a:blip r:embed="rId4"/>
                <a:stretch>
                  <a:fillRect l="-544" t="-464" r="-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082145"/>
                  </p:ext>
                </p:extLst>
              </p:nvPr>
            </p:nvGraphicFramePr>
            <p:xfrm>
              <a:off x="2246952" y="1987664"/>
              <a:ext cx="7806025" cy="249237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263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870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83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642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223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Preimage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Dilation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𝒌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𝑴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𝑻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𝑫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Dilation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𝒌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𝑴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"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𝑻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"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𝑹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"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𝑫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"</m:t>
                              </m:r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40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40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799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40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082145"/>
                  </p:ext>
                </p:extLst>
              </p:nvPr>
            </p:nvGraphicFramePr>
            <p:xfrm>
              <a:off x="2246952" y="1987664"/>
              <a:ext cx="7806025" cy="249237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263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870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83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642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223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Preimage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1000" r="-9750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7526" r="-515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4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96970" r="-745205" b="-3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4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6250" r="-745205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7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82353" r="-74520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4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96970" r="-745205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5109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0308" y="520394"/>
                <a:ext cx="11594123" cy="4178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effects does the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𝟒</m:t>
                        </m:r>
                      </m:num>
                      <m:den>
                        <m:r>
                          <a:rPr lang="en-US" sz="2000" b="1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 on the original area?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does the area of the trapezoid with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differ from the area of the trapezoid with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08" y="520394"/>
                <a:ext cx="11594123" cy="4178195"/>
              </a:xfrm>
              <a:prstGeom prst="rect">
                <a:avLst/>
              </a:prstGeom>
              <a:blipFill>
                <a:blip r:embed="rId4"/>
                <a:stretch>
                  <a:fillRect l="-547" t="-604" r="-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365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243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4150" y="647950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110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423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25198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9.10.4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25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45476" y="1088175"/>
                <a:ext cx="11523785" cy="5045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a radius of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66775" indent="-44926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Dilate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a scale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centered at the origin, and graph the resulting image on the coordinate plane.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6" y="1088175"/>
                <a:ext cx="11523785" cy="5045740"/>
              </a:xfrm>
              <a:prstGeom prst="rect">
                <a:avLst/>
              </a:prstGeom>
              <a:blipFill>
                <a:blip r:embed="rId5"/>
                <a:stretch>
                  <a:fillRect l="-551" t="-251" b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0385" y="1664305"/>
            <a:ext cx="5170521" cy="3519203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4150" y="647131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110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6381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9043073" y="649245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45477" y="520393"/>
            <a:ext cx="9889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 the area of the circles.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137490"/>
              </p:ext>
            </p:extLst>
          </p:nvPr>
        </p:nvGraphicFramePr>
        <p:xfrm>
          <a:off x="3050956" y="1354357"/>
          <a:ext cx="5992117" cy="4412391"/>
        </p:xfrm>
        <a:graphic>
          <a:graphicData uri="http://schemas.openxmlformats.org/drawingml/2006/table">
            <a:tbl>
              <a:tblPr firstRow="1" firstCol="1" bandRow="1"/>
              <a:tblGrid>
                <a:gridCol w="2984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7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Area of Preimage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937" marR="6093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Area of Image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0937" marR="6093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5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0937" marR="6093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0937" marR="6093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111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111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480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9.10.5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504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FE3CF4-C13D-62FB-8377-A4B0BEAFFE38}"/>
              </a:ext>
            </a:extLst>
          </p:cNvPr>
          <p:cNvSpPr txBox="1"/>
          <p:nvPr/>
        </p:nvSpPr>
        <p:spPr>
          <a:xfrm>
            <a:off x="973015" y="1500554"/>
            <a:ext cx="9777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an explanation to a classmate who might have missed today’s lesson, in your own words, about how dilations affect area.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1149</Words>
  <Application>Microsoft Office PowerPoint</Application>
  <PresentationFormat>Widescreen</PresentationFormat>
  <Paragraphs>371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9, Lesson 10  Determining How Dilations Affect Area  Volume 2, pg. 104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25</cp:revision>
  <dcterms:created xsi:type="dcterms:W3CDTF">2015-03-17T18:51:18Z</dcterms:created>
  <dcterms:modified xsi:type="dcterms:W3CDTF">2023-03-02T19:17:59Z</dcterms:modified>
</cp:coreProperties>
</file>