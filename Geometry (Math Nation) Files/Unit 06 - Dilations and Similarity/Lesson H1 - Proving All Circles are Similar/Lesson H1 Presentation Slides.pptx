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85" r:id="rId4"/>
    <p:sldId id="286" r:id="rId5"/>
    <p:sldId id="261" r:id="rId6"/>
    <p:sldId id="287" r:id="rId7"/>
    <p:sldId id="342" r:id="rId8"/>
    <p:sldId id="343" r:id="rId9"/>
    <p:sldId id="344" r:id="rId10"/>
    <p:sldId id="345" r:id="rId11"/>
    <p:sldId id="346" r:id="rId12"/>
    <p:sldId id="302" r:id="rId13"/>
    <p:sldId id="303" r:id="rId14"/>
    <p:sldId id="340" r:id="rId15"/>
    <p:sldId id="306" r:id="rId16"/>
    <p:sldId id="307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6C46"/>
    <a:srgbClr val="C9DF6F"/>
    <a:srgbClr val="417DBF"/>
    <a:srgbClr val="3F2A67"/>
    <a:srgbClr val="E24E5F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7"/>
    <p:restoredTop sz="94622"/>
  </p:normalViewPr>
  <p:slideViewPr>
    <p:cSldViewPr snapToGrid="0">
      <p:cViewPr varScale="1">
        <p:scale>
          <a:sx n="78" d="100"/>
          <a:sy n="78" d="100"/>
        </p:scale>
        <p:origin x="811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77994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80366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777740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963842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9577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02826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50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7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6, Lesson H1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Proving All Circles Are Similar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317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02200" y="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900" y="20686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354900" y="1600200"/>
            <a:ext cx="98559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MA.912.GR.6.5 </a:t>
            </a:r>
          </a:p>
          <a:p>
            <a:pPr marL="458788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Apply transformations to prove that all circles are similar.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981" y="19645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955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08281" y="-57102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955554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317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360981" y="1596390"/>
            <a:ext cx="1141191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02200" y="-110017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900" y="17918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317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354899" y="1600200"/>
            <a:ext cx="11629015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justify that two circles are similar and conclude that any circle can be mapped to another circle using similarity transformations.  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1824" y="-15273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6.H1.1 Warm-Up: Notice and Wonder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524" y="17110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994150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318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394524" y="1386026"/>
            <a:ext cx="999306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What do you notice?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What do you wonder?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29500" y="1537225"/>
            <a:ext cx="3060700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994150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318</a:t>
            </a: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1346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4505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1824" y="-1147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6.H1.2 Exploration: Are Circles Similar?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980505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318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9570" y="194150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389570" y="1394818"/>
                <a:ext cx="5706430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Answer the following questions with your partner. 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𝑀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𝐻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shown on the coordinate 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    plane.</a:t>
                </a: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7575" indent="-458788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How can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𝑀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be mapped onto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𝐻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</a:p>
              <a:p>
                <a:pPr marL="917575" indent="-458788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7575" indent="-458788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can you conclude about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𝑀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𝐻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</a:p>
              <a:p>
                <a:pPr marL="917575" indent="-458788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458788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570" y="1394818"/>
                <a:ext cx="5706430" cy="4401205"/>
              </a:xfrm>
              <a:prstGeom prst="rect">
                <a:avLst/>
              </a:prstGeom>
              <a:blipFill>
                <a:blip r:embed="rId5"/>
                <a:stretch>
                  <a:fillRect l="-1109" t="-575" r="-19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52231" y="1529621"/>
            <a:ext cx="4282670" cy="3790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651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1269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319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48408" y="520393"/>
                <a:ext cx="9886493" cy="59400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𝑀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𝐵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shown on the coordinate plane.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7575" indent="-4445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How can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𝑀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be mapped onto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𝐵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</a:p>
              <a:p>
                <a:pPr marL="917575" indent="-4445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7575" indent="-4445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can you conclude about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𝑀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𝐵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408" y="520393"/>
                <a:ext cx="9886493" cy="5940088"/>
              </a:xfrm>
              <a:prstGeom prst="rect">
                <a:avLst/>
              </a:prstGeom>
              <a:blipFill>
                <a:blip r:embed="rId4"/>
                <a:stretch>
                  <a:fillRect l="-642" t="-426" b="-8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49689" y="1037934"/>
            <a:ext cx="5806489" cy="4261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776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9017901" y="64762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319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30823" y="520393"/>
                <a:ext cx="9904078" cy="59400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𝑀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𝐷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shown on the coordinate plane.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7575" indent="-4445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How can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𝑀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be mapped onto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𝐷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</a:p>
              <a:p>
                <a:pPr marL="917575" indent="-4445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7575" indent="-4445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can you conclude about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𝑀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𝐷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823" y="520393"/>
                <a:ext cx="9904078" cy="5940088"/>
              </a:xfrm>
              <a:prstGeom prst="rect">
                <a:avLst/>
              </a:prstGeom>
              <a:blipFill>
                <a:blip r:embed="rId4"/>
                <a:stretch>
                  <a:fillRect l="-769" t="-426" b="-8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00922" y="1069812"/>
            <a:ext cx="4947742" cy="4246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609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23694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319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360485" y="520393"/>
                <a:ext cx="9974416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can you conclude about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𝑀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𝐻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𝐵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𝐷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Complete the statement.</a:t>
                </a: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                       circles are                            because any</a:t>
                </a: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    circle can be mapped to another circle using similarity   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    transformations. </a:t>
                </a:r>
              </a:p>
              <a:p>
                <a:pPr lvl="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485" y="520393"/>
                <a:ext cx="9974416" cy="3477875"/>
              </a:xfrm>
              <a:prstGeom prst="rect">
                <a:avLst/>
              </a:prstGeom>
              <a:blipFill>
                <a:blip r:embed="rId4"/>
                <a:stretch>
                  <a:fillRect l="-636" t="-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6433" y="1656080"/>
            <a:ext cx="1638300" cy="12065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20897" y="1770380"/>
            <a:ext cx="2184400" cy="97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311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44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E3C8BB3-D8AE-154C-9B2D-B1D7451436FE}"/>
              </a:ext>
            </a:extLst>
          </p:cNvPr>
          <p:cNvSpPr txBox="1"/>
          <p:nvPr/>
        </p:nvSpPr>
        <p:spPr>
          <a:xfrm>
            <a:off x="8993444" y="644556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320</a:t>
            </a: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4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251731" y="141199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6.H1.3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0823" y="71956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F9486181-07A1-C74B-A129-E8949F43C159}"/>
              </a:ext>
            </a:extLst>
          </p:cNvPr>
          <p:cNvSpPr txBox="1"/>
          <p:nvPr/>
        </p:nvSpPr>
        <p:spPr>
          <a:xfrm>
            <a:off x="8994150" y="646327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320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430823" y="1069469"/>
                <a:ext cx="8840208" cy="51435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𝐴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shown on </a:t>
                </a:r>
              </a:p>
              <a:p>
                <a:pPr marL="458788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coordinate plane.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7575" indent="-4445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Draw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𝑃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the result of a translation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units right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2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units down and a dilation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about the center of Circle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𝑃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  <a:p>
                <a:pPr marL="917575" indent="-4445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7575" indent="-4445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Explain how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𝐴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𝑃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similar. Include the word “transformation” in your explanation. 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823" y="1069469"/>
                <a:ext cx="8840208" cy="5143588"/>
              </a:xfrm>
              <a:prstGeom prst="rect">
                <a:avLst/>
              </a:prstGeom>
              <a:blipFill>
                <a:blip r:embed="rId5"/>
                <a:stretch>
                  <a:fillRect l="-759" t="-711" b="-1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15554" y="958243"/>
            <a:ext cx="4437423" cy="348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692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6292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320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395654" y="520393"/>
            <a:ext cx="993924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Lana and Henry are writing notes from today’s lesson. 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8788"/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Whose notes do you agree with? Why? </a:t>
            </a:r>
          </a:p>
          <a:p>
            <a:pPr lvl="0"/>
            <a:endParaRPr lang="en-US" sz="2000" dirty="0">
              <a:latin typeface="Verdana" charset="0"/>
              <a:ea typeface="Verdana" charset="0"/>
              <a:cs typeface="Verdana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0334285"/>
              </p:ext>
            </p:extLst>
          </p:nvPr>
        </p:nvGraphicFramePr>
        <p:xfrm>
          <a:off x="2457420" y="1410478"/>
          <a:ext cx="7427826" cy="1704681"/>
        </p:xfrm>
        <a:graphic>
          <a:graphicData uri="http://schemas.openxmlformats.org/drawingml/2006/table">
            <a:tbl>
              <a:tblPr firstRow="1" firstCol="1" bandRow="1"/>
              <a:tblGrid>
                <a:gridCol w="3731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65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705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</a:rPr>
                        <a:t>Lana’s Notes</a:t>
                      </a:r>
                      <a:endParaRPr lang="en-US" sz="2000">
                        <a:effectLst/>
                        <a:latin typeface="Cambri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charset="0"/>
                        </a:rPr>
                        <a:t>Henry’s Notes</a:t>
                      </a:r>
                      <a:endParaRPr lang="en-US" sz="2000" dirty="0">
                        <a:effectLst/>
                        <a:latin typeface="Cambri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762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</a:rPr>
                        <a:t>All circles are similar; therefore, all circles are also congruent. </a:t>
                      </a:r>
                      <a:endParaRPr lang="en-US" sz="2000">
                        <a:effectLst/>
                        <a:latin typeface="Cambri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</a:rPr>
                        <a:t>All circles are similar, but not all circles are congruent. </a:t>
                      </a:r>
                      <a:endParaRPr lang="en-US" sz="2000" dirty="0">
                        <a:effectLst/>
                        <a:latin typeface="Cambri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4357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321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86618" y="1386026"/>
            <a:ext cx="5230209" cy="4464321"/>
          </a:xfrm>
          <a:prstGeom prst="rect">
            <a:avLst/>
          </a:prstGeom>
        </p:spPr>
      </p:pic>
      <p:sp>
        <p:nvSpPr>
          <p:cNvPr id="278" name="Google Shape;278;g104476d1465_1_17"/>
          <p:cNvSpPr/>
          <p:nvPr/>
        </p:nvSpPr>
        <p:spPr>
          <a:xfrm>
            <a:off x="-2134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321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40757" y="-54388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6.H1.4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3457" y="20662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393457" y="1386026"/>
            <a:ext cx="593501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Plot a point on the grid below to indicate your level of interest and understanding for today’s learning target.</a:t>
            </a: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8788"/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Explain the location of your point. </a:t>
            </a: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1250</TotalTime>
  <Words>573</Words>
  <Application>Microsoft Office PowerPoint</Application>
  <PresentationFormat>Widescreen</PresentationFormat>
  <Paragraphs>157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Arial Black</vt:lpstr>
      <vt:lpstr>Calibri</vt:lpstr>
      <vt:lpstr>Cambria</vt:lpstr>
      <vt:lpstr>Cambria Math</vt:lpstr>
      <vt:lpstr>Century Gothic</vt:lpstr>
      <vt:lpstr>Verdana</vt:lpstr>
      <vt:lpstr>Wingdings</vt:lpstr>
      <vt:lpstr>1_Office Theme</vt:lpstr>
      <vt:lpstr>Geometry  Unit 6, Lesson H1  Proving All Circles Are Similar  Volume 1, pg. 317  </vt:lpstr>
      <vt:lpstr>Benchmark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  </dc:title>
  <dc:creator>Karen McKenzie</dc:creator>
  <cp:lastModifiedBy>Morgan Palomino</cp:lastModifiedBy>
  <cp:revision>24</cp:revision>
  <dcterms:created xsi:type="dcterms:W3CDTF">2015-03-17T18:51:18Z</dcterms:created>
  <dcterms:modified xsi:type="dcterms:W3CDTF">2023-02-28T15:38:22Z</dcterms:modified>
</cp:coreProperties>
</file>