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62" r:id="rId11"/>
    <p:sldId id="306" r:id="rId12"/>
    <p:sldId id="307" r:id="rId13"/>
    <p:sldId id="36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276C46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7647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12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1061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4057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2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Similarity in the Real World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363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8018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090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9053743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3328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MA.912.GR.1.6 </a:t>
            </a:r>
          </a:p>
          <a:p>
            <a:pPr marL="468313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Solve mathematical and real-world problems involving congruence or similarity in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two-dimensional figures.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65" y="1926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27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4465" y="-5716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7627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47165" y="1596390"/>
            <a:ext cx="1156452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5145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89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363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49147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solve real-world problems involving similarity in two-dimensional figures.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90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8490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0096" y="303389"/>
            <a:ext cx="814815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6.13.1 Warm-Up: With Math I CAN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9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52796" y="1176345"/>
            <a:ext cx="114854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struggles have you had in mathematics?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Students often ask teachers, “When will I ever use this?” What is one thing in mathematics you’ve wondered if you would ever use?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Sometimes it isn’t that a job requires you to prove a theorem, but to use the logical thinking you learned in proving a theorem. Describe a few careers that you’re interested in and what can you do with math.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4600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364</a:t>
            </a:r>
          </a:p>
        </p:txBody>
      </p:sp>
      <p:pic>
        <p:nvPicPr>
          <p:cNvPr id="8" name="image17.png" descr="Icon&#10;&#10;Description automatically generated">
            <a:extLst>
              <a:ext uri="{FF2B5EF4-FFF2-40B4-BE49-F238E27FC236}">
                <a16:creationId xmlns:a16="http://schemas.microsoft.com/office/drawing/2014/main" id="{287BDF7F-1B9E-364F-80DD-063FC40B960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13115" y="2852928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163184"/>
            <a:ext cx="80193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6.13.2 Activity: Real-World Problem Gallery Walk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55171" y="1270411"/>
            <a:ext cx="11381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problem by recording your work and answer in the spaces provided. </a:t>
            </a:r>
          </a:p>
        </p:txBody>
      </p:sp>
      <p:pic>
        <p:nvPicPr>
          <p:cNvPr id="12" name="image17.png" descr="Icon&#10;&#10;Description automatically generated">
            <a:extLst>
              <a:ext uri="{FF2B5EF4-FFF2-40B4-BE49-F238E27FC236}">
                <a16:creationId xmlns:a16="http://schemas.microsoft.com/office/drawing/2014/main" id="{F2CD5E66-55C5-E64E-AEC5-14B322160A82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2016" y="202497"/>
            <a:ext cx="749808" cy="749808"/>
          </a:xfrm>
          <a:prstGeom prst="rect">
            <a:avLst/>
          </a:prstGeom>
          <a:ln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419412-B8E9-CF46-A1A3-79AF3BD4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180257"/>
              </p:ext>
            </p:extLst>
          </p:nvPr>
        </p:nvGraphicFramePr>
        <p:xfrm>
          <a:off x="2165966" y="2020337"/>
          <a:ext cx="7920000" cy="4068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485335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63350701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87395665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15308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A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959947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B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10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3957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9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0193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419412-B8E9-CF46-A1A3-79AF3BD4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42791"/>
              </p:ext>
            </p:extLst>
          </p:nvPr>
        </p:nvGraphicFramePr>
        <p:xfrm>
          <a:off x="2165966" y="433275"/>
          <a:ext cx="7920000" cy="4068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485335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63350701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87395665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15308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C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959947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D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10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8557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3310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9018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419412-B8E9-CF46-A1A3-79AF3BD4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186140"/>
              </p:ext>
            </p:extLst>
          </p:nvPr>
        </p:nvGraphicFramePr>
        <p:xfrm>
          <a:off x="2165966" y="433275"/>
          <a:ext cx="7920000" cy="4068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485335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63350701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87395665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Answer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15308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E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959947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Problem F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10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5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9781" y="170396"/>
            <a:ext cx="80193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6.13.3 Wrap-Up: Ticket Out </a:t>
            </a:r>
            <a:br>
              <a:rPr lang="en-US" sz="3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81" y="2572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06186" y="1478028"/>
                <a:ext cx="1036864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Beth and Trevor are trying to find the lengths of the triangles on the quilt.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889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Beth and Trevor know that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𝐶𝑌𝐺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𝐶𝐻𝑊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 (in),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=(2.5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+1.5)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in,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−14)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in. Their work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find the scale factor is shown.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86" y="1478028"/>
                <a:ext cx="10368643" cy="2246769"/>
              </a:xfrm>
              <a:prstGeom prst="rect">
                <a:avLst/>
              </a:prstGeom>
              <a:blipFill>
                <a:blip r:embed="rId5"/>
                <a:stretch>
                  <a:fillRect l="-489" t="-1685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F7C79E7E-8F63-1849-A687-2841E16FE05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82" t="4507" r="5783" b="4638"/>
          <a:stretch/>
        </p:blipFill>
        <p:spPr bwMode="auto">
          <a:xfrm>
            <a:off x="7070060" y="2048130"/>
            <a:ext cx="3369945" cy="33566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3823" y="64487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82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FCA5B5-8FD2-7146-B432-6B58A3DB129A}"/>
                  </a:ext>
                </a:extLst>
              </p:cNvPr>
              <p:cNvSpPr txBox="1"/>
              <p:nvPr/>
            </p:nvSpPr>
            <p:spPr>
              <a:xfrm>
                <a:off x="457200" y="2573877"/>
                <a:ext cx="9595776" cy="2340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8525" indent="-45720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Whose work do you agree with?</a:t>
                </a:r>
              </a:p>
              <a:p>
                <a:pPr marL="898525" indent="-45720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FCA5B5-8FD2-7146-B432-6B58A3DB1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73877"/>
                <a:ext cx="9595776" cy="2340962"/>
              </a:xfrm>
              <a:prstGeom prst="rect">
                <a:avLst/>
              </a:prstGeom>
              <a:blipFill>
                <a:blip r:embed="rId4"/>
                <a:stretch>
                  <a:fillRect t="-2162" b="-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A318F2E-5BC9-7E44-A524-FF86A0CA62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99936"/>
                  </p:ext>
                </p:extLst>
              </p:nvPr>
            </p:nvGraphicFramePr>
            <p:xfrm>
              <a:off x="2617459" y="409212"/>
              <a:ext cx="6480000" cy="19246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3937915443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66113602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Beth’s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836837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𝐶𝐺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𝐺𝑊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Scale Factor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𝐶𝐺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𝐶𝑊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Scale Factor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0.75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10458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A318F2E-5BC9-7E44-A524-FF86A0CA62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99936"/>
                  </p:ext>
                </p:extLst>
              </p:nvPr>
            </p:nvGraphicFramePr>
            <p:xfrm>
              <a:off x="2617459" y="409212"/>
              <a:ext cx="6480000" cy="19246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3937915443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366113602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Beth’s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836837"/>
                      </a:ext>
                    </a:extLst>
                  </a:tr>
                  <a:tr h="14566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1" t="-33043" r="-100391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76" t="-33043" r="-784" b="-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10458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70607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489</Words>
  <Application>Microsoft Office PowerPoint</Application>
  <PresentationFormat>Widescreen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6, Lesson 13  Similarity in the Real World  Volume 1, pg. 363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28</cp:revision>
  <dcterms:created xsi:type="dcterms:W3CDTF">2015-03-17T18:51:18Z</dcterms:created>
  <dcterms:modified xsi:type="dcterms:W3CDTF">2022-07-04T21:36:37Z</dcterms:modified>
</cp:coreProperties>
</file>