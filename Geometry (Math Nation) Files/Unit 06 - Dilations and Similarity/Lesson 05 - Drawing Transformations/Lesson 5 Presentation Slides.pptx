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42" r:id="rId9"/>
    <p:sldId id="343" r:id="rId10"/>
    <p:sldId id="344" r:id="rId11"/>
    <p:sldId id="345" r:id="rId12"/>
    <p:sldId id="346" r:id="rId13"/>
    <p:sldId id="350" r:id="rId14"/>
    <p:sldId id="347" r:id="rId15"/>
    <p:sldId id="348" r:id="rId16"/>
    <p:sldId id="302" r:id="rId17"/>
    <p:sldId id="303" r:id="rId18"/>
    <p:sldId id="306" r:id="rId19"/>
    <p:sldId id="307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29"/>
    <p:restoredTop sz="94622"/>
  </p:normalViewPr>
  <p:slideViewPr>
    <p:cSldViewPr snapToGrid="0">
      <p:cViewPr varScale="1">
        <p:scale>
          <a:sx n="84" d="100"/>
          <a:sy n="84" d="100"/>
        </p:scale>
        <p:origin x="184" y="7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282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95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6411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1831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572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0332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24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6018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260.png"/><Relationship Id="rId6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Drawing Transformations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307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9265" y="-8807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965" y="2011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900283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683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81965" y="1600200"/>
            <a:ext cx="1142421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MA.912.GR.2.5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Given a geometric figure and a sequence of transformations, draw the transformation on a coordinate plane.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788" y="2218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6088" y="-822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307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78787" y="1596390"/>
            <a:ext cx="1151998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0997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715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98713" y="-41943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413" y="2011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98315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307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1413" y="1600200"/>
            <a:ext cx="1142421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draw the transformed figure when given a geometric figure and a sequence of transformations as a written description or an algebraic description.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2071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607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7859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6.5.1 Warm-Up: Error Analysis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559" y="2090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9070584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400559" y="1386025"/>
                <a:ext cx="115213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𝐵𝐺𝐹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was transformed by a sequence of transformations to create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59" y="1386025"/>
                <a:ext cx="11521365" cy="400110"/>
              </a:xfrm>
              <a:prstGeom prst="rect">
                <a:avLst/>
              </a:prstGeom>
              <a:blipFill>
                <a:blip r:embed="rId5"/>
                <a:stretch>
                  <a:fillRect l="-330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50" y="2093912"/>
            <a:ext cx="4379746" cy="443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6500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50940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70391" y="520393"/>
            <a:ext cx="1165570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Brian and Emily were determining the sequence of transformations and wrote their answers in the table.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Determine whose sequence of transformations is correct. Explain your reasoning.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1566661"/>
                  </p:ext>
                </p:extLst>
              </p:nvPr>
            </p:nvGraphicFramePr>
            <p:xfrm>
              <a:off x="2490486" y="1692746"/>
              <a:ext cx="7361694" cy="23837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77234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593284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591176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36703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∆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𝑩𝑮𝑭</m:t>
                              </m:r>
                            </m:oMath>
                          </a14:m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 Transformed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∆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𝑩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𝑮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𝑭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∆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</a:rPr>
                                    <m:t>𝑩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</a:rPr>
                                    <m:t>𝑮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</a:rPr>
                                    <m:t>′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</a:rPr>
                                    <m:t>𝑭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effectLst/>
                                      <a:latin typeface="Cambria Math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 Transformed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∆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𝑩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𝑮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′′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𝑭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</a:rPr>
                                <m:t>′′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346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Brian’s Answer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Rotated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180°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 about the origin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Translated right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 units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346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Emily’s Answer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Reflected over the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-axis</a:t>
                          </a:r>
                          <a:endParaRPr lang="en-US" sz="14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Translated right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 units</a:t>
                          </a:r>
                          <a:endParaRPr lang="en-US" sz="14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1566661"/>
                  </p:ext>
                </p:extLst>
              </p:nvPr>
            </p:nvGraphicFramePr>
            <p:xfrm>
              <a:off x="2490486" y="1692746"/>
              <a:ext cx="7361694" cy="23837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772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932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911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4804" t="-1389" r="-100980" b="-17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4804" t="-1389" r="-980" b="-17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346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Brian’s Answer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4804" t="-125862" r="-100980" b="-1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4804" t="-125862" r="-980" b="-1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346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Emily’s Answer</a:t>
                          </a:r>
                          <a:endParaRPr lang="en-US" sz="14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4804" t="-225862" r="-100980" b="-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4804" t="-225862" r="-980" b="-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809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95409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308</a:t>
            </a:r>
          </a:p>
        </p:txBody>
      </p:sp>
    </p:spTree>
    <p:extLst>
      <p:ext uri="{BB962C8B-B14F-4D97-AF65-F5344CB8AC3E}">
        <p14:creationId xmlns:p14="http://schemas.microsoft.com/office/powerpoint/2010/main" val="291554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84589" y="-6022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6.5.2 Guided Instruction: Drawing Transformations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289" y="19192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428263" y="1386025"/>
                <a:ext cx="99593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𝑀𝑇𝑊𝑃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plane.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63" y="1386025"/>
                <a:ext cx="9959321" cy="400110"/>
              </a:xfrm>
              <a:prstGeom prst="rect">
                <a:avLst/>
              </a:prstGeom>
              <a:blipFill>
                <a:blip r:embed="rId5"/>
                <a:stretch>
                  <a:fillRect l="-382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7877" y="1932439"/>
            <a:ext cx="7477007" cy="452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50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24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124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16688" y="520394"/>
                <a:ext cx="11609407" cy="3604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the quadrilateral that is a reflection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𝑀𝑇𝑊𝑃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over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-axis on the coordinate plane above. Label the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the quadrilateral that is a dilation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centered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a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 the coordinate plane above. Label the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Compare your drawings with your partner. Make any corrections if needed.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88" y="520394"/>
                <a:ext cx="11609407" cy="3604705"/>
              </a:xfrm>
              <a:prstGeom prst="rect">
                <a:avLst/>
              </a:prstGeom>
              <a:blipFill>
                <a:blip r:embed="rId4"/>
                <a:stretch>
                  <a:fillRect l="-546" t="-702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2850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7856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3564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81965" y="520393"/>
                <a:ext cx="99529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𝐺𝑌𝑊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plane.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65" y="520393"/>
                <a:ext cx="9952936" cy="400110"/>
              </a:xfrm>
              <a:prstGeom prst="rect">
                <a:avLst/>
              </a:prstGeom>
              <a:blipFill>
                <a:blip r:embed="rId4"/>
                <a:stretch>
                  <a:fillRect l="-510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8464" y="1053885"/>
            <a:ext cx="7127413" cy="540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62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13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16689" y="520394"/>
                <a:ext cx="991821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a result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,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)→(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−4,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 the coordinate plane.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a result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,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)→(3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,3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 the coordinate plane.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89" y="520394"/>
                <a:ext cx="9918212" cy="2862322"/>
              </a:xfrm>
              <a:prstGeom prst="rect">
                <a:avLst/>
              </a:prstGeom>
              <a:blipFill>
                <a:blip r:embed="rId4"/>
                <a:stretch>
                  <a:fillRect l="-639" t="-881" r="-128" b="-2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090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05114" y="520393"/>
                <a:ext cx="11505235" cy="5759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𝐹𝑊𝐵𝐻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plane.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On the same coordinate plane, draw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which is a result of dilating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𝐹𝑊𝐵𝐻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a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with the center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rotating the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clockwise about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14" y="520393"/>
                <a:ext cx="11505235" cy="5759782"/>
              </a:xfrm>
              <a:prstGeom prst="rect">
                <a:avLst/>
              </a:prstGeom>
              <a:blipFill>
                <a:blip r:embed="rId4"/>
                <a:stretch>
                  <a:fillRect l="-331" t="-440" b="-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4077" y="1044401"/>
            <a:ext cx="6177151" cy="409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03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309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523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3721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4" y="-3721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6.5.3 Guided Practice: Sequence of Transformations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994150" y="646818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309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1635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392016" y="1305816"/>
                <a:ext cx="11668804" cy="4840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𝐹𝑍𝐵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plane.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On the same coordinate plane, draw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𝐹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′′′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𝑍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′′′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𝐵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′′′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which is the result of a reflection over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-axis, then translated left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 and down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units, then dilated with a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𝑍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center of dilation.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16" y="1305816"/>
                <a:ext cx="11668804" cy="4840877"/>
              </a:xfrm>
              <a:prstGeom prst="rect">
                <a:avLst/>
              </a:prstGeom>
              <a:blipFill>
                <a:blip r:embed="rId5"/>
                <a:stretch>
                  <a:fillRect l="-326" t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6114" y="1715681"/>
            <a:ext cx="4915804" cy="326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32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357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97957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310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71525" y="10369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6.5.4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225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F9486181-07A1-C74B-A129-E8949F43C159}"/>
              </a:ext>
            </a:extLst>
          </p:cNvPr>
          <p:cNvSpPr txBox="1"/>
          <p:nvPr/>
        </p:nvSpPr>
        <p:spPr>
          <a:xfrm>
            <a:off x="8994150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416688" y="1051842"/>
                <a:ext cx="11539959" cy="547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𝐾𝐺𝐵𝑅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plane.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On the same coordinate plane, draw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which is the result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)→(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)→</m:t>
                    </m:r>
                    <m:d>
                      <m:d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,</m:t>
                        </m:r>
                        <m:f>
                          <m:fPr>
                            <m:ctrlP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88" y="1051842"/>
                <a:ext cx="11539959" cy="5477397"/>
              </a:xfrm>
              <a:prstGeom prst="rect">
                <a:avLst/>
              </a:prstGeom>
              <a:blipFill>
                <a:blip r:embed="rId5"/>
                <a:stretch>
                  <a:fillRect l="-330" t="-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9851" y="1503335"/>
            <a:ext cx="4630035" cy="407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013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310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413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83491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310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749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25086" y="-319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6.5.5 Wrap-Up: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Cool Down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400" y="14385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305350" y="1117587"/>
            <a:ext cx="10058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Why do you think it is important to use the prime notation when working with transformations?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723</Words>
  <Application>Microsoft Macintosh PowerPoint</Application>
  <PresentationFormat>Widescreen</PresentationFormat>
  <Paragraphs>148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Arial</vt:lpstr>
      <vt:lpstr>1_Office Theme</vt:lpstr>
      <vt:lpstr>Geometry  Unit 6, Lesson 5  Drawing Transformations  Volume 1, pg. 307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jslater9816@gmail.com</cp:lastModifiedBy>
  <cp:revision>22</cp:revision>
  <dcterms:created xsi:type="dcterms:W3CDTF">2015-03-17T18:51:18Z</dcterms:created>
  <dcterms:modified xsi:type="dcterms:W3CDTF">2022-07-27T23:56:35Z</dcterms:modified>
</cp:coreProperties>
</file>