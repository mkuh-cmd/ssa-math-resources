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4" r:id="rId9"/>
    <p:sldId id="315" r:id="rId10"/>
    <p:sldId id="316" r:id="rId11"/>
    <p:sldId id="332" r:id="rId12"/>
    <p:sldId id="333" r:id="rId13"/>
    <p:sldId id="334" r:id="rId14"/>
    <p:sldId id="335" r:id="rId15"/>
    <p:sldId id="336" r:id="rId16"/>
    <p:sldId id="337" r:id="rId17"/>
    <p:sldId id="338" r:id="rId18"/>
    <p:sldId id="343" r:id="rId19"/>
    <p:sldId id="339" r:id="rId20"/>
    <p:sldId id="340" r:id="rId21"/>
    <p:sldId id="341" r:id="rId22"/>
    <p:sldId id="342" r:id="rId23"/>
    <p:sldId id="306" r:id="rId24"/>
    <p:sldId id="307" r:id="rId25"/>
    <p:sldId id="310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7DBF"/>
    <a:srgbClr val="FCBD1E"/>
    <a:srgbClr val="C9DF6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371"/>
    <p:restoredTop sz="94695"/>
  </p:normalViewPr>
  <p:slideViewPr>
    <p:cSldViewPr snapToGrid="0">
      <p:cViewPr varScale="1">
        <p:scale>
          <a:sx n="78" d="100"/>
          <a:sy n="78" d="100"/>
        </p:scale>
        <p:origin x="31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009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05060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4204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79430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33126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7142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19039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32349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42177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08356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44626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63879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0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0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Consecutive Angles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144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MA.912.GR.1.1 </a:t>
            </a:r>
          </a:p>
          <a:p>
            <a:pPr marL="458788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Prove relationships and theorems about lines and angles. Solve mathematical and real-world problems involving postulates, relationships, and theorems of lines and angles.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47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099397" y="129791"/>
            <a:ext cx="913598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144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075956" y="1596514"/>
            <a:ext cx="1044796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EC4A24D-AC58-5143-9A1A-1E71E28DFCF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784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98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144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324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determine the relationships of consecutive exterior and interior angles.</a:t>
            </a: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solve problems that involve angles formed by parallel lines intersected by a transversal.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BA09A98-EDA0-5343-AD77-8F8E8C4F0E7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-64182"/>
            <a:ext cx="104712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3.4.1 Warm-Up: Squares in Rectangles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2057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052650" y="1395749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Three rectangles and their descriptions are shown.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C2564F7E-689E-724F-BBC4-EC8DFC52E6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8956499"/>
                  </p:ext>
                </p:extLst>
              </p:nvPr>
            </p:nvGraphicFramePr>
            <p:xfrm>
              <a:off x="4157656" y="1966097"/>
              <a:ext cx="5799708" cy="422719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79970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0471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</a:rPr>
                            <a:t>A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</a:rPr>
                                <m:t>2 </m:t>
                              </m:r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</a:rPr>
                            <a:t>x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</a:rPr>
                                <m:t> 3</m:t>
                              </m:r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</a:rPr>
                            <a:t> rectangle contains 6 unit squares.</a:t>
                          </a:r>
                          <a:endParaRPr lang="en-US" sz="200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766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</a:rPr>
                            <a:t>A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</a:rPr>
                                <m:t>3 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</a:rPr>
                            <a:t>x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</a:rPr>
                                <m:t> 4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</a:rPr>
                            <a:t> rectangle contains 12 unit squares.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03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</a:rPr>
                            <a:t>A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</a:rPr>
                                <m:t>4 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</a:rPr>
                            <a:t>x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</a:rPr>
                                <m:t> 6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</a:rPr>
                            <a:t> rectangle contains 24 unit squares.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8956499"/>
                  </p:ext>
                </p:extLst>
              </p:nvPr>
            </p:nvGraphicFramePr>
            <p:xfrm>
              <a:off x="4157656" y="1966097"/>
              <a:ext cx="5799708" cy="422719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79970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0471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b="-3034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76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76106" b="-1309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03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1344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650" y="1836989"/>
            <a:ext cx="2594204" cy="463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4" y="528619"/>
                <a:ext cx="10983359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are the dimensions of a rectangle that contains exactly 100 unit squares?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List any other size rectangles that contain exactly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unit squares.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528619"/>
                <a:ext cx="10983359" cy="2862322"/>
              </a:xfrm>
              <a:prstGeom prst="rect">
                <a:avLst/>
              </a:prstGeom>
              <a:blipFill>
                <a:blip r:embed="rId4"/>
                <a:stretch>
                  <a:fillRect l="-611" t="-1493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950EAF9-F430-CC4A-9F7C-2EC37538C1F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145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4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60449"/>
            <a:ext cx="987590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3.4.2 Collaboration: Consecutive Interior and Exterior Angles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0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145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4839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93248" y="1386149"/>
                <a:ext cx="8327136" cy="437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𝐾𝐿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||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𝑁𝑊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𝑋𝑃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transversal.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149"/>
                <a:ext cx="8327136" cy="437492"/>
              </a:xfrm>
              <a:prstGeom prst="rect">
                <a:avLst/>
              </a:prstGeom>
              <a:blipFill>
                <a:blip r:embed="rId5"/>
                <a:stretch>
                  <a:fillRect l="-732" b="-23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D252DD22-4545-6844-9D1D-323C0B41ADF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57550" y="1851310"/>
            <a:ext cx="5207000" cy="46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459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637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909206" y="418891"/>
            <a:ext cx="1061116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Work with your partner to determine if each pair of angles could be congruent by using corresponding, alternate exterior, alternate interior, or vertical angles.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Work with your partner to determine which pair of angles in the table could be described as consecutive interior angles.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7277781"/>
                  </p:ext>
                </p:extLst>
              </p:nvPr>
            </p:nvGraphicFramePr>
            <p:xfrm>
              <a:off x="1136643" y="1837026"/>
              <a:ext cx="7134980" cy="172485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477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72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0565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</a:rPr>
                            <a:t>Angles</a:t>
                          </a:r>
                          <a:endParaRPr lang="en-US" sz="200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</a:rPr>
                            <a:t>Congruent?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</a:rPr>
                                <m:t>𝑁𝐺𝐻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</a:rPr>
                                <m:t>𝐾𝐻𝐺</m:t>
                              </m:r>
                            </m:oMath>
                          </a14:m>
                          <a:endParaRPr lang="en-US" sz="200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</a:rPr>
                                <m:t>𝑃𝐻𝐿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Times New Roman" charset="0"/>
                              <a:ea typeface="Times New Roman" charset="0"/>
                            </a:rPr>
                            <a:t> </a:t>
                          </a: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</a:rPr>
                            <a:t>and</a:t>
                          </a:r>
                          <a:r>
                            <a:rPr lang="en-US" sz="2000">
                              <a:effectLst/>
                              <a:latin typeface="Times New Roman" charset="0"/>
                              <a:ea typeface="Times New Roman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</a:rPr>
                                <m:t>𝑊𝐺𝑋</m:t>
                              </m:r>
                            </m:oMath>
                          </a14:m>
                          <a:endParaRPr lang="en-US" sz="200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7277781"/>
                  </p:ext>
                </p:extLst>
              </p:nvPr>
            </p:nvGraphicFramePr>
            <p:xfrm>
              <a:off x="1136643" y="1837026"/>
              <a:ext cx="7134980" cy="172485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477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72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0565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</a:rPr>
                            <a:t>Angles</a:t>
                          </a:r>
                          <a:endParaRPr lang="en-US" sz="200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</a:rPr>
                            <a:t>Congruent?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7" t="-96040" r="-107244" b="-1009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7" t="-198000" r="-107244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459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637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924704" y="418891"/>
            <a:ext cx="106998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Name another pair of consecutive interior angles.</a:t>
            </a: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Work with your partner to write a conjecture about the relationship that is true for consecutive interior angles.</a:t>
            </a: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Ask another classmate for their conjecture about consecutive interior angles. Record their conjecture and write your summary of their reason. </a:t>
            </a:r>
            <a:r>
              <a:rPr lang="en-US" sz="2000" i="1" dirty="0">
                <a:latin typeface="Verdana" charset="0"/>
                <a:ea typeface="Verdana" charset="0"/>
                <a:cs typeface="Verdana" charset="0"/>
              </a:rPr>
              <a:t>You are the only person who should write in the first two columns of the table.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Have the person initial next to your summary stating that your summary was correct.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069835"/>
              </p:ext>
            </p:extLst>
          </p:nvPr>
        </p:nvGraphicFramePr>
        <p:xfrm>
          <a:off x="2145837" y="3576788"/>
          <a:ext cx="7900326" cy="1710627"/>
        </p:xfrm>
        <a:graphic>
          <a:graphicData uri="http://schemas.openxmlformats.org/drawingml/2006/table">
            <a:tbl>
              <a:tblPr bandRow="1"/>
              <a:tblGrid>
                <a:gridCol w="279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8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1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Conjecture</a:t>
                      </a:r>
                      <a:endParaRPr lang="en-US" sz="2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0409" marR="6040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My Summary of Their Reason</a:t>
                      </a:r>
                      <a:endParaRPr lang="en-US" sz="2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0409" marR="6040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Initials</a:t>
                      </a:r>
                      <a:endParaRPr lang="en-US" sz="2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0409" marR="6040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102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0409" marR="604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 </a:t>
                      </a:r>
                      <a:endParaRPr lang="en-US" sz="2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0409" marR="604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0409" marR="604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763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909206" y="418891"/>
                <a:ext cx="10614717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6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Compare the conjecture from your classmate with the conjecture you and your partner wrote. If necessary, make any adjustments to your conjecture. </a:t>
                </a:r>
              </a:p>
              <a:p>
                <a:pPr marL="457200" indent="-457200">
                  <a:buFont typeface="+mj-lt"/>
                  <a:buAutoNum type="alphaLcPeriod" startAt="6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6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6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6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6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𝑃𝐻𝐿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𝑊𝐺𝑋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consecutive exterior angles. Name another pair of consecutive exterior angles.</a:t>
                </a:r>
              </a:p>
              <a:p>
                <a:pPr marL="457200" indent="-457200">
                  <a:buFont typeface="+mj-lt"/>
                  <a:buAutoNum type="alphaLcPeriod" startAt="6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6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6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6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6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write a true conjecture about the relationship between consecutive exterior angles.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06" y="418891"/>
                <a:ext cx="10614717" cy="4401205"/>
              </a:xfrm>
              <a:prstGeom prst="rect">
                <a:avLst/>
              </a:prstGeom>
              <a:blipFill>
                <a:blip r:embed="rId4"/>
                <a:stretch>
                  <a:fillRect l="-632" t="-970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0856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4" y="418891"/>
                <a:ext cx="10815693" cy="2286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partially completed proof is shown.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15988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complete the proof.</a:t>
                </a:r>
              </a:p>
              <a:p>
                <a:pPr lvl="1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71538" indent="4603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Given: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𝑊𝐺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||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𝐵𝐹</m:t>
                        </m:r>
                      </m:e>
                    </m:acc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71538" indent="4603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Prove: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𝑊𝐾𝑌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𝐵𝑌𝐾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supplementary.</a:t>
                </a:r>
              </a:p>
              <a:p>
                <a:pPr lvl="1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418891"/>
                <a:ext cx="10815693" cy="2286139"/>
              </a:xfrm>
              <a:prstGeom prst="rect">
                <a:avLst/>
              </a:prstGeom>
              <a:blipFill>
                <a:blip r:embed="rId4"/>
                <a:stretch>
                  <a:fillRect l="-620" t="-1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4833" y="2705029"/>
            <a:ext cx="40386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85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4596" y="620801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6370" y="646508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5696773"/>
            <a:ext cx="110840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Check your proof with another classmate. If necessary, make any adjustments.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9836386"/>
                  </p:ext>
                </p:extLst>
              </p:nvPr>
            </p:nvGraphicFramePr>
            <p:xfrm>
              <a:off x="540565" y="458987"/>
              <a:ext cx="9331022" cy="509615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98972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412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9749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43" marR="4564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43" marR="4564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275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𝑊𝐺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||</m:t>
                              </m:r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𝐵𝐹</m:t>
                                  </m:r>
                                </m:e>
                              </m:acc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Given</a:t>
                          </a: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8996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𝑊𝐾𝑌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≅_______________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If two parallel lines are intersected by a transversal, then corresponding angles are congruent.</a:t>
                          </a: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498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𝐵𝑌𝐻</m:t>
                              </m:r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𝐵𝑌𝐾</m:t>
                              </m:r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are a linear pair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Definition of a linear pair</a:t>
                          </a: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498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</a:t>
                          </a: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If two angles form a linear pair, then they are supplementary</a:t>
                          </a: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9247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𝐵𝑌𝐻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𝐵𝑌𝐾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=180°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Definition of supplementary angles</a:t>
                          </a: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9498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𝑊𝐾𝑌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=_______________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 </a:t>
                          </a: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9749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7.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∠________+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∠________=180°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7. Substitution</a:t>
                          </a: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9498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8.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 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𝑊𝐾𝑌</m:t>
                              </m:r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𝐵𝑌𝐾</m:t>
                              </m:r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are supplementary.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8. Definition of supplementary angles</a:t>
                          </a: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9836386"/>
                  </p:ext>
                </p:extLst>
              </p:nvPr>
            </p:nvGraphicFramePr>
            <p:xfrm>
              <a:off x="540565" y="458987"/>
              <a:ext cx="9331022" cy="509615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98972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412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43" marR="4564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643" marR="4564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37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2" t="-110526" r="-87302" b="-13245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Given</a:t>
                          </a: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19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2" t="-60000" r="-87302" b="-27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If two parallel lines are intersected by a transversal, then corresponding angles are congruent.</a:t>
                          </a: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49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2" t="-492308" r="-87302" b="-75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Definition of a linear pair</a:t>
                          </a: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</a:t>
                          </a: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If two angles form a linear pair, then they are supplementary</a:t>
                          </a: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2" t="-535000" r="-87302" b="-2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Definition of supplementary angles</a:t>
                          </a: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949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2" t="-976923" r="-87302" b="-26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 </a:t>
                          </a: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2" t="-1400000" r="-87302" b="-2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7. Substitution</a:t>
                          </a: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2" t="-750000" r="-8730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8. Definition of supplementary angles</a:t>
                          </a:r>
                        </a:p>
                      </a:txBody>
                      <a:tcPr marL="45643" marR="4564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33384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8890"/>
                <a:ext cx="8327136" cy="1670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complete the proof.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indent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Given: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𝑊𝐺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||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𝐵𝐹</m:t>
                        </m:r>
                      </m:e>
                    </m:acc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indent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Prove: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𝑅𝐾𝐺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𝐹𝑌𝐻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supplementary.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8890"/>
                <a:ext cx="8327136" cy="1670586"/>
              </a:xfrm>
              <a:prstGeom prst="rect">
                <a:avLst/>
              </a:prstGeom>
              <a:blipFill>
                <a:blip r:embed="rId4"/>
                <a:stretch>
                  <a:fillRect l="-805" t="-25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1400" y="2052925"/>
            <a:ext cx="41021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673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147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4895555"/>
                  </p:ext>
                </p:extLst>
              </p:nvPr>
            </p:nvGraphicFramePr>
            <p:xfrm>
              <a:off x="754223" y="457679"/>
              <a:ext cx="8665079" cy="577448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1490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501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7303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647" marR="386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647" marR="386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049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𝑊𝐺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||</m:t>
                              </m:r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𝐵𝐹</m:t>
                                  </m:r>
                                </m:e>
                              </m:acc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Given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36517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𝑅𝐾𝐺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≅_______________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If two parallel lines are intersected by a transversal, then corresponding angles are congruent.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606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𝐾𝑌𝐹</m:t>
                              </m:r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𝐹𝑌𝐻</m:t>
                              </m:r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are a linear pair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Definition of a linear pair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37171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If two angles form a linear pair, then they are supplementary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4606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Definition of supplementary angles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37171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 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 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37171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7.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∠________+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∠________=180°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7. Substitution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54606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8.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 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𝑅𝐾𝐺</m:t>
                              </m:r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𝐹𝑌𝐻</m:t>
                              </m:r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are supplementary.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8. Definition of supplementary angles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4895555"/>
                  </p:ext>
                </p:extLst>
              </p:nvPr>
            </p:nvGraphicFramePr>
            <p:xfrm>
              <a:off x="754223" y="457679"/>
              <a:ext cx="8665079" cy="577448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1490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501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647" marR="386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647" marR="386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04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2" t="-108621" r="-87995" b="-1491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Given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3651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2" t="-54018" r="-87995" b="-286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If two parallel lines are intersected by a transversal, then corresponding angles are congruent.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60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2" t="-387640" r="-87995" b="-620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Definition of a linear pair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If two angles form a linear pair, then they are supplementary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Definition of supplementary angles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37171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 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 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371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2" t="-878409" r="-87995" b="-1420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7. Substitution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2" t="-861000" r="-87995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8. Definition of supplementary angles</a:t>
                          </a:r>
                        </a:p>
                      </a:txBody>
                      <a:tcPr marL="38647" marR="386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39867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4" y="410790"/>
            <a:ext cx="110875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Mistakes can be an opportunity to learn.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17575" indent="-458788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mistakes did you make in the first proof that helped you in the second proof?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4033" y="1870024"/>
            <a:ext cx="6680200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161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4" y="418890"/>
            <a:ext cx="109833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7575" indent="-458788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If you did not make a mistake in the first proof, describe how the proofs were similar.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Text Box 24"/>
          <p:cNvSpPr txBox="1"/>
          <p:nvPr/>
        </p:nvSpPr>
        <p:spPr>
          <a:xfrm>
            <a:off x="1435927" y="1349216"/>
            <a:ext cx="6629400" cy="1825543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Consecutive Interior Angles Theorem</a:t>
            </a:r>
            <a:endParaRPr lang="en-US" sz="2000" dirty="0">
              <a:solidFill>
                <a:srgbClr val="417DBF"/>
              </a:solidFill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If two parallel lines are intersected by a 	transversal, then interior angles on the 	same side of the transversal are 	supplementary.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07948" y="1621307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 Box 24"/>
          <p:cNvSpPr txBox="1"/>
          <p:nvPr/>
        </p:nvSpPr>
        <p:spPr>
          <a:xfrm>
            <a:off x="1435927" y="3323258"/>
            <a:ext cx="6629400" cy="1781900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Consecutive Exterior Angles Theorem</a:t>
            </a:r>
            <a:endParaRPr lang="en-US" sz="2000" dirty="0">
              <a:solidFill>
                <a:srgbClr val="417DBF"/>
              </a:solidFill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If two parallel lines are intersected by a 	transversal, then exterior angles on the 	same side of the transversal are 	supplementary.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07948" y="3545697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8526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148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7326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49" y="-28986"/>
            <a:ext cx="865178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3.4.3 Guided Practice: Angles in Parallel Lines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148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13704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93248" y="1394250"/>
                <a:ext cx="11367694" cy="439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𝐻𝐿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||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𝑅𝐺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𝐶𝑉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𝐾𝐷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transversals with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𝐾𝐵𝑀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=117°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𝑉𝑇𝑆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=134°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94250"/>
                <a:ext cx="11367694" cy="439479"/>
              </a:xfrm>
              <a:prstGeom prst="rect">
                <a:avLst/>
              </a:prstGeom>
              <a:blipFill>
                <a:blip r:embed="rId5"/>
                <a:stretch>
                  <a:fillRect l="-536" b="-23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A3E0058B-C607-174E-B439-E4D3192A9DB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7366" y="2239042"/>
            <a:ext cx="643890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60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418737" y="2951071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Determine the measurement of each angle.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152CD2B-A4D4-A94A-8235-80385DFE97A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8686793"/>
                  </p:ext>
                </p:extLst>
              </p:nvPr>
            </p:nvGraphicFramePr>
            <p:xfrm>
              <a:off x="1275174" y="3679773"/>
              <a:ext cx="6940550" cy="252905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702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702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614652">
                    <a:tc>
                      <a:txBody>
                        <a:bodyPr/>
                        <a:lstStyle/>
                        <a:p>
                          <a:pPr marL="4572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𝐷𝑆𝐺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  <a:p>
                          <a:pPr marL="4572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</a:p>
                        <a:p>
                          <a:pPr marL="4572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</a:p>
                        <a:p>
                          <a:pPr marL="4572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</a:p>
                        <a:p>
                          <a:pPr marL="4572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</a:rPr>
                            <a:t>  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𝐿𝑀𝐶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  <a:p>
                          <a:pPr marL="4572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5494">
                    <a:tc>
                      <a:txBody>
                        <a:bodyPr/>
                        <a:lstStyle/>
                        <a:p>
                          <a:pPr marL="4572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𝑅𝑇𝑉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  <a:p>
                          <a:pPr marL="4572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  <a:p>
                          <a:pPr marL="4572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𝐵𝑊𝑀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  <a:p>
                          <a:pPr marL="45720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8686793"/>
                  </p:ext>
                </p:extLst>
              </p:nvPr>
            </p:nvGraphicFramePr>
            <p:xfrm>
              <a:off x="1275174" y="3679773"/>
              <a:ext cx="6940550" cy="252905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702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702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6146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r="-99825" b="-56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100176" b="-56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177333" r="-998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100176" t="-17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4330" y="175691"/>
            <a:ext cx="5061576" cy="277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599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4474" y="1325630"/>
            <a:ext cx="5930900" cy="4495800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465232" y="386406"/>
                <a:ext cx="10655052" cy="745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the figure shown,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𝐵𝑉</m:t>
                        </m:r>
                      </m:e>
                    </m:acc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∥ 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𝑇𝐻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𝐺𝑋𝐻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=(5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−1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)°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𝐺𝑀𝑁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=(4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−11)°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𝑋𝑃𝐺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=(3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−8)°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𝑉𝑁𝐺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=(7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−52)°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86406"/>
                <a:ext cx="10655052" cy="745269"/>
              </a:xfrm>
              <a:prstGeom prst="rect">
                <a:avLst/>
              </a:prstGeom>
              <a:blipFill>
                <a:blip r:embed="rId5"/>
                <a:stretch>
                  <a:fillRect l="-629" b="-13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152CD2B-A4D4-A94A-8235-80385DFE97AA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87837" y="1325630"/>
                <a:ext cx="4572000" cy="101566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837" y="1325630"/>
                <a:ext cx="4572000" cy="1015663"/>
              </a:xfrm>
              <a:prstGeom prst="rect">
                <a:avLst/>
              </a:prstGeom>
              <a:blipFill>
                <a:blip r:embed="rId6"/>
                <a:stretch>
                  <a:fillRect l="-1467" t="-3593" b="-10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0965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149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149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8244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3.4.4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4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8" y="1386149"/>
            <a:ext cx="9981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Rate your confidence in solving problems using these angle pairs.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31AAE36C-5822-464A-8B2B-DAD96F65814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412853"/>
              </p:ext>
            </p:extLst>
          </p:nvPr>
        </p:nvGraphicFramePr>
        <p:xfrm>
          <a:off x="980882" y="1929155"/>
          <a:ext cx="8327136" cy="3676996"/>
        </p:xfrm>
        <a:graphic>
          <a:graphicData uri="http://schemas.openxmlformats.org/drawingml/2006/table">
            <a:tbl>
              <a:tblPr firstRow="1" firstCol="1" bandRow="1"/>
              <a:tblGrid>
                <a:gridCol w="2216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5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8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0158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 can solve number problems involving….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 am an expert and could help others.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 can hold my own.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 am getting there.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 would like more help or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practice.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7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Congruent Supplements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7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Congruent Complements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Vertical Angles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7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Consecutive Interior Angles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7719" marR="577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149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770AEB55-C0B0-E249-801E-7B66B61DDE1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96869"/>
              </p:ext>
            </p:extLst>
          </p:nvPr>
        </p:nvGraphicFramePr>
        <p:xfrm>
          <a:off x="1073440" y="479074"/>
          <a:ext cx="8121112" cy="4680488"/>
        </p:xfrm>
        <a:graphic>
          <a:graphicData uri="http://schemas.openxmlformats.org/drawingml/2006/table">
            <a:tbl>
              <a:tblPr firstRow="1" firstCol="1" bandRow="1"/>
              <a:tblGrid>
                <a:gridCol w="2162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3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4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0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0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2667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 can solve number problems involving….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 am an expert and could help others.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 can hold my own.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 am getting there.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 would like more help or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practice.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45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Consecutive Exterior Angles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45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Alternate Interior Angles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45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Alternate Exterior Angles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45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Corresponding Angles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34992" marR="3499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</TotalTime>
  <Words>1285</Words>
  <Application>Microsoft Office PowerPoint</Application>
  <PresentationFormat>Widescreen</PresentationFormat>
  <Paragraphs>237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Arial Black</vt:lpstr>
      <vt:lpstr>Calibri</vt:lpstr>
      <vt:lpstr>Cambria Math</vt:lpstr>
      <vt:lpstr>Century Gothic</vt:lpstr>
      <vt:lpstr>Times New Roman</vt:lpstr>
      <vt:lpstr>Verdana</vt:lpstr>
      <vt:lpstr>Wingdings</vt:lpstr>
      <vt:lpstr>1_Office Theme</vt:lpstr>
      <vt:lpstr>Geometry  Unit 3, Lesson 4  Consecutive Angles  Volume 1, pg. 144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Morgan Palomino</cp:lastModifiedBy>
  <cp:revision>26</cp:revision>
  <dcterms:created xsi:type="dcterms:W3CDTF">2015-03-17T18:51:18Z</dcterms:created>
  <dcterms:modified xsi:type="dcterms:W3CDTF">2023-02-27T14:57:24Z</dcterms:modified>
</cp:coreProperties>
</file>