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23" r:id="rId11"/>
    <p:sldId id="324" r:id="rId12"/>
    <p:sldId id="363" r:id="rId13"/>
    <p:sldId id="367" r:id="rId14"/>
    <p:sldId id="302" r:id="rId15"/>
    <p:sldId id="303" r:id="rId16"/>
    <p:sldId id="370" r:id="rId17"/>
    <p:sldId id="306" r:id="rId18"/>
    <p:sldId id="307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0"/>
    <p:restoredTop sz="94589"/>
  </p:normalViewPr>
  <p:slideViewPr>
    <p:cSldViewPr snapToGrid="0">
      <p:cViewPr varScale="1">
        <p:scale>
          <a:sx n="79" d="100"/>
          <a:sy n="79" d="100"/>
        </p:scale>
        <p:origin x="10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03266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with Lengths of Two Tangents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246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</a:t>
            </a:r>
            <a:b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problems involving the length of a secant, tangent, segment, or chord in a given circle.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91691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1F4D95D-8E5D-8D4A-BE6F-05F98250C125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865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solve mathematical and real-world problems that involve lengths formed by the intersection of two tangents.  </a:t>
            </a:r>
            <a:endParaRPr lang="en-US" sz="35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F00E22E-FEBF-1145-9C7C-3421493E3245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00C7F18-D5C3-D54E-893C-805C6DA47F3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0958BF-CD5C-7449-B76B-7387B990192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2054" y="2134988"/>
            <a:ext cx="4848860" cy="305943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51063" y="1214576"/>
                <a:ext cx="107609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circle. Secant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circle. 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find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63" y="1214576"/>
                <a:ext cx="10760949" cy="1015663"/>
              </a:xfrm>
              <a:prstGeom prst="rect">
                <a:avLst/>
              </a:prstGeom>
              <a:blipFill>
                <a:blip r:embed="rId6"/>
                <a:stretch>
                  <a:fillRect l="-623" t="-4192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A56AF98-74B7-5045-BD46-D7A60E700BAA}"/>
              </a:ext>
            </a:extLst>
          </p:cNvPr>
          <p:cNvSpPr txBox="1"/>
          <p:nvPr/>
        </p:nvSpPr>
        <p:spPr>
          <a:xfrm>
            <a:off x="887820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9DF0591-D051-8A4B-96AD-EED7BC0BFDC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60062" y="1226608"/>
                <a:ext cx="10751950" cy="3860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with tangents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radii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dotted line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relationships that can be determined given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tangents,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radii.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2" y="1226608"/>
                <a:ext cx="10751950" cy="3860416"/>
              </a:xfrm>
              <a:prstGeom prst="rect">
                <a:avLst/>
              </a:prstGeom>
              <a:blipFill>
                <a:blip r:embed="rId3"/>
                <a:stretch>
                  <a:fillRect l="-624" t="-158" b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42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9463" y="44583"/>
            <a:ext cx="10292549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12.4.2 Exploration: Intersecting Tangent Lines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166" y="21320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5AC19-0FC3-EB4B-9A62-688B3A71112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1105" y="1226608"/>
            <a:ext cx="3650833" cy="2504122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56B352E-3D70-644D-9DAA-8CBB59EBA29B}"/>
              </a:ext>
            </a:extLst>
          </p:cNvPr>
          <p:cNvSpPr txBox="1"/>
          <p:nvPr/>
        </p:nvSpPr>
        <p:spPr>
          <a:xfrm>
            <a:off x="888719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18165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10653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why HL congruence can be used to show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𝑀𝐾𝑃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𝑀𝑇𝑃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congruent.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𝑀𝐾𝑃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𝑀𝑇𝑃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is true about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1065362" cy="1938992"/>
              </a:xfrm>
              <a:prstGeom prst="rect">
                <a:avLst/>
              </a:prstGeom>
              <a:blipFill>
                <a:blip r:embed="rId4"/>
                <a:stretch>
                  <a:fillRect t="-1887" b="-5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9B1EDF1-58B7-0844-98ED-1C0C16E9F4A4}"/>
              </a:ext>
            </a:extLst>
          </p:cNvPr>
          <p:cNvGrpSpPr/>
          <p:nvPr/>
        </p:nvGrpSpPr>
        <p:grpSpPr>
          <a:xfrm>
            <a:off x="1523650" y="5133305"/>
            <a:ext cx="6629400" cy="987504"/>
            <a:chOff x="0" y="48690"/>
            <a:chExt cx="6629891" cy="100822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6336893-037A-2B42-878C-62D1636DE4FD}"/>
                </a:ext>
              </a:extLst>
            </p:cNvPr>
            <p:cNvSpPr/>
            <p:nvPr/>
          </p:nvSpPr>
          <p:spPr>
            <a:xfrm>
              <a:off x="0" y="48690"/>
              <a:ext cx="6629891" cy="1008223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91440" anchor="ctr" anchorCtr="0">
              <a:spAutoFit/>
            </a:bodyPr>
            <a:lstStyle/>
            <a:p>
              <a:pPr marL="685800">
                <a:lnSpc>
                  <a:spcPct val="115000"/>
                </a:lnSpc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Tangent segments to a circle from the same point are congruent.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Shape 6" descr="Icon&#10;&#10;Description automatically generated">
              <a:extLst>
                <a:ext uri="{FF2B5EF4-FFF2-40B4-BE49-F238E27FC236}">
                  <a16:creationId xmlns:a16="http://schemas.microsoft.com/office/drawing/2014/main" id="{30E188DB-1656-3F41-8167-0448FD19B34F}"/>
                </a:ext>
              </a:extLst>
            </p:cNvPr>
            <p:cNvPicPr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0559" y="257559"/>
              <a:ext cx="548681" cy="56015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2F4C1F2-FF26-E54E-98A3-06CD8B6C5D34}"/>
              </a:ext>
            </a:extLst>
          </p:cNvPr>
          <p:cNvSpPr txBox="1"/>
          <p:nvPr/>
        </p:nvSpPr>
        <p:spPr>
          <a:xfrm>
            <a:off x="8867701" y="643872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4836946-E519-1147-A1DF-F1556C3DDB2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7374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4733" y="232666"/>
            <a:ext cx="100060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12.4.3 Guided Practice: Solving Problems Involving Intersecting Tangent Lines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4950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0565" y="1709150"/>
                <a:ext cx="11065362" cy="709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circle.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find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709150"/>
                <a:ext cx="11065362" cy="709297"/>
              </a:xfrm>
              <a:prstGeom prst="rect">
                <a:avLst/>
              </a:prstGeom>
              <a:blipFill>
                <a:blip r:embed="rId5"/>
                <a:stretch>
                  <a:fillRect l="-606" t="-5128" r="-165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43F26F5-D699-1A41-BFA9-E8C0241C04C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293" y="2418447"/>
            <a:ext cx="4528185" cy="2519680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818F81-4AFE-1D44-850A-88EE4FC61C4F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291794"/>
                <a:ext cx="11065362" cy="1631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𝐾𝐺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intersect outside the circle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 outside the circle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91794"/>
                <a:ext cx="11065362" cy="1631922"/>
              </a:xfrm>
              <a:prstGeom prst="rect">
                <a:avLst/>
              </a:prstGeom>
              <a:blipFill>
                <a:blip r:embed="rId4"/>
                <a:stretch>
                  <a:fillRect l="-606" t="-2612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78A1009-EB40-E94F-A850-FFAA6C60837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5743" y="1697043"/>
            <a:ext cx="5532755" cy="305943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16F6075-2132-1E42-8EEC-17273991B59F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67993"/>
                <a:ext cx="8349358" cy="1939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Eiffel Tower in Paris, France stands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tall. The tower has four semicircular arches at its base.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represents one of the four arches at the base of the tower, where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 on the circle.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𝑆𝐸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=(17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(m) and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𝐸𝐴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meters?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67993"/>
                <a:ext cx="8349358" cy="1939698"/>
              </a:xfrm>
              <a:prstGeom prst="rect">
                <a:avLst/>
              </a:prstGeom>
              <a:blipFill>
                <a:blip r:embed="rId4"/>
                <a:stretch>
                  <a:fillRect l="-804" t="-1881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4E0EBB-A2C2-9949-825F-A637A310AFD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191444" y="367993"/>
            <a:ext cx="2459990" cy="477329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C43B90B-90F1-FB40-AB98-180680FE3F3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CA26C5E-51A5-134B-9024-1B01034DC57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13A73D-5DEA-A843-ABFC-97A57DD4C5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29475" y="1177394"/>
            <a:ext cx="3638550" cy="314325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746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7988" y="14696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688" y="14696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78585" y="1177394"/>
                <a:ext cx="729705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on the circle.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outside the circle.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85" y="1177394"/>
                <a:ext cx="7297053" cy="1015663"/>
              </a:xfrm>
              <a:prstGeom prst="rect">
                <a:avLst/>
              </a:prstGeom>
              <a:blipFill>
                <a:blip r:embed="rId6"/>
                <a:stretch>
                  <a:fillRect l="-919" t="-4192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3876BC3-7302-0A45-A4ED-D9D7F8AEDCC9}"/>
              </a:ext>
            </a:extLst>
          </p:cNvPr>
          <p:cNvSpPr txBox="1"/>
          <p:nvPr/>
        </p:nvSpPr>
        <p:spPr>
          <a:xfrm>
            <a:off x="885923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5598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13020"/>
                <a:ext cx="1125814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on the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on the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13020"/>
                <a:ext cx="11258145" cy="1631216"/>
              </a:xfrm>
              <a:prstGeom prst="rect">
                <a:avLst/>
              </a:prstGeom>
              <a:blipFill>
                <a:blip r:embed="rId4"/>
                <a:stretch>
                  <a:fillRect l="-596" t="-2612" r="-271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C41C69B-7EC7-C949-94F1-FE893512DF9D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8334" y="2144236"/>
            <a:ext cx="5947410" cy="269938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C0EEF63-516B-0845-8312-303D7C76C5E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042871A-66F7-CE41-887C-19262585FF7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26235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841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207056"/>
            <a:ext cx="10930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short note summarizing today’s lesson to a friend who missed class.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26A9A89A-7124-074F-897C-D7F3691AA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503" y="1627687"/>
            <a:ext cx="9214827" cy="4256919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F70B99B-5757-7A4B-B13E-83CD8F0BDD8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817</Words>
  <Application>Microsoft Office PowerPoint</Application>
  <PresentationFormat>Widescreen</PresentationFormat>
  <Paragraphs>85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Geometry  Unit 12, Lesson 4  Solving Problems with Lengths of Two Tangents  Volume 2, pg. 246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23</cp:revision>
  <dcterms:created xsi:type="dcterms:W3CDTF">2015-03-17T18:51:18Z</dcterms:created>
  <dcterms:modified xsi:type="dcterms:W3CDTF">2022-07-04T06:26:18Z</dcterms:modified>
</cp:coreProperties>
</file>