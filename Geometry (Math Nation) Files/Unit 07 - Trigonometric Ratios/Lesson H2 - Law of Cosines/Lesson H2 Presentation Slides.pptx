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Override PartName="/ppt/metadata" ContentType="application/binary"/>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trictFirstAndLastChars="0" saveSubsetFonts="1" autoCompressPictures="0">
  <p:sldMasterIdLst>
    <p:sldMasterId id="2147483648" r:id="rId1"/>
  </p:sldMasterIdLst>
  <p:notesMasterIdLst>
    <p:notesMasterId r:id="rId24"/>
  </p:notesMasterIdLst>
  <p:sldIdLst>
    <p:sldId id="256" r:id="rId2"/>
    <p:sldId id="257" r:id="rId3"/>
    <p:sldId id="285" r:id="rId4"/>
    <p:sldId id="286" r:id="rId5"/>
    <p:sldId id="261" r:id="rId6"/>
    <p:sldId id="287" r:id="rId7"/>
    <p:sldId id="314" r:id="rId8"/>
    <p:sldId id="315" r:id="rId9"/>
    <p:sldId id="332" r:id="rId10"/>
    <p:sldId id="342" r:id="rId11"/>
    <p:sldId id="349" r:id="rId12"/>
    <p:sldId id="343" r:id="rId13"/>
    <p:sldId id="344" r:id="rId14"/>
    <p:sldId id="345" r:id="rId15"/>
    <p:sldId id="346" r:id="rId16"/>
    <p:sldId id="347" r:id="rId17"/>
    <p:sldId id="348" r:id="rId18"/>
    <p:sldId id="302" r:id="rId19"/>
    <p:sldId id="303" r:id="rId20"/>
    <p:sldId id="340" r:id="rId21"/>
    <p:sldId id="306" r:id="rId22"/>
    <p:sldId id="307" r:id="rId23"/>
  </p:sldIdLst>
  <p:sldSz cx="12192000" cy="6858000"/>
  <p:notesSz cx="6858000" cy="9144000"/>
  <p:defaultTex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defaultTextStyle>
  <p:extLst>
    <p:ext uri="{EFAFB233-063F-42B5-8137-9DF3F51BA10A}">
      <p15:sldGuideLst xmlns:p15="http://schemas.microsoft.com/office/powerpoint/2012/main">
        <p15:guide id="1" orient="horz" pos="2160" userDrawn="1">
          <p15:clr>
            <a:srgbClr val="A4A3A4"/>
          </p15:clr>
        </p15:guide>
        <p15:guide id="2" pos="3840" userDrawn="1">
          <p15:clr>
            <a:srgbClr val="A4A3A4"/>
          </p15:clr>
        </p15:guide>
      </p15:sldGuideLst>
    </p:ext>
    <p:ext uri="http://customooxmlschemas.google.com/">
      <go:slidesCustomData xmlns="" xmlns:mc="http://schemas.openxmlformats.org/markup-compatibility/2006" xmlns:mv="urn:schemas-microsoft-com:mac:vml"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xmlns:go="http://customooxmlschemas.google.com/" r:id="rId55" roundtripDataSignature="AMtx7miXGu+iP6Z2M0kNO/4dLqrShsAMTA=="/>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useTimings="0">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41BFAC"/>
    <a:srgbClr val="B399C8"/>
    <a:srgbClr val="276C46"/>
    <a:srgbClr val="C9DF6F"/>
    <a:srgbClr val="417DBF"/>
    <a:srgbClr val="3F2A67"/>
    <a:srgbClr val="E24E5F"/>
    <a:srgbClr val="26B7D4"/>
    <a:srgbClr val="54B5D1"/>
    <a:srgbClr val="33BEA6"/>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A91F0D33-8C57-4600-99A7-42BC86742BE1}">
  <a:tblStyle styleId="{A91F0D33-8C57-4600-99A7-42BC86742BE1}" styleName="Table_0">
    <a:wholeTbl>
      <a:tcTxStyle>
        <a:font>
          <a:latin typeface="Arial"/>
          <a:ea typeface="Arial"/>
          <a:cs typeface="Arial"/>
        </a:font>
        <a:srgbClr val="000000"/>
      </a:tcTxStyle>
      <a:tcStyle>
        <a:tcBdr>
          <a:left>
            <a:ln w="9525" cap="flat" cmpd="sng">
              <a:solidFill>
                <a:srgbClr val="9E9E9E"/>
              </a:solidFill>
              <a:prstDash val="solid"/>
              <a:round/>
              <a:headEnd type="none" w="sm" len="sm"/>
              <a:tailEnd type="none" w="sm" len="sm"/>
            </a:ln>
          </a:left>
          <a:right>
            <a:ln w="9525" cap="flat" cmpd="sng">
              <a:solidFill>
                <a:srgbClr val="9E9E9E"/>
              </a:solidFill>
              <a:prstDash val="solid"/>
              <a:round/>
              <a:headEnd type="none" w="sm" len="sm"/>
              <a:tailEnd type="none" w="sm" len="sm"/>
            </a:ln>
          </a:right>
          <a:top>
            <a:ln w="9525" cap="flat" cmpd="sng">
              <a:solidFill>
                <a:srgbClr val="9E9E9E"/>
              </a:solidFill>
              <a:prstDash val="solid"/>
              <a:round/>
              <a:headEnd type="none" w="sm" len="sm"/>
              <a:tailEnd type="none" w="sm" len="sm"/>
            </a:ln>
          </a:top>
          <a:bottom>
            <a:ln w="9525" cap="flat" cmpd="sng">
              <a:solidFill>
                <a:srgbClr val="9E9E9E"/>
              </a:solidFill>
              <a:prstDash val="solid"/>
              <a:round/>
              <a:headEnd type="none" w="sm" len="sm"/>
              <a:tailEnd type="none" w="sm" len="sm"/>
            </a:ln>
          </a:bottom>
          <a:insideH>
            <a:ln w="9525" cap="flat" cmpd="sng">
              <a:solidFill>
                <a:srgbClr val="9E9E9E"/>
              </a:solidFill>
              <a:prstDash val="solid"/>
              <a:round/>
              <a:headEnd type="none" w="sm" len="sm"/>
              <a:tailEnd type="none" w="sm" len="sm"/>
            </a:ln>
          </a:insideH>
          <a:insideV>
            <a:ln w="9525" cap="flat" cmpd="sng">
              <a:solidFill>
                <a:srgbClr val="9E9E9E"/>
              </a:solidFill>
              <a:prstDash val="solid"/>
              <a:round/>
              <a:headEnd type="none" w="sm" len="sm"/>
              <a:tailEnd type="none" w="sm" len="sm"/>
            </a:ln>
          </a:insideV>
        </a:tcBdr>
      </a:tcStyle>
    </a:wholeTbl>
    <a:band1H>
      <a:tcTxStyle/>
      <a:tcStyle>
        <a:tcBdr/>
      </a:tcStyle>
    </a:band1H>
    <a:band2H>
      <a:tcTxStyle/>
      <a:tcStyle>
        <a:tcBdr/>
      </a:tcStyle>
    </a:band2H>
    <a:band1V>
      <a:tcTxStyle/>
      <a:tcStyle>
        <a:tcBdr/>
      </a:tcStyle>
    </a:band1V>
    <a:band2V>
      <a:tcTxStyle/>
      <a:tcStyle>
        <a:tcBdr/>
      </a:tcStyle>
    </a:band2V>
    <a:lastCol>
      <a:tcTxStyle/>
      <a:tcStyle>
        <a:tcBdr/>
      </a:tcStyle>
    </a:lastCol>
    <a:firstCol>
      <a:tcTxStyle/>
      <a:tcStyle>
        <a:tcBdr/>
      </a:tcStyle>
    </a:firstCol>
    <a:lastRow>
      <a:tcTxStyle/>
      <a:tcStyle>
        <a:tcBdr/>
      </a:tcStyle>
    </a:lastRow>
    <a:seCell>
      <a:tcTxStyle/>
      <a:tcStyle>
        <a:tcBdr/>
      </a:tcStyle>
    </a:seCell>
    <a:swCell>
      <a:tcTxStyle/>
      <a:tcStyle>
        <a:tcBdr/>
      </a:tcStyle>
    </a:swCell>
    <a:firstRow>
      <a:tcTxStyle/>
      <a:tcStyle>
        <a:tcBdr/>
      </a:tcStyle>
    </a:firstRow>
    <a:neCell>
      <a:tcTxStyle/>
      <a:tcStyle>
        <a:tcBdr/>
      </a:tcStyle>
    </a:neCell>
    <a:nwCell>
      <a:tcTxStyle/>
      <a:tcStyle>
        <a:tcBdr/>
      </a:tcStyle>
    </a:nwCell>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17367" autoAdjust="0"/>
    <p:restoredTop sz="88571" autoAdjust="0"/>
  </p:normalViewPr>
  <p:slideViewPr>
    <p:cSldViewPr snapToGrid="0">
      <p:cViewPr varScale="1">
        <p:scale>
          <a:sx n="113" d="100"/>
          <a:sy n="113" d="100"/>
        </p:scale>
        <p:origin x="952" y="168"/>
      </p:cViewPr>
      <p:guideLst>
        <p:guide orient="horz" pos="2160"/>
        <p:guide pos="3840"/>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slide" Target="slides/slide17.xml"/><Relationship Id="rId3" Type="http://schemas.openxmlformats.org/officeDocument/2006/relationships/slide" Target="slides/slide2.xml"/><Relationship Id="rId21" Type="http://schemas.openxmlformats.org/officeDocument/2006/relationships/slide" Target="slides/slide20.xml"/><Relationship Id="rId55" Type="http://customschemas.google.com/relationships/presentationmetadata" Target="metadata"/><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59" Type="http://schemas.openxmlformats.org/officeDocument/2006/relationships/tableStyles" Target="tableStyles.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notesMaster" Target="notesMasters/notesMaster1.xml"/><Relationship Id="rId58" Type="http://schemas.openxmlformats.org/officeDocument/2006/relationships/theme" Target="theme/theme1.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57" Type="http://schemas.openxmlformats.org/officeDocument/2006/relationships/viewProps" Target="viewProps.xml"/><Relationship Id="rId10" Type="http://schemas.openxmlformats.org/officeDocument/2006/relationships/slide" Target="slides/slide9.xml"/><Relationship Id="rId19" Type="http://schemas.openxmlformats.org/officeDocument/2006/relationships/slide" Target="slides/slide18.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56" Type="http://schemas.openxmlformats.org/officeDocument/2006/relationships/presProps" Target="presProps.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Pr>
        <a:solidFill>
          <a:schemeClr val="lt1"/>
        </a:solidFill>
        <a:effectLst/>
      </p:bgPr>
    </p:bg>
    <p:spTree>
      <p:nvGrpSpPr>
        <p:cNvPr id="1" name="Shape 2"/>
        <p:cNvGrpSpPr/>
        <p:nvPr/>
      </p:nvGrpSpPr>
      <p:grpSpPr>
        <a:xfrm>
          <a:off x="0" y="0"/>
          <a:ext cx="0" cy="0"/>
          <a:chOff x="0" y="0"/>
          <a:chExt cx="0" cy="0"/>
        </a:xfrm>
      </p:grpSpPr>
      <p:sp>
        <p:nvSpPr>
          <p:cNvPr id="3" name="Google Shape;3;n"/>
          <p:cNvSpPr txBox="1">
            <a:spLocks noGrp="1"/>
          </p:cNvSpPr>
          <p:nvPr>
            <p:ph type="hdr" idx="2"/>
          </p:nvPr>
        </p:nvSpPr>
        <p:spPr>
          <a:xfrm>
            <a:off x="0" y="0"/>
            <a:ext cx="2971800" cy="458788"/>
          </a:xfrm>
          <a:prstGeom prst="rect">
            <a:avLst/>
          </a:prstGeom>
          <a:noFill/>
          <a:ln>
            <a:noFill/>
          </a:ln>
        </p:spPr>
        <p:txBody>
          <a:bodyPr spcFirstLastPara="1" wrap="square" lIns="91425" tIns="45700" rIns="91425" bIns="45700" anchor="t" anchorCtr="0">
            <a:noAutofit/>
          </a:bodyPr>
          <a:lstStyle>
            <a:lvl1pPr marR="0" lvl="0" algn="l" rtl="0">
              <a:spcBef>
                <a:spcPts val="0"/>
              </a:spcBef>
              <a:spcAft>
                <a:spcPts val="0"/>
              </a:spcAft>
              <a:buSzPts val="1400"/>
              <a:buNone/>
              <a:defRPr sz="1200" b="0" i="0" u="none" strike="noStrike" cap="none">
                <a:solidFill>
                  <a:schemeClr val="dk1"/>
                </a:solidFill>
                <a:latin typeface="Calibri"/>
                <a:ea typeface="Calibri"/>
                <a:cs typeface="Calibri"/>
                <a:sym typeface="Calibri"/>
              </a:defRPr>
            </a:lvl1pPr>
            <a:lvl2pPr marR="0" lvl="1"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2pPr>
            <a:lvl3pPr marR="0" lvl="2"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3pPr>
            <a:lvl4pPr marR="0" lvl="3"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4pPr>
            <a:lvl5pPr marR="0" lvl="4"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5pPr>
            <a:lvl6pPr marR="0" lvl="5"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6pPr>
            <a:lvl7pPr marR="0" lvl="6"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7pPr>
            <a:lvl8pPr marR="0" lvl="7"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8pPr>
            <a:lvl9pPr marR="0" lvl="8"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9pPr>
          </a:lstStyle>
          <a:p>
            <a:endParaRPr/>
          </a:p>
        </p:txBody>
      </p:sp>
      <p:sp>
        <p:nvSpPr>
          <p:cNvPr id="4" name="Google Shape;4;n"/>
          <p:cNvSpPr txBox="1">
            <a:spLocks noGrp="1"/>
          </p:cNvSpPr>
          <p:nvPr>
            <p:ph type="dt" idx="10"/>
          </p:nvPr>
        </p:nvSpPr>
        <p:spPr>
          <a:xfrm>
            <a:off x="3884613" y="0"/>
            <a:ext cx="2971800" cy="458788"/>
          </a:xfrm>
          <a:prstGeom prst="rect">
            <a:avLst/>
          </a:prstGeom>
          <a:noFill/>
          <a:ln>
            <a:noFill/>
          </a:ln>
        </p:spPr>
        <p:txBody>
          <a:bodyPr spcFirstLastPara="1" wrap="square" lIns="91425" tIns="45700" rIns="91425" bIns="45700" anchor="t" anchorCtr="0">
            <a:noAutofit/>
          </a:bodyPr>
          <a:lstStyle>
            <a:lvl1pPr marR="0" lvl="0" algn="r" rtl="0">
              <a:spcBef>
                <a:spcPts val="0"/>
              </a:spcBef>
              <a:spcAft>
                <a:spcPts val="0"/>
              </a:spcAft>
              <a:buSzPts val="1400"/>
              <a:buNone/>
              <a:defRPr sz="1200" b="0" i="0" u="none" strike="noStrike" cap="none">
                <a:solidFill>
                  <a:schemeClr val="dk1"/>
                </a:solidFill>
                <a:latin typeface="Calibri"/>
                <a:ea typeface="Calibri"/>
                <a:cs typeface="Calibri"/>
                <a:sym typeface="Calibri"/>
              </a:defRPr>
            </a:lvl1pPr>
            <a:lvl2pPr marR="0" lvl="1"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2pPr>
            <a:lvl3pPr marR="0" lvl="2"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3pPr>
            <a:lvl4pPr marR="0" lvl="3"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4pPr>
            <a:lvl5pPr marR="0" lvl="4"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5pPr>
            <a:lvl6pPr marR="0" lvl="5"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6pPr>
            <a:lvl7pPr marR="0" lvl="6"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7pPr>
            <a:lvl8pPr marR="0" lvl="7"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8pPr>
            <a:lvl9pPr marR="0" lvl="8"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9pPr>
          </a:lstStyle>
          <a:p>
            <a:endParaRPr/>
          </a:p>
        </p:txBody>
      </p:sp>
      <p:sp>
        <p:nvSpPr>
          <p:cNvPr id="5" name="Google Shape;5;n"/>
          <p:cNvSpPr>
            <a:spLocks noGrp="1" noRot="1" noChangeAspect="1"/>
          </p:cNvSpPr>
          <p:nvPr>
            <p:ph type="sldImg" idx="3"/>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6" name="Google Shape;6;n"/>
          <p:cNvSpPr txBox="1">
            <a:spLocks noGrp="1"/>
          </p:cNvSpPr>
          <p:nvPr>
            <p:ph type="body" idx="1"/>
          </p:nvPr>
        </p:nvSpPr>
        <p:spPr>
          <a:xfrm>
            <a:off x="685800" y="4400550"/>
            <a:ext cx="5486400" cy="3600450"/>
          </a:xfrm>
          <a:prstGeom prst="rect">
            <a:avLst/>
          </a:prstGeom>
          <a:noFill/>
          <a:ln>
            <a:noFill/>
          </a:ln>
        </p:spPr>
        <p:txBody>
          <a:bodyPr spcFirstLastPara="1" wrap="square" lIns="91425" tIns="45700" rIns="91425" bIns="45700" anchor="t" anchorCtr="0">
            <a:noAutofit/>
          </a:bodyPr>
          <a:lstStyle>
            <a:lvl1pPr marL="457200" marR="0" lvl="0" indent="-228600" algn="l" rtl="0">
              <a:spcBef>
                <a:spcPts val="0"/>
              </a:spcBef>
              <a:spcAft>
                <a:spcPts val="0"/>
              </a:spcAft>
              <a:buSzPts val="1400"/>
              <a:buNone/>
              <a:defRPr sz="1200" b="0" i="0" u="none" strike="noStrike" cap="none">
                <a:solidFill>
                  <a:schemeClr val="dk1"/>
                </a:solidFill>
                <a:latin typeface="Calibri"/>
                <a:ea typeface="Calibri"/>
                <a:cs typeface="Calibri"/>
                <a:sym typeface="Calibri"/>
              </a:defRPr>
            </a:lvl1pPr>
            <a:lvl2pPr marL="914400" marR="0" lvl="1" indent="-228600" algn="l" rtl="0">
              <a:spcBef>
                <a:spcPts val="0"/>
              </a:spcBef>
              <a:spcAft>
                <a:spcPts val="0"/>
              </a:spcAft>
              <a:buSzPts val="1400"/>
              <a:buNone/>
              <a:defRPr sz="1200" b="0" i="0" u="none" strike="noStrike" cap="none">
                <a:solidFill>
                  <a:schemeClr val="dk1"/>
                </a:solidFill>
                <a:latin typeface="Calibri"/>
                <a:ea typeface="Calibri"/>
                <a:cs typeface="Calibri"/>
                <a:sym typeface="Calibri"/>
              </a:defRPr>
            </a:lvl2pPr>
            <a:lvl3pPr marL="1371600" marR="0" lvl="2" indent="-228600" algn="l" rtl="0">
              <a:spcBef>
                <a:spcPts val="0"/>
              </a:spcBef>
              <a:spcAft>
                <a:spcPts val="0"/>
              </a:spcAft>
              <a:buSzPts val="1400"/>
              <a:buNone/>
              <a:defRPr sz="1200" b="0" i="0" u="none" strike="noStrike" cap="none">
                <a:solidFill>
                  <a:schemeClr val="dk1"/>
                </a:solidFill>
                <a:latin typeface="Calibri"/>
                <a:ea typeface="Calibri"/>
                <a:cs typeface="Calibri"/>
                <a:sym typeface="Calibri"/>
              </a:defRPr>
            </a:lvl3pPr>
            <a:lvl4pPr marL="1828800" marR="0" lvl="3" indent="-228600" algn="l" rtl="0">
              <a:spcBef>
                <a:spcPts val="0"/>
              </a:spcBef>
              <a:spcAft>
                <a:spcPts val="0"/>
              </a:spcAft>
              <a:buSzPts val="1400"/>
              <a:buNone/>
              <a:defRPr sz="1200" b="0" i="0" u="none" strike="noStrike" cap="none">
                <a:solidFill>
                  <a:schemeClr val="dk1"/>
                </a:solidFill>
                <a:latin typeface="Calibri"/>
                <a:ea typeface="Calibri"/>
                <a:cs typeface="Calibri"/>
                <a:sym typeface="Calibri"/>
              </a:defRPr>
            </a:lvl4pPr>
            <a:lvl5pPr marL="2286000" marR="0" lvl="4" indent="-228600" algn="l" rtl="0">
              <a:spcBef>
                <a:spcPts val="0"/>
              </a:spcBef>
              <a:spcAft>
                <a:spcPts val="0"/>
              </a:spcAft>
              <a:buSzPts val="1400"/>
              <a:buNone/>
              <a:defRPr sz="1200" b="0" i="0" u="none" strike="noStrike" cap="none">
                <a:solidFill>
                  <a:schemeClr val="dk1"/>
                </a:solidFill>
                <a:latin typeface="Calibri"/>
                <a:ea typeface="Calibri"/>
                <a:cs typeface="Calibri"/>
                <a:sym typeface="Calibri"/>
              </a:defRPr>
            </a:lvl5pPr>
            <a:lvl6pPr marL="2743200" marR="0" lvl="5" indent="-228600" algn="l" rtl="0">
              <a:spcBef>
                <a:spcPts val="0"/>
              </a:spcBef>
              <a:spcAft>
                <a:spcPts val="0"/>
              </a:spcAft>
              <a:buSzPts val="1400"/>
              <a:buNone/>
              <a:defRPr sz="1200" b="0" i="0" u="none" strike="noStrike" cap="none">
                <a:solidFill>
                  <a:schemeClr val="dk1"/>
                </a:solidFill>
                <a:latin typeface="Calibri"/>
                <a:ea typeface="Calibri"/>
                <a:cs typeface="Calibri"/>
                <a:sym typeface="Calibri"/>
              </a:defRPr>
            </a:lvl6pPr>
            <a:lvl7pPr marL="3200400" marR="0" lvl="6" indent="-228600" algn="l" rtl="0">
              <a:spcBef>
                <a:spcPts val="0"/>
              </a:spcBef>
              <a:spcAft>
                <a:spcPts val="0"/>
              </a:spcAft>
              <a:buSzPts val="1400"/>
              <a:buNone/>
              <a:defRPr sz="1200" b="0" i="0" u="none" strike="noStrike" cap="none">
                <a:solidFill>
                  <a:schemeClr val="dk1"/>
                </a:solidFill>
                <a:latin typeface="Calibri"/>
                <a:ea typeface="Calibri"/>
                <a:cs typeface="Calibri"/>
                <a:sym typeface="Calibri"/>
              </a:defRPr>
            </a:lvl7pPr>
            <a:lvl8pPr marL="3657600" marR="0" lvl="7" indent="-228600" algn="l" rtl="0">
              <a:spcBef>
                <a:spcPts val="0"/>
              </a:spcBef>
              <a:spcAft>
                <a:spcPts val="0"/>
              </a:spcAft>
              <a:buSzPts val="1400"/>
              <a:buNone/>
              <a:defRPr sz="1200" b="0" i="0" u="none" strike="noStrike" cap="none">
                <a:solidFill>
                  <a:schemeClr val="dk1"/>
                </a:solidFill>
                <a:latin typeface="Calibri"/>
                <a:ea typeface="Calibri"/>
                <a:cs typeface="Calibri"/>
                <a:sym typeface="Calibri"/>
              </a:defRPr>
            </a:lvl8pPr>
            <a:lvl9pPr marL="4114800" marR="0" lvl="8" indent="-228600" algn="l" rtl="0">
              <a:spcBef>
                <a:spcPts val="0"/>
              </a:spcBef>
              <a:spcAft>
                <a:spcPts val="0"/>
              </a:spcAft>
              <a:buSzPts val="1400"/>
              <a:buNone/>
              <a:defRPr sz="1200" b="0" i="0" u="none" strike="noStrike" cap="none">
                <a:solidFill>
                  <a:schemeClr val="dk1"/>
                </a:solidFill>
                <a:latin typeface="Calibri"/>
                <a:ea typeface="Calibri"/>
                <a:cs typeface="Calibri"/>
                <a:sym typeface="Calibri"/>
              </a:defRPr>
            </a:lvl9pPr>
          </a:lstStyle>
          <a:p>
            <a:endParaRPr/>
          </a:p>
        </p:txBody>
      </p:sp>
      <p:sp>
        <p:nvSpPr>
          <p:cNvPr id="7" name="Google Shape;7;n"/>
          <p:cNvSpPr txBox="1">
            <a:spLocks noGrp="1"/>
          </p:cNvSpPr>
          <p:nvPr>
            <p:ph type="ftr" idx="11"/>
          </p:nvPr>
        </p:nvSpPr>
        <p:spPr>
          <a:xfrm>
            <a:off x="0" y="8685213"/>
            <a:ext cx="2971800" cy="458787"/>
          </a:xfrm>
          <a:prstGeom prst="rect">
            <a:avLst/>
          </a:prstGeom>
          <a:noFill/>
          <a:ln>
            <a:noFill/>
          </a:ln>
        </p:spPr>
        <p:txBody>
          <a:bodyPr spcFirstLastPara="1" wrap="square" lIns="91425" tIns="45700" rIns="91425" bIns="45700" anchor="b" anchorCtr="0">
            <a:noAutofit/>
          </a:bodyPr>
          <a:lstStyle>
            <a:lvl1pPr marR="0" lvl="0" algn="l" rtl="0">
              <a:spcBef>
                <a:spcPts val="0"/>
              </a:spcBef>
              <a:spcAft>
                <a:spcPts val="0"/>
              </a:spcAft>
              <a:buSzPts val="1400"/>
              <a:buNone/>
              <a:defRPr sz="1200" b="0" i="0" u="none" strike="noStrike" cap="none">
                <a:solidFill>
                  <a:schemeClr val="dk1"/>
                </a:solidFill>
                <a:latin typeface="Calibri"/>
                <a:ea typeface="Calibri"/>
                <a:cs typeface="Calibri"/>
                <a:sym typeface="Calibri"/>
              </a:defRPr>
            </a:lvl1pPr>
            <a:lvl2pPr marR="0" lvl="1"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2pPr>
            <a:lvl3pPr marR="0" lvl="2"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3pPr>
            <a:lvl4pPr marR="0" lvl="3"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4pPr>
            <a:lvl5pPr marR="0" lvl="4"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5pPr>
            <a:lvl6pPr marR="0" lvl="5"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6pPr>
            <a:lvl7pPr marR="0" lvl="6"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7pPr>
            <a:lvl8pPr marR="0" lvl="7"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8pPr>
            <a:lvl9pPr marR="0" lvl="8"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9pPr>
          </a:lstStyle>
          <a:p>
            <a:endParaRPr/>
          </a:p>
        </p:txBody>
      </p:sp>
      <p:sp>
        <p:nvSpPr>
          <p:cNvPr id="8" name="Google Shape;8;n"/>
          <p:cNvSpPr txBox="1">
            <a:spLocks noGrp="1"/>
          </p:cNvSpPr>
          <p:nvPr>
            <p:ph type="sldNum" idx="12"/>
          </p:nvPr>
        </p:nvSpPr>
        <p:spPr>
          <a:xfrm>
            <a:off x="3884613" y="8685213"/>
            <a:ext cx="2971800" cy="458787"/>
          </a:xfrm>
          <a:prstGeom prst="rect">
            <a:avLst/>
          </a:prstGeom>
          <a:noFill/>
          <a:ln>
            <a:noFill/>
          </a:ln>
        </p:spPr>
        <p:txBody>
          <a:bodyPr spcFirstLastPara="1" wrap="square" lIns="91425" tIns="45700" rIns="91425" bIns="45700" anchor="b" anchorCtr="0">
            <a:noAutofit/>
          </a:bodyPr>
          <a:lstStyle/>
          <a:p>
            <a:pPr marL="0" marR="0" lvl="0" indent="0" algn="r" rtl="0">
              <a:spcBef>
                <a:spcPts val="0"/>
              </a:spcBef>
              <a:spcAft>
                <a:spcPts val="0"/>
              </a:spcAft>
              <a:buNone/>
            </a:pPr>
            <a:fld id="{00000000-1234-1234-1234-123412341234}" type="slidenum">
              <a:rPr lang="en-US" sz="1200" b="0" i="0" u="none" strike="noStrike" cap="none">
                <a:solidFill>
                  <a:schemeClr val="dk1"/>
                </a:solidFill>
                <a:latin typeface="Calibri"/>
                <a:ea typeface="Calibri"/>
                <a:cs typeface="Calibri"/>
                <a:sym typeface="Calibri"/>
              </a:rPr>
              <a:t>‹#›</a:t>
            </a:fld>
            <a:endParaRPr sz="1200" b="0" i="0" u="none" strike="noStrike" cap="none">
              <a:solidFill>
                <a:schemeClr val="dk1"/>
              </a:solidFill>
              <a:latin typeface="Calibri"/>
              <a:ea typeface="Calibri"/>
              <a:cs typeface="Calibri"/>
              <a:sym typeface="Calibri"/>
            </a:endParaRPr>
          </a:p>
        </p:txBody>
      </p:sp>
    </p:spTree>
  </p:cSld>
  <p:clrMap bg1="lt1" tx1="dk1" bg2="dk2" tx2="lt2" accent1="accent1" accent2="accent2" accent3="accent3" accent4="accent4" accent5="accent5" accent6="accent6" hlink="hlink" folHlink="folHlink"/>
  <p:notes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2" Type="http://schemas.openxmlformats.org/officeDocument/2006/relationships/slide" Target="../slides/slide20.xml"/><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2" Type="http://schemas.openxmlformats.org/officeDocument/2006/relationships/slide" Target="../slides/slide21.xml"/><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2" Type="http://schemas.openxmlformats.org/officeDocument/2006/relationships/slide" Target="../slides/slide22.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56"/>
        <p:cNvGrpSpPr/>
        <p:nvPr/>
      </p:nvGrpSpPr>
      <p:grpSpPr>
        <a:xfrm>
          <a:off x="0" y="0"/>
          <a:ext cx="0" cy="0"/>
          <a:chOff x="0" y="0"/>
          <a:chExt cx="0" cy="0"/>
        </a:xfrm>
      </p:grpSpPr>
      <p:sp>
        <p:nvSpPr>
          <p:cNvPr id="257" name="Google Shape;257;g104476d1465_0_0: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258" name="Google Shape;258;g104476d1465_0_0:notes"/>
          <p:cNvSpPr txBox="1">
            <a:spLocks noGrp="1"/>
          </p:cNvSpPr>
          <p:nvPr>
            <p:ph type="body" idx="1"/>
          </p:nvPr>
        </p:nvSpPr>
        <p:spPr>
          <a:xfrm>
            <a:off x="685800" y="4343400"/>
            <a:ext cx="5486400" cy="411480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dirty="0"/>
          </a:p>
        </p:txBody>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73"/>
        <p:cNvGrpSpPr/>
        <p:nvPr/>
      </p:nvGrpSpPr>
      <p:grpSpPr>
        <a:xfrm>
          <a:off x="0" y="0"/>
          <a:ext cx="0" cy="0"/>
          <a:chOff x="0" y="0"/>
          <a:chExt cx="0" cy="0"/>
        </a:xfrm>
      </p:grpSpPr>
      <p:sp>
        <p:nvSpPr>
          <p:cNvPr id="274" name="Google Shape;274;g104476d1465_1_17: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275" name="Google Shape;275;g104476d1465_1_17:notes"/>
          <p:cNvSpPr txBox="1">
            <a:spLocks noGrp="1"/>
          </p:cNvSpPr>
          <p:nvPr>
            <p:ph type="body" idx="1"/>
          </p:nvPr>
        </p:nvSpPr>
        <p:spPr>
          <a:xfrm>
            <a:off x="685800" y="4400550"/>
            <a:ext cx="5486400" cy="360060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276" name="Google Shape;276;g104476d1465_1_17:notes"/>
          <p:cNvSpPr txBox="1">
            <a:spLocks noGrp="1"/>
          </p:cNvSpPr>
          <p:nvPr>
            <p:ph type="sldNum" idx="12"/>
          </p:nvPr>
        </p:nvSpPr>
        <p:spPr>
          <a:xfrm>
            <a:off x="3884613" y="8685213"/>
            <a:ext cx="2971800" cy="458700"/>
          </a:xfrm>
          <a:prstGeom prst="rect">
            <a:avLst/>
          </a:prstGeom>
        </p:spPr>
        <p:txBody>
          <a:bodyPr spcFirstLastPara="1" wrap="square" lIns="91425" tIns="45700" rIns="91425" bIns="45700" anchor="b" anchorCtr="0">
            <a:noAutofit/>
          </a:bodyPr>
          <a:lstStyle/>
          <a:p>
            <a:pPr marL="0" lvl="0" indent="0" algn="r" rtl="0">
              <a:spcBef>
                <a:spcPts val="0"/>
              </a:spcBef>
              <a:spcAft>
                <a:spcPts val="0"/>
              </a:spcAft>
              <a:buClr>
                <a:srgbClr val="000000"/>
              </a:buClr>
              <a:buFont typeface="Arial"/>
              <a:buNone/>
            </a:pPr>
            <a:fld id="{00000000-1234-1234-1234-123412341234}" type="slidenum">
              <a:rPr lang="en-US"/>
              <a:t>2</a:t>
            </a:fld>
            <a:endParaRPr/>
          </a:p>
        </p:txBody>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73"/>
        <p:cNvGrpSpPr/>
        <p:nvPr/>
      </p:nvGrpSpPr>
      <p:grpSpPr>
        <a:xfrm>
          <a:off x="0" y="0"/>
          <a:ext cx="0" cy="0"/>
          <a:chOff x="0" y="0"/>
          <a:chExt cx="0" cy="0"/>
        </a:xfrm>
      </p:grpSpPr>
      <p:sp>
        <p:nvSpPr>
          <p:cNvPr id="274" name="Google Shape;274;g104476d1465_1_17: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275" name="Google Shape;275;g104476d1465_1_17:notes"/>
          <p:cNvSpPr txBox="1">
            <a:spLocks noGrp="1"/>
          </p:cNvSpPr>
          <p:nvPr>
            <p:ph type="body" idx="1"/>
          </p:nvPr>
        </p:nvSpPr>
        <p:spPr>
          <a:xfrm>
            <a:off x="685800" y="4400550"/>
            <a:ext cx="5486400" cy="360060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276" name="Google Shape;276;g104476d1465_1_17:notes"/>
          <p:cNvSpPr txBox="1">
            <a:spLocks noGrp="1"/>
          </p:cNvSpPr>
          <p:nvPr>
            <p:ph type="sldNum" idx="12"/>
          </p:nvPr>
        </p:nvSpPr>
        <p:spPr>
          <a:xfrm>
            <a:off x="3884613" y="8685213"/>
            <a:ext cx="2971800" cy="458700"/>
          </a:xfrm>
          <a:prstGeom prst="rect">
            <a:avLst/>
          </a:prstGeom>
        </p:spPr>
        <p:txBody>
          <a:bodyPr spcFirstLastPara="1" wrap="square" lIns="91425" tIns="45700" rIns="91425" bIns="45700" anchor="b" anchorCtr="0">
            <a:noAutofit/>
          </a:bodyPr>
          <a:lstStyle/>
          <a:p>
            <a:pPr marL="0" lvl="0" indent="0" algn="r" rtl="0">
              <a:spcBef>
                <a:spcPts val="0"/>
              </a:spcBef>
              <a:spcAft>
                <a:spcPts val="0"/>
              </a:spcAft>
              <a:buClr>
                <a:srgbClr val="000000"/>
              </a:buClr>
              <a:buFont typeface="Arial"/>
              <a:buNone/>
            </a:pPr>
            <a:fld id="{00000000-1234-1234-1234-123412341234}" type="slidenum">
              <a:rPr lang="en-US"/>
              <a:t>3</a:t>
            </a:fld>
            <a:endParaRPr/>
          </a:p>
        </p:txBody>
      </p:sp>
    </p:spTree>
    <p:extLst>
      <p:ext uri="{BB962C8B-B14F-4D97-AF65-F5344CB8AC3E}">
        <p14:creationId xmlns:p14="http://schemas.microsoft.com/office/powerpoint/2010/main" val="2328683396"/>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73"/>
        <p:cNvGrpSpPr/>
        <p:nvPr/>
      </p:nvGrpSpPr>
      <p:grpSpPr>
        <a:xfrm>
          <a:off x="0" y="0"/>
          <a:ext cx="0" cy="0"/>
          <a:chOff x="0" y="0"/>
          <a:chExt cx="0" cy="0"/>
        </a:xfrm>
      </p:grpSpPr>
      <p:sp>
        <p:nvSpPr>
          <p:cNvPr id="274" name="Google Shape;274;g104476d1465_1_17: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275" name="Google Shape;275;g104476d1465_1_17:notes"/>
          <p:cNvSpPr txBox="1">
            <a:spLocks noGrp="1"/>
          </p:cNvSpPr>
          <p:nvPr>
            <p:ph type="body" idx="1"/>
          </p:nvPr>
        </p:nvSpPr>
        <p:spPr>
          <a:xfrm>
            <a:off x="685800" y="4400550"/>
            <a:ext cx="5486400" cy="360060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276" name="Google Shape;276;g104476d1465_1_17:notes"/>
          <p:cNvSpPr txBox="1">
            <a:spLocks noGrp="1"/>
          </p:cNvSpPr>
          <p:nvPr>
            <p:ph type="sldNum" idx="12"/>
          </p:nvPr>
        </p:nvSpPr>
        <p:spPr>
          <a:xfrm>
            <a:off x="3884613" y="8685213"/>
            <a:ext cx="2971800" cy="458700"/>
          </a:xfrm>
          <a:prstGeom prst="rect">
            <a:avLst/>
          </a:prstGeom>
        </p:spPr>
        <p:txBody>
          <a:bodyPr spcFirstLastPara="1" wrap="square" lIns="91425" tIns="45700" rIns="91425" bIns="45700" anchor="b" anchorCtr="0">
            <a:noAutofit/>
          </a:bodyPr>
          <a:lstStyle/>
          <a:p>
            <a:pPr marL="0" lvl="0" indent="0" algn="r" rtl="0">
              <a:spcBef>
                <a:spcPts val="0"/>
              </a:spcBef>
              <a:spcAft>
                <a:spcPts val="0"/>
              </a:spcAft>
              <a:buClr>
                <a:srgbClr val="000000"/>
              </a:buClr>
              <a:buFont typeface="Arial"/>
              <a:buNone/>
            </a:pPr>
            <a:fld id="{00000000-1234-1234-1234-123412341234}" type="slidenum">
              <a:rPr lang="en-US"/>
              <a:t>4</a:t>
            </a:fld>
            <a:endParaRPr/>
          </a:p>
        </p:txBody>
      </p:sp>
    </p:spTree>
    <p:extLst>
      <p:ext uri="{BB962C8B-B14F-4D97-AF65-F5344CB8AC3E}">
        <p14:creationId xmlns:p14="http://schemas.microsoft.com/office/powerpoint/2010/main" val="1746840460"/>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04"/>
        <p:cNvGrpSpPr/>
        <p:nvPr/>
      </p:nvGrpSpPr>
      <p:grpSpPr>
        <a:xfrm>
          <a:off x="0" y="0"/>
          <a:ext cx="0" cy="0"/>
          <a:chOff x="0" y="0"/>
          <a:chExt cx="0" cy="0"/>
        </a:xfrm>
      </p:grpSpPr>
      <p:sp>
        <p:nvSpPr>
          <p:cNvPr id="305" name="Google Shape;305;g104476d1465_1_39: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306" name="Google Shape;306;g104476d1465_1_39:notes"/>
          <p:cNvSpPr txBox="1">
            <a:spLocks noGrp="1"/>
          </p:cNvSpPr>
          <p:nvPr>
            <p:ph type="body" idx="1"/>
          </p:nvPr>
        </p:nvSpPr>
        <p:spPr>
          <a:xfrm>
            <a:off x="685800" y="4400550"/>
            <a:ext cx="5486400" cy="360060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307" name="Google Shape;307;g104476d1465_1_39:notes"/>
          <p:cNvSpPr txBox="1">
            <a:spLocks noGrp="1"/>
          </p:cNvSpPr>
          <p:nvPr>
            <p:ph type="sldNum" idx="12"/>
          </p:nvPr>
        </p:nvSpPr>
        <p:spPr>
          <a:xfrm>
            <a:off x="3884613" y="8685213"/>
            <a:ext cx="2971800" cy="458700"/>
          </a:xfrm>
          <a:prstGeom prst="rect">
            <a:avLst/>
          </a:prstGeom>
        </p:spPr>
        <p:txBody>
          <a:bodyPr spcFirstLastPara="1" wrap="square" lIns="91425" tIns="45700" rIns="91425" bIns="45700" anchor="b" anchorCtr="0">
            <a:noAutofit/>
          </a:bodyPr>
          <a:lstStyle/>
          <a:p>
            <a:pPr marL="0" lvl="0" indent="0" algn="r" rtl="0">
              <a:spcBef>
                <a:spcPts val="0"/>
              </a:spcBef>
              <a:spcAft>
                <a:spcPts val="0"/>
              </a:spcAft>
              <a:buNone/>
            </a:pPr>
            <a:fld id="{00000000-1234-1234-1234-123412341234}" type="slidenum">
              <a:rPr lang="en-US"/>
              <a:t>5</a:t>
            </a:fld>
            <a:endParaRPr/>
          </a:p>
        </p:txBody>
      </p:sp>
    </p:spTree>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73"/>
        <p:cNvGrpSpPr/>
        <p:nvPr/>
      </p:nvGrpSpPr>
      <p:grpSpPr>
        <a:xfrm>
          <a:off x="0" y="0"/>
          <a:ext cx="0" cy="0"/>
          <a:chOff x="0" y="0"/>
          <a:chExt cx="0" cy="0"/>
        </a:xfrm>
      </p:grpSpPr>
      <p:sp>
        <p:nvSpPr>
          <p:cNvPr id="274" name="Google Shape;274;g104476d1465_1_17: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275" name="Google Shape;275;g104476d1465_1_17:notes"/>
          <p:cNvSpPr txBox="1">
            <a:spLocks noGrp="1"/>
          </p:cNvSpPr>
          <p:nvPr>
            <p:ph type="body" idx="1"/>
          </p:nvPr>
        </p:nvSpPr>
        <p:spPr>
          <a:xfrm>
            <a:off x="685800" y="4400550"/>
            <a:ext cx="5486400" cy="360060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276" name="Google Shape;276;g104476d1465_1_17:notes"/>
          <p:cNvSpPr txBox="1">
            <a:spLocks noGrp="1"/>
          </p:cNvSpPr>
          <p:nvPr>
            <p:ph type="sldNum" idx="12"/>
          </p:nvPr>
        </p:nvSpPr>
        <p:spPr>
          <a:xfrm>
            <a:off x="3884613" y="8685213"/>
            <a:ext cx="2971800" cy="458700"/>
          </a:xfrm>
          <a:prstGeom prst="rect">
            <a:avLst/>
          </a:prstGeom>
        </p:spPr>
        <p:txBody>
          <a:bodyPr spcFirstLastPara="1" wrap="square" lIns="91425" tIns="45700" rIns="91425" bIns="45700" anchor="b" anchorCtr="0">
            <a:noAutofit/>
          </a:bodyPr>
          <a:lstStyle/>
          <a:p>
            <a:pPr marL="0" lvl="0" indent="0" algn="r" rtl="0">
              <a:spcBef>
                <a:spcPts val="0"/>
              </a:spcBef>
              <a:spcAft>
                <a:spcPts val="0"/>
              </a:spcAft>
              <a:buClr>
                <a:srgbClr val="000000"/>
              </a:buClr>
              <a:buFont typeface="Arial"/>
              <a:buNone/>
            </a:pPr>
            <a:fld id="{00000000-1234-1234-1234-123412341234}" type="slidenum">
              <a:rPr lang="en-US"/>
              <a:t>6</a:t>
            </a:fld>
            <a:endParaRPr/>
          </a:p>
        </p:txBody>
      </p:sp>
    </p:spTree>
    <p:extLst>
      <p:ext uri="{BB962C8B-B14F-4D97-AF65-F5344CB8AC3E}">
        <p14:creationId xmlns:p14="http://schemas.microsoft.com/office/powerpoint/2010/main" val="1583378950"/>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04"/>
        <p:cNvGrpSpPr/>
        <p:nvPr/>
      </p:nvGrpSpPr>
      <p:grpSpPr>
        <a:xfrm>
          <a:off x="0" y="0"/>
          <a:ext cx="0" cy="0"/>
          <a:chOff x="0" y="0"/>
          <a:chExt cx="0" cy="0"/>
        </a:xfrm>
      </p:grpSpPr>
      <p:sp>
        <p:nvSpPr>
          <p:cNvPr id="305" name="Google Shape;305;g104476d1465_1_39: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306" name="Google Shape;306;g104476d1465_1_39:notes"/>
          <p:cNvSpPr txBox="1">
            <a:spLocks noGrp="1"/>
          </p:cNvSpPr>
          <p:nvPr>
            <p:ph type="body" idx="1"/>
          </p:nvPr>
        </p:nvSpPr>
        <p:spPr>
          <a:xfrm>
            <a:off x="685800" y="4400550"/>
            <a:ext cx="5486400" cy="360060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307" name="Google Shape;307;g104476d1465_1_39:notes"/>
          <p:cNvSpPr txBox="1">
            <a:spLocks noGrp="1"/>
          </p:cNvSpPr>
          <p:nvPr>
            <p:ph type="sldNum" idx="12"/>
          </p:nvPr>
        </p:nvSpPr>
        <p:spPr>
          <a:xfrm>
            <a:off x="3884613" y="8685213"/>
            <a:ext cx="2971800" cy="458700"/>
          </a:xfrm>
          <a:prstGeom prst="rect">
            <a:avLst/>
          </a:prstGeom>
        </p:spPr>
        <p:txBody>
          <a:bodyPr spcFirstLastPara="1" wrap="square" lIns="91425" tIns="45700" rIns="91425" bIns="45700" anchor="b" anchorCtr="0">
            <a:noAutofit/>
          </a:bodyPr>
          <a:lstStyle/>
          <a:p>
            <a:pPr marL="0" lvl="0" indent="0" algn="r" rtl="0">
              <a:spcBef>
                <a:spcPts val="0"/>
              </a:spcBef>
              <a:spcAft>
                <a:spcPts val="0"/>
              </a:spcAft>
              <a:buNone/>
            </a:pPr>
            <a:fld id="{00000000-1234-1234-1234-123412341234}" type="slidenum">
              <a:rPr lang="en-US"/>
              <a:t>7</a:t>
            </a:fld>
            <a:endParaRPr/>
          </a:p>
        </p:txBody>
      </p:sp>
    </p:spTree>
    <p:extLst>
      <p:ext uri="{BB962C8B-B14F-4D97-AF65-F5344CB8AC3E}">
        <p14:creationId xmlns:p14="http://schemas.microsoft.com/office/powerpoint/2010/main" val="258038002"/>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73"/>
        <p:cNvGrpSpPr/>
        <p:nvPr/>
      </p:nvGrpSpPr>
      <p:grpSpPr>
        <a:xfrm>
          <a:off x="0" y="0"/>
          <a:ext cx="0" cy="0"/>
          <a:chOff x="0" y="0"/>
          <a:chExt cx="0" cy="0"/>
        </a:xfrm>
      </p:grpSpPr>
      <p:sp>
        <p:nvSpPr>
          <p:cNvPr id="274" name="Google Shape;274;g104476d1465_1_17: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275" name="Google Shape;275;g104476d1465_1_17:notes"/>
          <p:cNvSpPr txBox="1">
            <a:spLocks noGrp="1"/>
          </p:cNvSpPr>
          <p:nvPr>
            <p:ph type="body" idx="1"/>
          </p:nvPr>
        </p:nvSpPr>
        <p:spPr>
          <a:xfrm>
            <a:off x="685800" y="4400550"/>
            <a:ext cx="5486400" cy="360060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276" name="Google Shape;276;g104476d1465_1_17:notes"/>
          <p:cNvSpPr txBox="1">
            <a:spLocks noGrp="1"/>
          </p:cNvSpPr>
          <p:nvPr>
            <p:ph type="sldNum" idx="12"/>
          </p:nvPr>
        </p:nvSpPr>
        <p:spPr>
          <a:xfrm>
            <a:off x="3884613" y="8685213"/>
            <a:ext cx="2971800" cy="458700"/>
          </a:xfrm>
          <a:prstGeom prst="rect">
            <a:avLst/>
          </a:prstGeom>
        </p:spPr>
        <p:txBody>
          <a:bodyPr spcFirstLastPara="1" wrap="square" lIns="91425" tIns="45700" rIns="91425" bIns="45700" anchor="b" anchorCtr="0">
            <a:noAutofit/>
          </a:bodyPr>
          <a:lstStyle/>
          <a:p>
            <a:pPr marL="0" lvl="0" indent="0" algn="r" rtl="0">
              <a:spcBef>
                <a:spcPts val="0"/>
              </a:spcBef>
              <a:spcAft>
                <a:spcPts val="0"/>
              </a:spcAft>
              <a:buClr>
                <a:srgbClr val="000000"/>
              </a:buClr>
              <a:buFont typeface="Arial"/>
              <a:buNone/>
            </a:pPr>
            <a:fld id="{00000000-1234-1234-1234-123412341234}" type="slidenum">
              <a:rPr lang="en-US"/>
              <a:t>8</a:t>
            </a:fld>
            <a:endParaRPr/>
          </a:p>
        </p:txBody>
      </p:sp>
    </p:spTree>
    <p:extLst>
      <p:ext uri="{BB962C8B-B14F-4D97-AF65-F5344CB8AC3E}">
        <p14:creationId xmlns:p14="http://schemas.microsoft.com/office/powerpoint/2010/main" val="2639990615"/>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73"/>
        <p:cNvGrpSpPr/>
        <p:nvPr/>
      </p:nvGrpSpPr>
      <p:grpSpPr>
        <a:xfrm>
          <a:off x="0" y="0"/>
          <a:ext cx="0" cy="0"/>
          <a:chOff x="0" y="0"/>
          <a:chExt cx="0" cy="0"/>
        </a:xfrm>
      </p:grpSpPr>
      <p:sp>
        <p:nvSpPr>
          <p:cNvPr id="274" name="Google Shape;274;g104476d1465_1_17: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275" name="Google Shape;275;g104476d1465_1_17:notes"/>
          <p:cNvSpPr txBox="1">
            <a:spLocks noGrp="1"/>
          </p:cNvSpPr>
          <p:nvPr>
            <p:ph type="body" idx="1"/>
          </p:nvPr>
        </p:nvSpPr>
        <p:spPr>
          <a:xfrm>
            <a:off x="685800" y="4400550"/>
            <a:ext cx="5486400" cy="360060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276" name="Google Shape;276;g104476d1465_1_17:notes"/>
          <p:cNvSpPr txBox="1">
            <a:spLocks noGrp="1"/>
          </p:cNvSpPr>
          <p:nvPr>
            <p:ph type="sldNum" idx="12"/>
          </p:nvPr>
        </p:nvSpPr>
        <p:spPr>
          <a:xfrm>
            <a:off x="3884613" y="8685213"/>
            <a:ext cx="2971800" cy="458700"/>
          </a:xfrm>
          <a:prstGeom prst="rect">
            <a:avLst/>
          </a:prstGeom>
        </p:spPr>
        <p:txBody>
          <a:bodyPr spcFirstLastPara="1" wrap="square" lIns="91425" tIns="45700" rIns="91425" bIns="45700" anchor="b" anchorCtr="0">
            <a:noAutofit/>
          </a:bodyPr>
          <a:lstStyle/>
          <a:p>
            <a:pPr marL="0" lvl="0" indent="0" algn="r" rtl="0">
              <a:spcBef>
                <a:spcPts val="0"/>
              </a:spcBef>
              <a:spcAft>
                <a:spcPts val="0"/>
              </a:spcAft>
              <a:buClr>
                <a:srgbClr val="000000"/>
              </a:buClr>
              <a:buFont typeface="Arial"/>
              <a:buNone/>
            </a:pPr>
            <a:fld id="{00000000-1234-1234-1234-123412341234}" type="slidenum">
              <a:rPr lang="en-US"/>
              <a:t>9</a:t>
            </a:fld>
            <a:endParaRPr/>
          </a:p>
        </p:txBody>
      </p:sp>
    </p:spTree>
    <p:extLst>
      <p:ext uri="{BB962C8B-B14F-4D97-AF65-F5344CB8AC3E}">
        <p14:creationId xmlns:p14="http://schemas.microsoft.com/office/powerpoint/2010/main" val="4146022807"/>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73"/>
        <p:cNvGrpSpPr/>
        <p:nvPr/>
      </p:nvGrpSpPr>
      <p:grpSpPr>
        <a:xfrm>
          <a:off x="0" y="0"/>
          <a:ext cx="0" cy="0"/>
          <a:chOff x="0" y="0"/>
          <a:chExt cx="0" cy="0"/>
        </a:xfrm>
      </p:grpSpPr>
      <p:sp>
        <p:nvSpPr>
          <p:cNvPr id="274" name="Google Shape;274;g104476d1465_1_17: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275" name="Google Shape;275;g104476d1465_1_17:notes"/>
          <p:cNvSpPr txBox="1">
            <a:spLocks noGrp="1"/>
          </p:cNvSpPr>
          <p:nvPr>
            <p:ph type="body" idx="1"/>
          </p:nvPr>
        </p:nvSpPr>
        <p:spPr>
          <a:xfrm>
            <a:off x="685800" y="4400550"/>
            <a:ext cx="5486400" cy="360060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276" name="Google Shape;276;g104476d1465_1_17:notes"/>
          <p:cNvSpPr txBox="1">
            <a:spLocks noGrp="1"/>
          </p:cNvSpPr>
          <p:nvPr>
            <p:ph type="sldNum" idx="12"/>
          </p:nvPr>
        </p:nvSpPr>
        <p:spPr>
          <a:xfrm>
            <a:off x="3884613" y="8685213"/>
            <a:ext cx="2971800" cy="458700"/>
          </a:xfrm>
          <a:prstGeom prst="rect">
            <a:avLst/>
          </a:prstGeom>
        </p:spPr>
        <p:txBody>
          <a:bodyPr spcFirstLastPara="1" wrap="square" lIns="91425" tIns="45700" rIns="91425" bIns="45700" anchor="b" anchorCtr="0">
            <a:noAutofit/>
          </a:bodyPr>
          <a:lstStyle/>
          <a:p>
            <a:pPr marL="0" lvl="0" indent="0" algn="r" rtl="0">
              <a:spcBef>
                <a:spcPts val="0"/>
              </a:spcBef>
              <a:spcAft>
                <a:spcPts val="0"/>
              </a:spcAft>
              <a:buClr>
                <a:srgbClr val="000000"/>
              </a:buClr>
              <a:buFont typeface="Arial"/>
              <a:buNone/>
            </a:pPr>
            <a:fld id="{00000000-1234-1234-1234-123412341234}" type="slidenum">
              <a:rPr lang="en-US"/>
              <a:t>10</a:t>
            </a:fld>
            <a:endParaRPr/>
          </a:p>
        </p:txBody>
      </p:sp>
    </p:spTree>
    <p:extLst>
      <p:ext uri="{BB962C8B-B14F-4D97-AF65-F5344CB8AC3E}">
        <p14:creationId xmlns:p14="http://schemas.microsoft.com/office/powerpoint/2010/main" val="32240308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73"/>
        <p:cNvGrpSpPr/>
        <p:nvPr/>
      </p:nvGrpSpPr>
      <p:grpSpPr>
        <a:xfrm>
          <a:off x="0" y="0"/>
          <a:ext cx="0" cy="0"/>
          <a:chOff x="0" y="0"/>
          <a:chExt cx="0" cy="0"/>
        </a:xfrm>
      </p:grpSpPr>
      <p:sp>
        <p:nvSpPr>
          <p:cNvPr id="274" name="Google Shape;274;g104476d1465_1_17: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275" name="Google Shape;275;g104476d1465_1_17:notes"/>
          <p:cNvSpPr txBox="1">
            <a:spLocks noGrp="1"/>
          </p:cNvSpPr>
          <p:nvPr>
            <p:ph type="body" idx="1"/>
          </p:nvPr>
        </p:nvSpPr>
        <p:spPr>
          <a:xfrm>
            <a:off x="685800" y="4400550"/>
            <a:ext cx="5486400" cy="360060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276" name="Google Shape;276;g104476d1465_1_17:notes"/>
          <p:cNvSpPr txBox="1">
            <a:spLocks noGrp="1"/>
          </p:cNvSpPr>
          <p:nvPr>
            <p:ph type="sldNum" idx="12"/>
          </p:nvPr>
        </p:nvSpPr>
        <p:spPr>
          <a:xfrm>
            <a:off x="3884613" y="8685213"/>
            <a:ext cx="2971800" cy="458700"/>
          </a:xfrm>
          <a:prstGeom prst="rect">
            <a:avLst/>
          </a:prstGeom>
        </p:spPr>
        <p:txBody>
          <a:bodyPr spcFirstLastPara="1" wrap="square" lIns="91425" tIns="45700" rIns="91425" bIns="45700" anchor="b" anchorCtr="0">
            <a:noAutofit/>
          </a:bodyPr>
          <a:lstStyle/>
          <a:p>
            <a:pPr marL="0" lvl="0" indent="0" algn="r" rtl="0">
              <a:spcBef>
                <a:spcPts val="0"/>
              </a:spcBef>
              <a:spcAft>
                <a:spcPts val="0"/>
              </a:spcAft>
              <a:buClr>
                <a:srgbClr val="000000"/>
              </a:buClr>
              <a:buFont typeface="Arial"/>
              <a:buNone/>
            </a:pPr>
            <a:fld id="{00000000-1234-1234-1234-123412341234}" type="slidenum">
              <a:rPr lang="en-US"/>
              <a:t>11</a:t>
            </a:fld>
            <a:endParaRPr/>
          </a:p>
        </p:txBody>
      </p:sp>
    </p:spTree>
    <p:extLst>
      <p:ext uri="{BB962C8B-B14F-4D97-AF65-F5344CB8AC3E}">
        <p14:creationId xmlns:p14="http://schemas.microsoft.com/office/powerpoint/2010/main" val="979608786"/>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04"/>
        <p:cNvGrpSpPr/>
        <p:nvPr/>
      </p:nvGrpSpPr>
      <p:grpSpPr>
        <a:xfrm>
          <a:off x="0" y="0"/>
          <a:ext cx="0" cy="0"/>
          <a:chOff x="0" y="0"/>
          <a:chExt cx="0" cy="0"/>
        </a:xfrm>
      </p:grpSpPr>
      <p:sp>
        <p:nvSpPr>
          <p:cNvPr id="305" name="Google Shape;305;g104476d1465_1_39: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306" name="Google Shape;306;g104476d1465_1_39:notes"/>
          <p:cNvSpPr txBox="1">
            <a:spLocks noGrp="1"/>
          </p:cNvSpPr>
          <p:nvPr>
            <p:ph type="body" idx="1"/>
          </p:nvPr>
        </p:nvSpPr>
        <p:spPr>
          <a:xfrm>
            <a:off x="685800" y="4400550"/>
            <a:ext cx="5486400" cy="360060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307" name="Google Shape;307;g104476d1465_1_39:notes"/>
          <p:cNvSpPr txBox="1">
            <a:spLocks noGrp="1"/>
          </p:cNvSpPr>
          <p:nvPr>
            <p:ph type="sldNum" idx="12"/>
          </p:nvPr>
        </p:nvSpPr>
        <p:spPr>
          <a:xfrm>
            <a:off x="3884613" y="8685213"/>
            <a:ext cx="2971800" cy="458700"/>
          </a:xfrm>
          <a:prstGeom prst="rect">
            <a:avLst/>
          </a:prstGeom>
        </p:spPr>
        <p:txBody>
          <a:bodyPr spcFirstLastPara="1" wrap="square" lIns="91425" tIns="45700" rIns="91425" bIns="45700" anchor="b" anchorCtr="0">
            <a:noAutofit/>
          </a:bodyPr>
          <a:lstStyle/>
          <a:p>
            <a:pPr marL="0" lvl="0" indent="0" algn="r" rtl="0">
              <a:spcBef>
                <a:spcPts val="0"/>
              </a:spcBef>
              <a:spcAft>
                <a:spcPts val="0"/>
              </a:spcAft>
              <a:buNone/>
            </a:pPr>
            <a:fld id="{00000000-1234-1234-1234-123412341234}" type="slidenum">
              <a:rPr lang="en-US"/>
              <a:t>12</a:t>
            </a:fld>
            <a:endParaRPr/>
          </a:p>
        </p:txBody>
      </p:sp>
    </p:spTree>
    <p:extLst>
      <p:ext uri="{BB962C8B-B14F-4D97-AF65-F5344CB8AC3E}">
        <p14:creationId xmlns:p14="http://schemas.microsoft.com/office/powerpoint/2010/main" val="1886679152"/>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73"/>
        <p:cNvGrpSpPr/>
        <p:nvPr/>
      </p:nvGrpSpPr>
      <p:grpSpPr>
        <a:xfrm>
          <a:off x="0" y="0"/>
          <a:ext cx="0" cy="0"/>
          <a:chOff x="0" y="0"/>
          <a:chExt cx="0" cy="0"/>
        </a:xfrm>
      </p:grpSpPr>
      <p:sp>
        <p:nvSpPr>
          <p:cNvPr id="274" name="Google Shape;274;g104476d1465_1_17: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275" name="Google Shape;275;g104476d1465_1_17:notes"/>
          <p:cNvSpPr txBox="1">
            <a:spLocks noGrp="1"/>
          </p:cNvSpPr>
          <p:nvPr>
            <p:ph type="body" idx="1"/>
          </p:nvPr>
        </p:nvSpPr>
        <p:spPr>
          <a:xfrm>
            <a:off x="685800" y="4400550"/>
            <a:ext cx="5486400" cy="360060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276" name="Google Shape;276;g104476d1465_1_17:notes"/>
          <p:cNvSpPr txBox="1">
            <a:spLocks noGrp="1"/>
          </p:cNvSpPr>
          <p:nvPr>
            <p:ph type="sldNum" idx="12"/>
          </p:nvPr>
        </p:nvSpPr>
        <p:spPr>
          <a:xfrm>
            <a:off x="3884613" y="8685213"/>
            <a:ext cx="2971800" cy="458700"/>
          </a:xfrm>
          <a:prstGeom prst="rect">
            <a:avLst/>
          </a:prstGeom>
        </p:spPr>
        <p:txBody>
          <a:bodyPr spcFirstLastPara="1" wrap="square" lIns="91425" tIns="45700" rIns="91425" bIns="45700" anchor="b" anchorCtr="0">
            <a:noAutofit/>
          </a:bodyPr>
          <a:lstStyle/>
          <a:p>
            <a:pPr marL="0" lvl="0" indent="0" algn="r" rtl="0">
              <a:spcBef>
                <a:spcPts val="0"/>
              </a:spcBef>
              <a:spcAft>
                <a:spcPts val="0"/>
              </a:spcAft>
              <a:buClr>
                <a:srgbClr val="000000"/>
              </a:buClr>
              <a:buFont typeface="Arial"/>
              <a:buNone/>
            </a:pPr>
            <a:fld id="{00000000-1234-1234-1234-123412341234}" type="slidenum">
              <a:rPr lang="en-US"/>
              <a:t>13</a:t>
            </a:fld>
            <a:endParaRPr/>
          </a:p>
        </p:txBody>
      </p:sp>
    </p:spTree>
    <p:extLst>
      <p:ext uri="{BB962C8B-B14F-4D97-AF65-F5344CB8AC3E}">
        <p14:creationId xmlns:p14="http://schemas.microsoft.com/office/powerpoint/2010/main" val="1781924522"/>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73"/>
        <p:cNvGrpSpPr/>
        <p:nvPr/>
      </p:nvGrpSpPr>
      <p:grpSpPr>
        <a:xfrm>
          <a:off x="0" y="0"/>
          <a:ext cx="0" cy="0"/>
          <a:chOff x="0" y="0"/>
          <a:chExt cx="0" cy="0"/>
        </a:xfrm>
      </p:grpSpPr>
      <p:sp>
        <p:nvSpPr>
          <p:cNvPr id="274" name="Google Shape;274;g104476d1465_1_17: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275" name="Google Shape;275;g104476d1465_1_17:notes"/>
          <p:cNvSpPr txBox="1">
            <a:spLocks noGrp="1"/>
          </p:cNvSpPr>
          <p:nvPr>
            <p:ph type="body" idx="1"/>
          </p:nvPr>
        </p:nvSpPr>
        <p:spPr>
          <a:xfrm>
            <a:off x="685800" y="4400550"/>
            <a:ext cx="5486400" cy="360060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276" name="Google Shape;276;g104476d1465_1_17:notes"/>
          <p:cNvSpPr txBox="1">
            <a:spLocks noGrp="1"/>
          </p:cNvSpPr>
          <p:nvPr>
            <p:ph type="sldNum" idx="12"/>
          </p:nvPr>
        </p:nvSpPr>
        <p:spPr>
          <a:xfrm>
            <a:off x="3884613" y="8685213"/>
            <a:ext cx="2971800" cy="458700"/>
          </a:xfrm>
          <a:prstGeom prst="rect">
            <a:avLst/>
          </a:prstGeom>
        </p:spPr>
        <p:txBody>
          <a:bodyPr spcFirstLastPara="1" wrap="square" lIns="91425" tIns="45700" rIns="91425" bIns="45700" anchor="b" anchorCtr="0">
            <a:noAutofit/>
          </a:bodyPr>
          <a:lstStyle/>
          <a:p>
            <a:pPr marL="0" lvl="0" indent="0" algn="r" rtl="0">
              <a:spcBef>
                <a:spcPts val="0"/>
              </a:spcBef>
              <a:spcAft>
                <a:spcPts val="0"/>
              </a:spcAft>
              <a:buClr>
                <a:srgbClr val="000000"/>
              </a:buClr>
              <a:buFont typeface="Arial"/>
              <a:buNone/>
            </a:pPr>
            <a:fld id="{00000000-1234-1234-1234-123412341234}" type="slidenum">
              <a:rPr lang="en-US"/>
              <a:t>14</a:t>
            </a:fld>
            <a:endParaRPr/>
          </a:p>
        </p:txBody>
      </p:sp>
    </p:spTree>
    <p:extLst>
      <p:ext uri="{BB962C8B-B14F-4D97-AF65-F5344CB8AC3E}">
        <p14:creationId xmlns:p14="http://schemas.microsoft.com/office/powerpoint/2010/main" val="299944630"/>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04"/>
        <p:cNvGrpSpPr/>
        <p:nvPr/>
      </p:nvGrpSpPr>
      <p:grpSpPr>
        <a:xfrm>
          <a:off x="0" y="0"/>
          <a:ext cx="0" cy="0"/>
          <a:chOff x="0" y="0"/>
          <a:chExt cx="0" cy="0"/>
        </a:xfrm>
      </p:grpSpPr>
      <p:sp>
        <p:nvSpPr>
          <p:cNvPr id="305" name="Google Shape;305;g104476d1465_1_39: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306" name="Google Shape;306;g104476d1465_1_39:notes"/>
          <p:cNvSpPr txBox="1">
            <a:spLocks noGrp="1"/>
          </p:cNvSpPr>
          <p:nvPr>
            <p:ph type="body" idx="1"/>
          </p:nvPr>
        </p:nvSpPr>
        <p:spPr>
          <a:xfrm>
            <a:off x="685800" y="4400550"/>
            <a:ext cx="5486400" cy="360060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307" name="Google Shape;307;g104476d1465_1_39:notes"/>
          <p:cNvSpPr txBox="1">
            <a:spLocks noGrp="1"/>
          </p:cNvSpPr>
          <p:nvPr>
            <p:ph type="sldNum" idx="12"/>
          </p:nvPr>
        </p:nvSpPr>
        <p:spPr>
          <a:xfrm>
            <a:off x="3884613" y="8685213"/>
            <a:ext cx="2971800" cy="458700"/>
          </a:xfrm>
          <a:prstGeom prst="rect">
            <a:avLst/>
          </a:prstGeom>
        </p:spPr>
        <p:txBody>
          <a:bodyPr spcFirstLastPara="1" wrap="square" lIns="91425" tIns="45700" rIns="91425" bIns="45700" anchor="b" anchorCtr="0">
            <a:noAutofit/>
          </a:bodyPr>
          <a:lstStyle/>
          <a:p>
            <a:pPr marL="0" lvl="0" indent="0" algn="r" rtl="0">
              <a:spcBef>
                <a:spcPts val="0"/>
              </a:spcBef>
              <a:spcAft>
                <a:spcPts val="0"/>
              </a:spcAft>
              <a:buNone/>
            </a:pPr>
            <a:fld id="{00000000-1234-1234-1234-123412341234}" type="slidenum">
              <a:rPr lang="en-US"/>
              <a:t>15</a:t>
            </a:fld>
            <a:endParaRPr/>
          </a:p>
        </p:txBody>
      </p:sp>
    </p:spTree>
    <p:extLst>
      <p:ext uri="{BB962C8B-B14F-4D97-AF65-F5344CB8AC3E}">
        <p14:creationId xmlns:p14="http://schemas.microsoft.com/office/powerpoint/2010/main" val="1759051789"/>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73"/>
        <p:cNvGrpSpPr/>
        <p:nvPr/>
      </p:nvGrpSpPr>
      <p:grpSpPr>
        <a:xfrm>
          <a:off x="0" y="0"/>
          <a:ext cx="0" cy="0"/>
          <a:chOff x="0" y="0"/>
          <a:chExt cx="0" cy="0"/>
        </a:xfrm>
      </p:grpSpPr>
      <p:sp>
        <p:nvSpPr>
          <p:cNvPr id="274" name="Google Shape;274;g104476d1465_1_17: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275" name="Google Shape;275;g104476d1465_1_17:notes"/>
          <p:cNvSpPr txBox="1">
            <a:spLocks noGrp="1"/>
          </p:cNvSpPr>
          <p:nvPr>
            <p:ph type="body" idx="1"/>
          </p:nvPr>
        </p:nvSpPr>
        <p:spPr>
          <a:xfrm>
            <a:off x="685800" y="4400550"/>
            <a:ext cx="5486400" cy="360060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276" name="Google Shape;276;g104476d1465_1_17:notes"/>
          <p:cNvSpPr txBox="1">
            <a:spLocks noGrp="1"/>
          </p:cNvSpPr>
          <p:nvPr>
            <p:ph type="sldNum" idx="12"/>
          </p:nvPr>
        </p:nvSpPr>
        <p:spPr>
          <a:xfrm>
            <a:off x="3884613" y="8685213"/>
            <a:ext cx="2971800" cy="458700"/>
          </a:xfrm>
          <a:prstGeom prst="rect">
            <a:avLst/>
          </a:prstGeom>
        </p:spPr>
        <p:txBody>
          <a:bodyPr spcFirstLastPara="1" wrap="square" lIns="91425" tIns="45700" rIns="91425" bIns="45700" anchor="b" anchorCtr="0">
            <a:noAutofit/>
          </a:bodyPr>
          <a:lstStyle/>
          <a:p>
            <a:pPr marL="0" lvl="0" indent="0" algn="r" rtl="0">
              <a:spcBef>
                <a:spcPts val="0"/>
              </a:spcBef>
              <a:spcAft>
                <a:spcPts val="0"/>
              </a:spcAft>
              <a:buClr>
                <a:srgbClr val="000000"/>
              </a:buClr>
              <a:buFont typeface="Arial"/>
              <a:buNone/>
            </a:pPr>
            <a:fld id="{00000000-1234-1234-1234-123412341234}" type="slidenum">
              <a:rPr lang="en-US"/>
              <a:t>16</a:t>
            </a:fld>
            <a:endParaRPr/>
          </a:p>
        </p:txBody>
      </p:sp>
    </p:spTree>
    <p:extLst>
      <p:ext uri="{BB962C8B-B14F-4D97-AF65-F5344CB8AC3E}">
        <p14:creationId xmlns:p14="http://schemas.microsoft.com/office/powerpoint/2010/main" val="1314848876"/>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73"/>
        <p:cNvGrpSpPr/>
        <p:nvPr/>
      </p:nvGrpSpPr>
      <p:grpSpPr>
        <a:xfrm>
          <a:off x="0" y="0"/>
          <a:ext cx="0" cy="0"/>
          <a:chOff x="0" y="0"/>
          <a:chExt cx="0" cy="0"/>
        </a:xfrm>
      </p:grpSpPr>
      <p:sp>
        <p:nvSpPr>
          <p:cNvPr id="274" name="Google Shape;274;g104476d1465_1_17: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275" name="Google Shape;275;g104476d1465_1_17:notes"/>
          <p:cNvSpPr txBox="1">
            <a:spLocks noGrp="1"/>
          </p:cNvSpPr>
          <p:nvPr>
            <p:ph type="body" idx="1"/>
          </p:nvPr>
        </p:nvSpPr>
        <p:spPr>
          <a:xfrm>
            <a:off x="685800" y="4400550"/>
            <a:ext cx="5486400" cy="360060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276" name="Google Shape;276;g104476d1465_1_17:notes"/>
          <p:cNvSpPr txBox="1">
            <a:spLocks noGrp="1"/>
          </p:cNvSpPr>
          <p:nvPr>
            <p:ph type="sldNum" idx="12"/>
          </p:nvPr>
        </p:nvSpPr>
        <p:spPr>
          <a:xfrm>
            <a:off x="3884613" y="8685213"/>
            <a:ext cx="2971800" cy="458700"/>
          </a:xfrm>
          <a:prstGeom prst="rect">
            <a:avLst/>
          </a:prstGeom>
        </p:spPr>
        <p:txBody>
          <a:bodyPr spcFirstLastPara="1" wrap="square" lIns="91425" tIns="45700" rIns="91425" bIns="45700" anchor="b" anchorCtr="0">
            <a:noAutofit/>
          </a:bodyPr>
          <a:lstStyle/>
          <a:p>
            <a:pPr marL="0" lvl="0" indent="0" algn="r" rtl="0">
              <a:spcBef>
                <a:spcPts val="0"/>
              </a:spcBef>
              <a:spcAft>
                <a:spcPts val="0"/>
              </a:spcAft>
              <a:buClr>
                <a:srgbClr val="000000"/>
              </a:buClr>
              <a:buFont typeface="Arial"/>
              <a:buNone/>
            </a:pPr>
            <a:fld id="{00000000-1234-1234-1234-123412341234}" type="slidenum">
              <a:rPr lang="en-US"/>
              <a:t>17</a:t>
            </a:fld>
            <a:endParaRPr/>
          </a:p>
        </p:txBody>
      </p:sp>
    </p:spTree>
    <p:extLst>
      <p:ext uri="{BB962C8B-B14F-4D97-AF65-F5344CB8AC3E}">
        <p14:creationId xmlns:p14="http://schemas.microsoft.com/office/powerpoint/2010/main" val="606142319"/>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04"/>
        <p:cNvGrpSpPr/>
        <p:nvPr/>
      </p:nvGrpSpPr>
      <p:grpSpPr>
        <a:xfrm>
          <a:off x="0" y="0"/>
          <a:ext cx="0" cy="0"/>
          <a:chOff x="0" y="0"/>
          <a:chExt cx="0" cy="0"/>
        </a:xfrm>
      </p:grpSpPr>
      <p:sp>
        <p:nvSpPr>
          <p:cNvPr id="305" name="Google Shape;305;g104476d1465_1_39: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306" name="Google Shape;306;g104476d1465_1_39:notes"/>
          <p:cNvSpPr txBox="1">
            <a:spLocks noGrp="1"/>
          </p:cNvSpPr>
          <p:nvPr>
            <p:ph type="body" idx="1"/>
          </p:nvPr>
        </p:nvSpPr>
        <p:spPr>
          <a:xfrm>
            <a:off x="685800" y="4400550"/>
            <a:ext cx="5486400" cy="360060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307" name="Google Shape;307;g104476d1465_1_39:notes"/>
          <p:cNvSpPr txBox="1">
            <a:spLocks noGrp="1"/>
          </p:cNvSpPr>
          <p:nvPr>
            <p:ph type="sldNum" idx="12"/>
          </p:nvPr>
        </p:nvSpPr>
        <p:spPr>
          <a:xfrm>
            <a:off x="3884613" y="8685213"/>
            <a:ext cx="2971800" cy="458700"/>
          </a:xfrm>
          <a:prstGeom prst="rect">
            <a:avLst/>
          </a:prstGeom>
        </p:spPr>
        <p:txBody>
          <a:bodyPr spcFirstLastPara="1" wrap="square" lIns="91425" tIns="45700" rIns="91425" bIns="45700" anchor="b" anchorCtr="0">
            <a:noAutofit/>
          </a:bodyPr>
          <a:lstStyle/>
          <a:p>
            <a:pPr marL="0" lvl="0" indent="0" algn="r" rtl="0">
              <a:spcBef>
                <a:spcPts val="0"/>
              </a:spcBef>
              <a:spcAft>
                <a:spcPts val="0"/>
              </a:spcAft>
              <a:buNone/>
            </a:pPr>
            <a:fld id="{00000000-1234-1234-1234-123412341234}" type="slidenum">
              <a:rPr lang="en-US"/>
              <a:t>18</a:t>
            </a:fld>
            <a:endParaRPr/>
          </a:p>
        </p:txBody>
      </p:sp>
    </p:spTree>
    <p:extLst>
      <p:ext uri="{BB962C8B-B14F-4D97-AF65-F5344CB8AC3E}">
        <p14:creationId xmlns:p14="http://schemas.microsoft.com/office/powerpoint/2010/main" val="4016563242"/>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73"/>
        <p:cNvGrpSpPr/>
        <p:nvPr/>
      </p:nvGrpSpPr>
      <p:grpSpPr>
        <a:xfrm>
          <a:off x="0" y="0"/>
          <a:ext cx="0" cy="0"/>
          <a:chOff x="0" y="0"/>
          <a:chExt cx="0" cy="0"/>
        </a:xfrm>
      </p:grpSpPr>
      <p:sp>
        <p:nvSpPr>
          <p:cNvPr id="274" name="Google Shape;274;g104476d1465_1_17: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275" name="Google Shape;275;g104476d1465_1_17:notes"/>
          <p:cNvSpPr txBox="1">
            <a:spLocks noGrp="1"/>
          </p:cNvSpPr>
          <p:nvPr>
            <p:ph type="body" idx="1"/>
          </p:nvPr>
        </p:nvSpPr>
        <p:spPr>
          <a:xfrm>
            <a:off x="685800" y="4400550"/>
            <a:ext cx="5486400" cy="360060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276" name="Google Shape;276;g104476d1465_1_17:notes"/>
          <p:cNvSpPr txBox="1">
            <a:spLocks noGrp="1"/>
          </p:cNvSpPr>
          <p:nvPr>
            <p:ph type="sldNum" idx="12"/>
          </p:nvPr>
        </p:nvSpPr>
        <p:spPr>
          <a:xfrm>
            <a:off x="3884613" y="8685213"/>
            <a:ext cx="2971800" cy="458700"/>
          </a:xfrm>
          <a:prstGeom prst="rect">
            <a:avLst/>
          </a:prstGeom>
        </p:spPr>
        <p:txBody>
          <a:bodyPr spcFirstLastPara="1" wrap="square" lIns="91425" tIns="45700" rIns="91425" bIns="45700" anchor="b" anchorCtr="0">
            <a:noAutofit/>
          </a:bodyPr>
          <a:lstStyle/>
          <a:p>
            <a:pPr marL="0" lvl="0" indent="0" algn="r" rtl="0">
              <a:spcBef>
                <a:spcPts val="0"/>
              </a:spcBef>
              <a:spcAft>
                <a:spcPts val="0"/>
              </a:spcAft>
              <a:buClr>
                <a:srgbClr val="000000"/>
              </a:buClr>
              <a:buFont typeface="Arial"/>
              <a:buNone/>
            </a:pPr>
            <a:fld id="{00000000-1234-1234-1234-123412341234}" type="slidenum">
              <a:rPr lang="en-US"/>
              <a:t>19</a:t>
            </a:fld>
            <a:endParaRPr/>
          </a:p>
        </p:txBody>
      </p:sp>
    </p:spTree>
    <p:extLst>
      <p:ext uri="{BB962C8B-B14F-4D97-AF65-F5344CB8AC3E}">
        <p14:creationId xmlns:p14="http://schemas.microsoft.com/office/powerpoint/2010/main" val="1336110232"/>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73"/>
        <p:cNvGrpSpPr/>
        <p:nvPr/>
      </p:nvGrpSpPr>
      <p:grpSpPr>
        <a:xfrm>
          <a:off x="0" y="0"/>
          <a:ext cx="0" cy="0"/>
          <a:chOff x="0" y="0"/>
          <a:chExt cx="0" cy="0"/>
        </a:xfrm>
      </p:grpSpPr>
      <p:sp>
        <p:nvSpPr>
          <p:cNvPr id="274" name="Google Shape;274;g104476d1465_1_17: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275" name="Google Shape;275;g104476d1465_1_17:notes"/>
          <p:cNvSpPr txBox="1">
            <a:spLocks noGrp="1"/>
          </p:cNvSpPr>
          <p:nvPr>
            <p:ph type="body" idx="1"/>
          </p:nvPr>
        </p:nvSpPr>
        <p:spPr>
          <a:xfrm>
            <a:off x="685800" y="4400550"/>
            <a:ext cx="5486400" cy="360060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276" name="Google Shape;276;g104476d1465_1_17:notes"/>
          <p:cNvSpPr txBox="1">
            <a:spLocks noGrp="1"/>
          </p:cNvSpPr>
          <p:nvPr>
            <p:ph type="sldNum" idx="12"/>
          </p:nvPr>
        </p:nvSpPr>
        <p:spPr>
          <a:xfrm>
            <a:off x="3884613" y="8685213"/>
            <a:ext cx="2971800" cy="458700"/>
          </a:xfrm>
          <a:prstGeom prst="rect">
            <a:avLst/>
          </a:prstGeom>
        </p:spPr>
        <p:txBody>
          <a:bodyPr spcFirstLastPara="1" wrap="square" lIns="91425" tIns="45700" rIns="91425" bIns="45700" anchor="b" anchorCtr="0">
            <a:noAutofit/>
          </a:bodyPr>
          <a:lstStyle/>
          <a:p>
            <a:pPr marL="0" lvl="0" indent="0" algn="r" rtl="0">
              <a:spcBef>
                <a:spcPts val="0"/>
              </a:spcBef>
              <a:spcAft>
                <a:spcPts val="0"/>
              </a:spcAft>
              <a:buClr>
                <a:srgbClr val="000000"/>
              </a:buClr>
              <a:buFont typeface="Arial"/>
              <a:buNone/>
            </a:pPr>
            <a:fld id="{00000000-1234-1234-1234-123412341234}" type="slidenum">
              <a:rPr lang="en-US"/>
              <a:t>20</a:t>
            </a:fld>
            <a:endParaRPr/>
          </a:p>
        </p:txBody>
      </p:sp>
    </p:spTree>
    <p:extLst>
      <p:ext uri="{BB962C8B-B14F-4D97-AF65-F5344CB8AC3E}">
        <p14:creationId xmlns:p14="http://schemas.microsoft.com/office/powerpoint/2010/main" val="4220282631"/>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04"/>
        <p:cNvGrpSpPr/>
        <p:nvPr/>
      </p:nvGrpSpPr>
      <p:grpSpPr>
        <a:xfrm>
          <a:off x="0" y="0"/>
          <a:ext cx="0" cy="0"/>
          <a:chOff x="0" y="0"/>
          <a:chExt cx="0" cy="0"/>
        </a:xfrm>
      </p:grpSpPr>
      <p:sp>
        <p:nvSpPr>
          <p:cNvPr id="305" name="Google Shape;305;g104476d1465_1_39: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306" name="Google Shape;306;g104476d1465_1_39:notes"/>
          <p:cNvSpPr txBox="1">
            <a:spLocks noGrp="1"/>
          </p:cNvSpPr>
          <p:nvPr>
            <p:ph type="body" idx="1"/>
          </p:nvPr>
        </p:nvSpPr>
        <p:spPr>
          <a:xfrm>
            <a:off x="685800" y="4400550"/>
            <a:ext cx="5486400" cy="360060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307" name="Google Shape;307;g104476d1465_1_39:notes"/>
          <p:cNvSpPr txBox="1">
            <a:spLocks noGrp="1"/>
          </p:cNvSpPr>
          <p:nvPr>
            <p:ph type="sldNum" idx="12"/>
          </p:nvPr>
        </p:nvSpPr>
        <p:spPr>
          <a:xfrm>
            <a:off x="3884613" y="8685213"/>
            <a:ext cx="2971800" cy="458700"/>
          </a:xfrm>
          <a:prstGeom prst="rect">
            <a:avLst/>
          </a:prstGeom>
        </p:spPr>
        <p:txBody>
          <a:bodyPr spcFirstLastPara="1" wrap="square" lIns="91425" tIns="45700" rIns="91425" bIns="45700" anchor="b" anchorCtr="0">
            <a:noAutofit/>
          </a:bodyPr>
          <a:lstStyle/>
          <a:p>
            <a:pPr marL="0" lvl="0" indent="0" algn="r" rtl="0">
              <a:spcBef>
                <a:spcPts val="0"/>
              </a:spcBef>
              <a:spcAft>
                <a:spcPts val="0"/>
              </a:spcAft>
              <a:buNone/>
            </a:pPr>
            <a:fld id="{00000000-1234-1234-1234-123412341234}" type="slidenum">
              <a:rPr lang="en-US"/>
              <a:t>21</a:t>
            </a:fld>
            <a:endParaRPr/>
          </a:p>
        </p:txBody>
      </p:sp>
    </p:spTree>
    <p:extLst>
      <p:ext uri="{BB962C8B-B14F-4D97-AF65-F5344CB8AC3E}">
        <p14:creationId xmlns:p14="http://schemas.microsoft.com/office/powerpoint/2010/main" val="716688106"/>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73"/>
        <p:cNvGrpSpPr/>
        <p:nvPr/>
      </p:nvGrpSpPr>
      <p:grpSpPr>
        <a:xfrm>
          <a:off x="0" y="0"/>
          <a:ext cx="0" cy="0"/>
          <a:chOff x="0" y="0"/>
          <a:chExt cx="0" cy="0"/>
        </a:xfrm>
      </p:grpSpPr>
      <p:sp>
        <p:nvSpPr>
          <p:cNvPr id="274" name="Google Shape;274;g104476d1465_1_17: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275" name="Google Shape;275;g104476d1465_1_17:notes"/>
          <p:cNvSpPr txBox="1">
            <a:spLocks noGrp="1"/>
          </p:cNvSpPr>
          <p:nvPr>
            <p:ph type="body" idx="1"/>
          </p:nvPr>
        </p:nvSpPr>
        <p:spPr>
          <a:xfrm>
            <a:off x="685800" y="4400550"/>
            <a:ext cx="5486400" cy="360060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276" name="Google Shape;276;g104476d1465_1_17:notes"/>
          <p:cNvSpPr txBox="1">
            <a:spLocks noGrp="1"/>
          </p:cNvSpPr>
          <p:nvPr>
            <p:ph type="sldNum" idx="12"/>
          </p:nvPr>
        </p:nvSpPr>
        <p:spPr>
          <a:xfrm>
            <a:off x="3884613" y="8685213"/>
            <a:ext cx="2971800" cy="458700"/>
          </a:xfrm>
          <a:prstGeom prst="rect">
            <a:avLst/>
          </a:prstGeom>
        </p:spPr>
        <p:txBody>
          <a:bodyPr spcFirstLastPara="1" wrap="square" lIns="91425" tIns="45700" rIns="91425" bIns="45700" anchor="b" anchorCtr="0">
            <a:noAutofit/>
          </a:bodyPr>
          <a:lstStyle/>
          <a:p>
            <a:pPr marL="0" lvl="0" indent="0" algn="r" rtl="0">
              <a:spcBef>
                <a:spcPts val="0"/>
              </a:spcBef>
              <a:spcAft>
                <a:spcPts val="0"/>
              </a:spcAft>
              <a:buClr>
                <a:srgbClr val="000000"/>
              </a:buClr>
              <a:buFont typeface="Arial"/>
              <a:buNone/>
            </a:pPr>
            <a:fld id="{00000000-1234-1234-1234-123412341234}" type="slidenum">
              <a:rPr lang="en-US"/>
              <a:t>22</a:t>
            </a:fld>
            <a:endParaRPr/>
          </a:p>
        </p:txBody>
      </p:sp>
    </p:spTree>
    <p:extLst>
      <p:ext uri="{BB962C8B-B14F-4D97-AF65-F5344CB8AC3E}">
        <p14:creationId xmlns:p14="http://schemas.microsoft.com/office/powerpoint/2010/main" val="1937328106"/>
      </p:ext>
    </p:extLst>
  </p:cSld>
  <p:clrMapOvr>
    <a:masterClrMapping/>
  </p:clrMapOvr>
</p:notes>
</file>

<file path=ppt/slideLayouts/_rels/slideLayout1.xml.rels><?xml version="1.0" encoding="UTF-8" standalone="yes"?>
<Relationships xmlns="http://schemas.openxmlformats.org/package/2006/relationships"><Relationship Id="rId2" Type="http://schemas.openxmlformats.org/officeDocument/2006/relationships/image" Target="../media/image1.jpeg"/><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image" Target="../media/image3.jpeg"/><Relationship Id="rId1" Type="http://schemas.openxmlformats.org/officeDocument/2006/relationships/slideMaster" Target="../slideMasters/slideMaster1.xml"/></Relationships>
</file>

<file path=ppt/slideLayouts/_rels/slideLayout15.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image" Target="../media/image5.jpeg"/><Relationship Id="rId1" Type="http://schemas.openxmlformats.org/officeDocument/2006/relationships/slideMaster" Target="../slideMasters/slideMaster1.xml"/></Relationships>
</file>

<file path=ppt/slideLayouts/_rels/slideLayout16.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image" Target="../media/image6.jpeg"/><Relationship Id="rId1" Type="http://schemas.openxmlformats.org/officeDocument/2006/relationships/slideMaster" Target="../slideMasters/slideMaster1.xml"/></Relationships>
</file>

<file path=ppt/slideLayouts/_rels/slideLayout17.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image" Target="../media/image7.jpeg"/><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matchingName="1_Title Slide">
  <p:cSld name="1_Title Slide">
    <p:bg>
      <p:bgPr>
        <a:blipFill>
          <a:blip r:embed="rId2" cstate="screen">
            <a:alphaModFix/>
            <a:extLst>
              <a:ext uri="{28A0092B-C50C-407E-A947-70E740481C1C}">
                <a14:useLocalDpi xmlns:a14="http://schemas.microsoft.com/office/drawing/2010/main"/>
              </a:ext>
            </a:extLst>
          </a:blip>
          <a:stretch>
            <a:fillRect/>
          </a:stretch>
        </a:blipFill>
        <a:effectLst/>
      </p:bgPr>
    </p:bg>
    <p:spTree>
      <p:nvGrpSpPr>
        <p:cNvPr id="1" name="Shape 15"/>
        <p:cNvGrpSpPr/>
        <p:nvPr/>
      </p:nvGrpSpPr>
      <p:grpSpPr>
        <a:xfrm>
          <a:off x="0" y="0"/>
          <a:ext cx="0" cy="0"/>
          <a:chOff x="0" y="0"/>
          <a:chExt cx="0" cy="0"/>
        </a:xfrm>
      </p:grpSpPr>
      <p:sp>
        <p:nvSpPr>
          <p:cNvPr id="16" name="Google Shape;16;p56"/>
          <p:cNvSpPr txBox="1">
            <a:spLocks noGrp="1"/>
          </p:cNvSpPr>
          <p:nvPr>
            <p:ph type="ctrTitle"/>
          </p:nvPr>
        </p:nvSpPr>
        <p:spPr>
          <a:xfrm>
            <a:off x="5299677" y="1070919"/>
            <a:ext cx="6526000" cy="3618000"/>
          </a:xfrm>
          <a:prstGeom prst="rect">
            <a:avLst/>
          </a:prstGeom>
          <a:noFill/>
          <a:ln>
            <a:noFill/>
          </a:ln>
        </p:spPr>
        <p:txBody>
          <a:bodyPr spcFirstLastPara="1" wrap="square" lIns="91425" tIns="91425" rIns="91425" bIns="91425" anchor="b" anchorCtr="0">
            <a:normAutofit/>
          </a:bodyPr>
          <a:lstStyle>
            <a:lvl1pPr lvl="0" algn="l" rtl="0">
              <a:lnSpc>
                <a:spcPct val="90000"/>
              </a:lnSpc>
              <a:spcBef>
                <a:spcPts val="0"/>
              </a:spcBef>
              <a:spcAft>
                <a:spcPts val="0"/>
              </a:spcAft>
              <a:buClr>
                <a:srgbClr val="FFFFFF"/>
              </a:buClr>
              <a:buSzPts val="3000"/>
              <a:buFont typeface="Arial Black"/>
              <a:buNone/>
              <a:defRPr sz="3000">
                <a:solidFill>
                  <a:srgbClr val="FFFFFF"/>
                </a:solidFill>
                <a:latin typeface="Arial Black"/>
                <a:ea typeface="Arial Black"/>
                <a:cs typeface="Arial Black"/>
                <a:sym typeface="Arial Black"/>
              </a:defRPr>
            </a:lvl1pPr>
            <a:lvl2pPr lvl="1" rtl="0">
              <a:spcBef>
                <a:spcPts val="0"/>
              </a:spcBef>
              <a:spcAft>
                <a:spcPts val="0"/>
              </a:spcAft>
              <a:buSzPts val="1400"/>
              <a:buNone/>
              <a:defRPr sz="7200"/>
            </a:lvl2pPr>
            <a:lvl3pPr lvl="2" rtl="0">
              <a:spcBef>
                <a:spcPts val="0"/>
              </a:spcBef>
              <a:spcAft>
                <a:spcPts val="0"/>
              </a:spcAft>
              <a:buSzPts val="1400"/>
              <a:buNone/>
              <a:defRPr sz="7200"/>
            </a:lvl3pPr>
            <a:lvl4pPr lvl="3" rtl="0">
              <a:spcBef>
                <a:spcPts val="0"/>
              </a:spcBef>
              <a:spcAft>
                <a:spcPts val="0"/>
              </a:spcAft>
              <a:buSzPts val="1400"/>
              <a:buNone/>
              <a:defRPr sz="7200"/>
            </a:lvl4pPr>
            <a:lvl5pPr lvl="4" rtl="0">
              <a:spcBef>
                <a:spcPts val="0"/>
              </a:spcBef>
              <a:spcAft>
                <a:spcPts val="0"/>
              </a:spcAft>
              <a:buSzPts val="1400"/>
              <a:buNone/>
              <a:defRPr sz="7200"/>
            </a:lvl5pPr>
            <a:lvl6pPr lvl="5" rtl="0">
              <a:spcBef>
                <a:spcPts val="0"/>
              </a:spcBef>
              <a:spcAft>
                <a:spcPts val="0"/>
              </a:spcAft>
              <a:buSzPts val="1400"/>
              <a:buNone/>
              <a:defRPr sz="7200"/>
            </a:lvl6pPr>
            <a:lvl7pPr lvl="6" rtl="0">
              <a:spcBef>
                <a:spcPts val="0"/>
              </a:spcBef>
              <a:spcAft>
                <a:spcPts val="0"/>
              </a:spcAft>
              <a:buSzPts val="1400"/>
              <a:buNone/>
              <a:defRPr sz="7200"/>
            </a:lvl7pPr>
            <a:lvl8pPr lvl="7" rtl="0">
              <a:spcBef>
                <a:spcPts val="0"/>
              </a:spcBef>
              <a:spcAft>
                <a:spcPts val="0"/>
              </a:spcAft>
              <a:buSzPts val="1400"/>
              <a:buNone/>
              <a:defRPr sz="7200"/>
            </a:lvl8pPr>
            <a:lvl9pPr lvl="8" rtl="0">
              <a:spcBef>
                <a:spcPts val="0"/>
              </a:spcBef>
              <a:spcAft>
                <a:spcPts val="0"/>
              </a:spcAft>
              <a:buSzPts val="1400"/>
              <a:buNone/>
              <a:defRPr sz="7200"/>
            </a:lvl9pPr>
          </a:lstStyle>
          <a:p>
            <a:endParaRPr/>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matchingName="Title Slide" type="title">
  <p:cSld name="TITLE">
    <p:spTree>
      <p:nvGrpSpPr>
        <p:cNvPr id="1" name="Shape 17"/>
        <p:cNvGrpSpPr/>
        <p:nvPr/>
      </p:nvGrpSpPr>
      <p:grpSpPr>
        <a:xfrm>
          <a:off x="0" y="0"/>
          <a:ext cx="0" cy="0"/>
          <a:chOff x="0" y="0"/>
          <a:chExt cx="0" cy="0"/>
        </a:xfrm>
      </p:grpSpPr>
      <p:sp>
        <p:nvSpPr>
          <p:cNvPr id="18" name="Google Shape;18;p77"/>
          <p:cNvSpPr txBox="1">
            <a:spLocks noGrp="1"/>
          </p:cNvSpPr>
          <p:nvPr>
            <p:ph type="ctrTitle"/>
          </p:nvPr>
        </p:nvSpPr>
        <p:spPr>
          <a:xfrm>
            <a:off x="1524000" y="1122363"/>
            <a:ext cx="9144000" cy="2387700"/>
          </a:xfrm>
          <a:prstGeom prst="rect">
            <a:avLst/>
          </a:prstGeom>
          <a:noFill/>
          <a:ln>
            <a:noFill/>
          </a:ln>
        </p:spPr>
        <p:txBody>
          <a:bodyPr spcFirstLastPara="1" wrap="square" lIns="91425" tIns="45700" rIns="91425" bIns="45700" anchor="b" anchorCtr="0">
            <a:normAutofit/>
          </a:bodyPr>
          <a:lstStyle>
            <a:lvl1pPr lvl="0" algn="ctr" rtl="0">
              <a:lnSpc>
                <a:spcPct val="90000"/>
              </a:lnSpc>
              <a:spcBef>
                <a:spcPts val="0"/>
              </a:spcBef>
              <a:spcAft>
                <a:spcPts val="0"/>
              </a:spcAft>
              <a:buClr>
                <a:schemeClr val="dk1"/>
              </a:buClr>
              <a:buSzPts val="4500"/>
              <a:buFont typeface="Calibri"/>
              <a:buNone/>
              <a:defRPr sz="4500"/>
            </a:lvl1pPr>
            <a:lvl2pPr lvl="1" rtl="0">
              <a:spcBef>
                <a:spcPts val="0"/>
              </a:spcBef>
              <a:spcAft>
                <a:spcPts val="0"/>
              </a:spcAft>
              <a:buSzPts val="1400"/>
              <a:buNone/>
              <a:defRPr/>
            </a:lvl2pPr>
            <a:lvl3pPr lvl="2" rtl="0">
              <a:spcBef>
                <a:spcPts val="0"/>
              </a:spcBef>
              <a:spcAft>
                <a:spcPts val="0"/>
              </a:spcAft>
              <a:buSzPts val="1400"/>
              <a:buNone/>
              <a:defRPr/>
            </a:lvl3pPr>
            <a:lvl4pPr lvl="3" rtl="0">
              <a:spcBef>
                <a:spcPts val="0"/>
              </a:spcBef>
              <a:spcAft>
                <a:spcPts val="0"/>
              </a:spcAft>
              <a:buSzPts val="1400"/>
              <a:buNone/>
              <a:defRPr/>
            </a:lvl4pPr>
            <a:lvl5pPr lvl="4" rtl="0">
              <a:spcBef>
                <a:spcPts val="0"/>
              </a:spcBef>
              <a:spcAft>
                <a:spcPts val="0"/>
              </a:spcAft>
              <a:buSzPts val="1400"/>
              <a:buNone/>
              <a:defRPr/>
            </a:lvl5pPr>
            <a:lvl6pPr lvl="5" rtl="0">
              <a:spcBef>
                <a:spcPts val="0"/>
              </a:spcBef>
              <a:spcAft>
                <a:spcPts val="0"/>
              </a:spcAft>
              <a:buSzPts val="1400"/>
              <a:buNone/>
              <a:defRPr/>
            </a:lvl6pPr>
            <a:lvl7pPr lvl="6" rtl="0">
              <a:spcBef>
                <a:spcPts val="0"/>
              </a:spcBef>
              <a:spcAft>
                <a:spcPts val="0"/>
              </a:spcAft>
              <a:buSzPts val="1400"/>
              <a:buNone/>
              <a:defRPr/>
            </a:lvl7pPr>
            <a:lvl8pPr lvl="7" rtl="0">
              <a:spcBef>
                <a:spcPts val="0"/>
              </a:spcBef>
              <a:spcAft>
                <a:spcPts val="0"/>
              </a:spcAft>
              <a:buSzPts val="1400"/>
              <a:buNone/>
              <a:defRPr/>
            </a:lvl8pPr>
            <a:lvl9pPr lvl="8" rtl="0">
              <a:spcBef>
                <a:spcPts val="0"/>
              </a:spcBef>
              <a:spcAft>
                <a:spcPts val="0"/>
              </a:spcAft>
              <a:buSzPts val="1400"/>
              <a:buNone/>
              <a:defRPr/>
            </a:lvl9pPr>
          </a:lstStyle>
          <a:p>
            <a:endParaRPr/>
          </a:p>
        </p:txBody>
      </p:sp>
      <p:sp>
        <p:nvSpPr>
          <p:cNvPr id="19" name="Google Shape;19;p77"/>
          <p:cNvSpPr txBox="1">
            <a:spLocks noGrp="1"/>
          </p:cNvSpPr>
          <p:nvPr>
            <p:ph type="subTitle" idx="1"/>
          </p:nvPr>
        </p:nvSpPr>
        <p:spPr>
          <a:xfrm>
            <a:off x="1524000" y="3602038"/>
            <a:ext cx="9144000" cy="1655700"/>
          </a:xfrm>
          <a:prstGeom prst="rect">
            <a:avLst/>
          </a:prstGeom>
          <a:noFill/>
          <a:ln>
            <a:noFill/>
          </a:ln>
        </p:spPr>
        <p:txBody>
          <a:bodyPr spcFirstLastPara="1" wrap="square" lIns="91425" tIns="45700" rIns="91425" bIns="45700" anchor="t" anchorCtr="0">
            <a:normAutofit/>
          </a:bodyPr>
          <a:lstStyle>
            <a:lvl1pPr lvl="0" algn="ctr" rtl="0">
              <a:lnSpc>
                <a:spcPct val="90000"/>
              </a:lnSpc>
              <a:spcBef>
                <a:spcPts val="750"/>
              </a:spcBef>
              <a:spcAft>
                <a:spcPts val="0"/>
              </a:spcAft>
              <a:buClr>
                <a:schemeClr val="dk1"/>
              </a:buClr>
              <a:buSzPts val="1800"/>
              <a:buNone/>
              <a:defRPr sz="1800"/>
            </a:lvl1pPr>
            <a:lvl2pPr lvl="1" algn="ctr" rtl="0">
              <a:lnSpc>
                <a:spcPct val="90000"/>
              </a:lnSpc>
              <a:spcBef>
                <a:spcPts val="375"/>
              </a:spcBef>
              <a:spcAft>
                <a:spcPts val="0"/>
              </a:spcAft>
              <a:buClr>
                <a:schemeClr val="dk1"/>
              </a:buClr>
              <a:buSzPts val="1500"/>
              <a:buNone/>
              <a:defRPr sz="1500"/>
            </a:lvl2pPr>
            <a:lvl3pPr lvl="2" algn="ctr" rtl="0">
              <a:lnSpc>
                <a:spcPct val="90000"/>
              </a:lnSpc>
              <a:spcBef>
                <a:spcPts val="375"/>
              </a:spcBef>
              <a:spcAft>
                <a:spcPts val="0"/>
              </a:spcAft>
              <a:buClr>
                <a:schemeClr val="dk1"/>
              </a:buClr>
              <a:buSzPts val="1350"/>
              <a:buNone/>
              <a:defRPr sz="1350"/>
            </a:lvl3pPr>
            <a:lvl4pPr lvl="3" algn="ctr" rtl="0">
              <a:lnSpc>
                <a:spcPct val="90000"/>
              </a:lnSpc>
              <a:spcBef>
                <a:spcPts val="375"/>
              </a:spcBef>
              <a:spcAft>
                <a:spcPts val="0"/>
              </a:spcAft>
              <a:buClr>
                <a:schemeClr val="dk1"/>
              </a:buClr>
              <a:buSzPts val="1200"/>
              <a:buNone/>
              <a:defRPr sz="1200"/>
            </a:lvl4pPr>
            <a:lvl5pPr lvl="4" algn="ctr" rtl="0">
              <a:lnSpc>
                <a:spcPct val="90000"/>
              </a:lnSpc>
              <a:spcBef>
                <a:spcPts val="375"/>
              </a:spcBef>
              <a:spcAft>
                <a:spcPts val="0"/>
              </a:spcAft>
              <a:buClr>
                <a:schemeClr val="dk1"/>
              </a:buClr>
              <a:buSzPts val="1200"/>
              <a:buNone/>
              <a:defRPr sz="1200"/>
            </a:lvl5pPr>
            <a:lvl6pPr lvl="5" algn="ctr" rtl="0">
              <a:lnSpc>
                <a:spcPct val="90000"/>
              </a:lnSpc>
              <a:spcBef>
                <a:spcPts val="375"/>
              </a:spcBef>
              <a:spcAft>
                <a:spcPts val="0"/>
              </a:spcAft>
              <a:buClr>
                <a:schemeClr val="dk1"/>
              </a:buClr>
              <a:buSzPts val="1200"/>
              <a:buNone/>
              <a:defRPr sz="1200"/>
            </a:lvl6pPr>
            <a:lvl7pPr lvl="6" algn="ctr" rtl="0">
              <a:lnSpc>
                <a:spcPct val="90000"/>
              </a:lnSpc>
              <a:spcBef>
                <a:spcPts val="375"/>
              </a:spcBef>
              <a:spcAft>
                <a:spcPts val="0"/>
              </a:spcAft>
              <a:buClr>
                <a:schemeClr val="dk1"/>
              </a:buClr>
              <a:buSzPts val="1200"/>
              <a:buNone/>
              <a:defRPr sz="1200"/>
            </a:lvl7pPr>
            <a:lvl8pPr lvl="7" algn="ctr" rtl="0">
              <a:lnSpc>
                <a:spcPct val="90000"/>
              </a:lnSpc>
              <a:spcBef>
                <a:spcPts val="375"/>
              </a:spcBef>
              <a:spcAft>
                <a:spcPts val="0"/>
              </a:spcAft>
              <a:buClr>
                <a:schemeClr val="dk1"/>
              </a:buClr>
              <a:buSzPts val="1200"/>
              <a:buNone/>
              <a:defRPr sz="1200"/>
            </a:lvl8pPr>
            <a:lvl9pPr lvl="8" algn="ctr" rtl="0">
              <a:lnSpc>
                <a:spcPct val="90000"/>
              </a:lnSpc>
              <a:spcBef>
                <a:spcPts val="375"/>
              </a:spcBef>
              <a:spcAft>
                <a:spcPts val="0"/>
              </a:spcAft>
              <a:buClr>
                <a:schemeClr val="dk1"/>
              </a:buClr>
              <a:buSzPts val="1200"/>
              <a:buNone/>
              <a:defRPr sz="1200"/>
            </a:lvl9pPr>
          </a:lstStyle>
          <a:p>
            <a:endParaRPr/>
          </a:p>
        </p:txBody>
      </p:sp>
      <p:sp>
        <p:nvSpPr>
          <p:cNvPr id="20" name="Google Shape;20;p77"/>
          <p:cNvSpPr txBox="1">
            <a:spLocks noGrp="1"/>
          </p:cNvSpPr>
          <p:nvPr>
            <p:ph type="dt" idx="10"/>
          </p:nvPr>
        </p:nvSpPr>
        <p:spPr>
          <a:xfrm>
            <a:off x="838200" y="6356351"/>
            <a:ext cx="2743200" cy="365100"/>
          </a:xfrm>
          <a:prstGeom prst="rect">
            <a:avLst/>
          </a:prstGeom>
          <a:noFill/>
          <a:ln>
            <a:noFill/>
          </a:ln>
        </p:spPr>
        <p:txBody>
          <a:bodyPr spcFirstLastPara="1" wrap="square" lIns="91425" tIns="45700" rIns="91425" bIns="45700" anchor="ctr" anchorCtr="0">
            <a:noAutofit/>
          </a:bodyPr>
          <a:lstStyle>
            <a:lvl1pPr lvl="0" algn="l" rtl="0">
              <a:spcBef>
                <a:spcPts val="0"/>
              </a:spcBef>
              <a:spcAft>
                <a:spcPts val="0"/>
              </a:spcAft>
              <a:buSzPts val="1400"/>
              <a:buNone/>
              <a:defRPr/>
            </a:lvl1pPr>
            <a:lvl2pPr lvl="1" algn="l" rtl="0">
              <a:spcBef>
                <a:spcPts val="0"/>
              </a:spcBef>
              <a:spcAft>
                <a:spcPts val="0"/>
              </a:spcAft>
              <a:buSzPts val="1400"/>
              <a:buNone/>
              <a:defRPr/>
            </a:lvl2pPr>
            <a:lvl3pPr lvl="2" algn="l" rtl="0">
              <a:spcBef>
                <a:spcPts val="0"/>
              </a:spcBef>
              <a:spcAft>
                <a:spcPts val="0"/>
              </a:spcAft>
              <a:buSzPts val="1400"/>
              <a:buNone/>
              <a:defRPr/>
            </a:lvl3pPr>
            <a:lvl4pPr lvl="3" algn="l" rtl="0">
              <a:spcBef>
                <a:spcPts val="0"/>
              </a:spcBef>
              <a:spcAft>
                <a:spcPts val="0"/>
              </a:spcAft>
              <a:buSzPts val="1400"/>
              <a:buNone/>
              <a:defRPr/>
            </a:lvl4pPr>
            <a:lvl5pPr lvl="4" algn="l" rtl="0">
              <a:spcBef>
                <a:spcPts val="0"/>
              </a:spcBef>
              <a:spcAft>
                <a:spcPts val="0"/>
              </a:spcAft>
              <a:buSzPts val="1400"/>
              <a:buNone/>
              <a:defRPr/>
            </a:lvl5pPr>
            <a:lvl6pPr lvl="5" algn="l" rtl="0">
              <a:spcBef>
                <a:spcPts val="0"/>
              </a:spcBef>
              <a:spcAft>
                <a:spcPts val="0"/>
              </a:spcAft>
              <a:buSzPts val="1400"/>
              <a:buNone/>
              <a:defRPr/>
            </a:lvl6pPr>
            <a:lvl7pPr lvl="6" algn="l" rtl="0">
              <a:spcBef>
                <a:spcPts val="0"/>
              </a:spcBef>
              <a:spcAft>
                <a:spcPts val="0"/>
              </a:spcAft>
              <a:buSzPts val="1400"/>
              <a:buNone/>
              <a:defRPr/>
            </a:lvl7pPr>
            <a:lvl8pPr lvl="7" algn="l" rtl="0">
              <a:spcBef>
                <a:spcPts val="0"/>
              </a:spcBef>
              <a:spcAft>
                <a:spcPts val="0"/>
              </a:spcAft>
              <a:buSzPts val="1400"/>
              <a:buNone/>
              <a:defRPr/>
            </a:lvl8pPr>
            <a:lvl9pPr lvl="8" algn="l" rtl="0">
              <a:spcBef>
                <a:spcPts val="0"/>
              </a:spcBef>
              <a:spcAft>
                <a:spcPts val="0"/>
              </a:spcAft>
              <a:buSzPts val="1400"/>
              <a:buNone/>
              <a:defRPr/>
            </a:lvl9pPr>
          </a:lstStyle>
          <a:p>
            <a:endParaRPr/>
          </a:p>
        </p:txBody>
      </p:sp>
      <p:sp>
        <p:nvSpPr>
          <p:cNvPr id="21" name="Google Shape;21;p77"/>
          <p:cNvSpPr txBox="1">
            <a:spLocks noGrp="1"/>
          </p:cNvSpPr>
          <p:nvPr>
            <p:ph type="ftr" idx="11"/>
          </p:nvPr>
        </p:nvSpPr>
        <p:spPr>
          <a:xfrm>
            <a:off x="4038600" y="6356351"/>
            <a:ext cx="4114800" cy="365100"/>
          </a:xfrm>
          <a:prstGeom prst="rect">
            <a:avLst/>
          </a:prstGeom>
          <a:noFill/>
          <a:ln>
            <a:noFill/>
          </a:ln>
        </p:spPr>
        <p:txBody>
          <a:bodyPr spcFirstLastPara="1" wrap="square" lIns="91425" tIns="45700" rIns="91425" bIns="45700" anchor="ctr" anchorCtr="0">
            <a:noAutofit/>
          </a:bodyPr>
          <a:lstStyle>
            <a:lvl1pPr lvl="0" algn="ctr" rtl="0">
              <a:spcBef>
                <a:spcPts val="0"/>
              </a:spcBef>
              <a:spcAft>
                <a:spcPts val="0"/>
              </a:spcAft>
              <a:buSzPts val="1400"/>
              <a:buNone/>
              <a:defRPr/>
            </a:lvl1pPr>
            <a:lvl2pPr lvl="1" algn="l" rtl="0">
              <a:spcBef>
                <a:spcPts val="0"/>
              </a:spcBef>
              <a:spcAft>
                <a:spcPts val="0"/>
              </a:spcAft>
              <a:buSzPts val="1400"/>
              <a:buNone/>
              <a:defRPr/>
            </a:lvl2pPr>
            <a:lvl3pPr lvl="2" algn="l" rtl="0">
              <a:spcBef>
                <a:spcPts val="0"/>
              </a:spcBef>
              <a:spcAft>
                <a:spcPts val="0"/>
              </a:spcAft>
              <a:buSzPts val="1400"/>
              <a:buNone/>
              <a:defRPr/>
            </a:lvl3pPr>
            <a:lvl4pPr lvl="3" algn="l" rtl="0">
              <a:spcBef>
                <a:spcPts val="0"/>
              </a:spcBef>
              <a:spcAft>
                <a:spcPts val="0"/>
              </a:spcAft>
              <a:buSzPts val="1400"/>
              <a:buNone/>
              <a:defRPr/>
            </a:lvl4pPr>
            <a:lvl5pPr lvl="4" algn="l" rtl="0">
              <a:spcBef>
                <a:spcPts val="0"/>
              </a:spcBef>
              <a:spcAft>
                <a:spcPts val="0"/>
              </a:spcAft>
              <a:buSzPts val="1400"/>
              <a:buNone/>
              <a:defRPr/>
            </a:lvl5pPr>
            <a:lvl6pPr lvl="5" algn="l" rtl="0">
              <a:spcBef>
                <a:spcPts val="0"/>
              </a:spcBef>
              <a:spcAft>
                <a:spcPts val="0"/>
              </a:spcAft>
              <a:buSzPts val="1400"/>
              <a:buNone/>
              <a:defRPr/>
            </a:lvl6pPr>
            <a:lvl7pPr lvl="6" algn="l" rtl="0">
              <a:spcBef>
                <a:spcPts val="0"/>
              </a:spcBef>
              <a:spcAft>
                <a:spcPts val="0"/>
              </a:spcAft>
              <a:buSzPts val="1400"/>
              <a:buNone/>
              <a:defRPr/>
            </a:lvl7pPr>
            <a:lvl8pPr lvl="7" algn="l" rtl="0">
              <a:spcBef>
                <a:spcPts val="0"/>
              </a:spcBef>
              <a:spcAft>
                <a:spcPts val="0"/>
              </a:spcAft>
              <a:buSzPts val="1400"/>
              <a:buNone/>
              <a:defRPr/>
            </a:lvl8pPr>
            <a:lvl9pPr lvl="8" algn="l" rtl="0">
              <a:spcBef>
                <a:spcPts val="0"/>
              </a:spcBef>
              <a:spcAft>
                <a:spcPts val="0"/>
              </a:spcAft>
              <a:buSzPts val="1400"/>
              <a:buNone/>
              <a:defRPr/>
            </a:lvl9pPr>
          </a:lstStyle>
          <a:p>
            <a:endParaRPr/>
          </a:p>
        </p:txBody>
      </p:sp>
      <p:sp>
        <p:nvSpPr>
          <p:cNvPr id="22" name="Google Shape;22;p77"/>
          <p:cNvSpPr txBox="1">
            <a:spLocks noGrp="1"/>
          </p:cNvSpPr>
          <p:nvPr>
            <p:ph type="sldNum" idx="12"/>
          </p:nvPr>
        </p:nvSpPr>
        <p:spPr>
          <a:xfrm>
            <a:off x="8610600" y="6356351"/>
            <a:ext cx="2743200" cy="365100"/>
          </a:xfrm>
          <a:prstGeom prst="rect">
            <a:avLst/>
          </a:prstGeom>
          <a:noFill/>
          <a:ln>
            <a:noFill/>
          </a:ln>
        </p:spPr>
        <p:txBody>
          <a:bodyPr spcFirstLastPara="1" wrap="square" lIns="91425" tIns="45700" rIns="91425" bIns="45700" anchor="ctr" anchorCtr="0">
            <a:noAutofit/>
          </a:bodyPr>
          <a:lstStyle>
            <a:lvl1pPr marL="0" lvl="0" indent="0" algn="r" rtl="0">
              <a:spcBef>
                <a:spcPts val="0"/>
              </a:spcBef>
              <a:buNone/>
              <a:defRPr>
                <a:solidFill>
                  <a:srgbClr val="888888"/>
                </a:solidFill>
              </a:defRPr>
            </a:lvl1pPr>
            <a:lvl2pPr marL="0" lvl="1" indent="0" algn="r" rtl="0">
              <a:spcBef>
                <a:spcPts val="0"/>
              </a:spcBef>
              <a:buNone/>
              <a:defRPr>
                <a:solidFill>
                  <a:srgbClr val="888888"/>
                </a:solidFill>
              </a:defRPr>
            </a:lvl2pPr>
            <a:lvl3pPr marL="0" lvl="2" indent="0" algn="r" rtl="0">
              <a:spcBef>
                <a:spcPts val="0"/>
              </a:spcBef>
              <a:buNone/>
              <a:defRPr>
                <a:solidFill>
                  <a:srgbClr val="888888"/>
                </a:solidFill>
              </a:defRPr>
            </a:lvl3pPr>
            <a:lvl4pPr marL="0" lvl="3" indent="0" algn="r" rtl="0">
              <a:spcBef>
                <a:spcPts val="0"/>
              </a:spcBef>
              <a:buNone/>
              <a:defRPr>
                <a:solidFill>
                  <a:srgbClr val="888888"/>
                </a:solidFill>
              </a:defRPr>
            </a:lvl4pPr>
            <a:lvl5pPr marL="0" lvl="4" indent="0" algn="r" rtl="0">
              <a:spcBef>
                <a:spcPts val="0"/>
              </a:spcBef>
              <a:buNone/>
              <a:defRPr>
                <a:solidFill>
                  <a:srgbClr val="888888"/>
                </a:solidFill>
              </a:defRPr>
            </a:lvl5pPr>
            <a:lvl6pPr marL="0" lvl="5" indent="0" algn="r" rtl="0">
              <a:spcBef>
                <a:spcPts val="0"/>
              </a:spcBef>
              <a:buNone/>
              <a:defRPr>
                <a:solidFill>
                  <a:srgbClr val="888888"/>
                </a:solidFill>
              </a:defRPr>
            </a:lvl6pPr>
            <a:lvl7pPr marL="0" lvl="6" indent="0" algn="r" rtl="0">
              <a:spcBef>
                <a:spcPts val="0"/>
              </a:spcBef>
              <a:buNone/>
              <a:defRPr>
                <a:solidFill>
                  <a:srgbClr val="888888"/>
                </a:solidFill>
              </a:defRPr>
            </a:lvl7pPr>
            <a:lvl8pPr marL="0" lvl="7" indent="0" algn="r" rtl="0">
              <a:spcBef>
                <a:spcPts val="0"/>
              </a:spcBef>
              <a:buNone/>
              <a:defRPr>
                <a:solidFill>
                  <a:srgbClr val="888888"/>
                </a:solidFill>
              </a:defRPr>
            </a:lvl8pPr>
            <a:lvl9pPr marL="0" lvl="8" indent="0" algn="r" rtl="0">
              <a:spcBef>
                <a:spcPts val="0"/>
              </a:spcBef>
              <a:buNone/>
              <a:defRPr>
                <a:solidFill>
                  <a:srgbClr val="888888"/>
                </a:solidFill>
              </a:defRPr>
            </a:lvl9pPr>
          </a:lstStyle>
          <a:p>
            <a:fld id="{00000000-1234-1234-1234-123412341234}" type="slidenum">
              <a:rPr lang="en-US" smtClean="0"/>
              <a:pPr/>
              <a:t>‹#›</a:t>
            </a:fld>
            <a:endParaRPr lang="en-US"/>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matchingName="Title and Content" type="obj">
  <p:cSld name="OBJECT">
    <p:spTree>
      <p:nvGrpSpPr>
        <p:cNvPr id="1" name="Shape 23"/>
        <p:cNvGrpSpPr/>
        <p:nvPr/>
      </p:nvGrpSpPr>
      <p:grpSpPr>
        <a:xfrm>
          <a:off x="0" y="0"/>
          <a:ext cx="0" cy="0"/>
          <a:chOff x="0" y="0"/>
          <a:chExt cx="0" cy="0"/>
        </a:xfrm>
      </p:grpSpPr>
      <p:sp>
        <p:nvSpPr>
          <p:cNvPr id="24" name="Google Shape;24;p78"/>
          <p:cNvSpPr txBox="1">
            <a:spLocks noGrp="1"/>
          </p:cNvSpPr>
          <p:nvPr>
            <p:ph type="title"/>
          </p:nvPr>
        </p:nvSpPr>
        <p:spPr>
          <a:xfrm>
            <a:off x="838200" y="365126"/>
            <a:ext cx="10515600" cy="1325700"/>
          </a:xfrm>
          <a:prstGeom prst="rect">
            <a:avLst/>
          </a:prstGeom>
          <a:noFill/>
          <a:ln>
            <a:noFill/>
          </a:ln>
        </p:spPr>
        <p:txBody>
          <a:bodyPr spcFirstLastPara="1" wrap="square" lIns="91425" tIns="45700" rIns="91425" bIns="45700" anchor="ctr" anchorCtr="0">
            <a:normAutofit/>
          </a:bodyPr>
          <a:lstStyle>
            <a:lvl1pPr lvl="0" algn="l" rtl="0">
              <a:lnSpc>
                <a:spcPct val="90000"/>
              </a:lnSpc>
              <a:spcBef>
                <a:spcPts val="0"/>
              </a:spcBef>
              <a:spcAft>
                <a:spcPts val="0"/>
              </a:spcAft>
              <a:buClr>
                <a:schemeClr val="dk1"/>
              </a:buClr>
              <a:buSzPts val="1800"/>
              <a:buNone/>
              <a:defRPr/>
            </a:lvl1pPr>
            <a:lvl2pPr lvl="1" rtl="0">
              <a:spcBef>
                <a:spcPts val="0"/>
              </a:spcBef>
              <a:spcAft>
                <a:spcPts val="0"/>
              </a:spcAft>
              <a:buSzPts val="1400"/>
              <a:buNone/>
              <a:defRPr/>
            </a:lvl2pPr>
            <a:lvl3pPr lvl="2" rtl="0">
              <a:spcBef>
                <a:spcPts val="0"/>
              </a:spcBef>
              <a:spcAft>
                <a:spcPts val="0"/>
              </a:spcAft>
              <a:buSzPts val="1400"/>
              <a:buNone/>
              <a:defRPr/>
            </a:lvl3pPr>
            <a:lvl4pPr lvl="3" rtl="0">
              <a:spcBef>
                <a:spcPts val="0"/>
              </a:spcBef>
              <a:spcAft>
                <a:spcPts val="0"/>
              </a:spcAft>
              <a:buSzPts val="1400"/>
              <a:buNone/>
              <a:defRPr/>
            </a:lvl4pPr>
            <a:lvl5pPr lvl="4" rtl="0">
              <a:spcBef>
                <a:spcPts val="0"/>
              </a:spcBef>
              <a:spcAft>
                <a:spcPts val="0"/>
              </a:spcAft>
              <a:buSzPts val="1400"/>
              <a:buNone/>
              <a:defRPr/>
            </a:lvl5pPr>
            <a:lvl6pPr lvl="5" rtl="0">
              <a:spcBef>
                <a:spcPts val="0"/>
              </a:spcBef>
              <a:spcAft>
                <a:spcPts val="0"/>
              </a:spcAft>
              <a:buSzPts val="1400"/>
              <a:buNone/>
              <a:defRPr/>
            </a:lvl6pPr>
            <a:lvl7pPr lvl="6" rtl="0">
              <a:spcBef>
                <a:spcPts val="0"/>
              </a:spcBef>
              <a:spcAft>
                <a:spcPts val="0"/>
              </a:spcAft>
              <a:buSzPts val="1400"/>
              <a:buNone/>
              <a:defRPr/>
            </a:lvl7pPr>
            <a:lvl8pPr lvl="7" rtl="0">
              <a:spcBef>
                <a:spcPts val="0"/>
              </a:spcBef>
              <a:spcAft>
                <a:spcPts val="0"/>
              </a:spcAft>
              <a:buSzPts val="1400"/>
              <a:buNone/>
              <a:defRPr/>
            </a:lvl8pPr>
            <a:lvl9pPr lvl="8" rtl="0">
              <a:spcBef>
                <a:spcPts val="0"/>
              </a:spcBef>
              <a:spcAft>
                <a:spcPts val="0"/>
              </a:spcAft>
              <a:buSzPts val="1400"/>
              <a:buNone/>
              <a:defRPr/>
            </a:lvl9pPr>
          </a:lstStyle>
          <a:p>
            <a:endParaRPr/>
          </a:p>
        </p:txBody>
      </p:sp>
      <p:sp>
        <p:nvSpPr>
          <p:cNvPr id="25" name="Google Shape;25;p78"/>
          <p:cNvSpPr txBox="1">
            <a:spLocks noGrp="1"/>
          </p:cNvSpPr>
          <p:nvPr>
            <p:ph type="body" idx="1"/>
          </p:nvPr>
        </p:nvSpPr>
        <p:spPr>
          <a:xfrm>
            <a:off x="838200" y="1825625"/>
            <a:ext cx="10515600" cy="4351200"/>
          </a:xfrm>
          <a:prstGeom prst="rect">
            <a:avLst/>
          </a:prstGeom>
          <a:noFill/>
          <a:ln>
            <a:noFill/>
          </a:ln>
        </p:spPr>
        <p:txBody>
          <a:bodyPr spcFirstLastPara="1" wrap="square" lIns="91425" tIns="45700" rIns="91425" bIns="45700" anchor="t" anchorCtr="0">
            <a:normAutofit/>
          </a:bodyPr>
          <a:lstStyle>
            <a:lvl1pPr marL="457200" lvl="0" indent="-342900" algn="l" rtl="0">
              <a:lnSpc>
                <a:spcPct val="90000"/>
              </a:lnSpc>
              <a:spcBef>
                <a:spcPts val="750"/>
              </a:spcBef>
              <a:spcAft>
                <a:spcPts val="0"/>
              </a:spcAft>
              <a:buClr>
                <a:schemeClr val="dk1"/>
              </a:buClr>
              <a:buSzPts val="1800"/>
              <a:buChar char="•"/>
              <a:defRPr/>
            </a:lvl1pPr>
            <a:lvl2pPr marL="914400" lvl="1" indent="-342900" algn="l" rtl="0">
              <a:lnSpc>
                <a:spcPct val="90000"/>
              </a:lnSpc>
              <a:spcBef>
                <a:spcPts val="375"/>
              </a:spcBef>
              <a:spcAft>
                <a:spcPts val="0"/>
              </a:spcAft>
              <a:buClr>
                <a:schemeClr val="dk1"/>
              </a:buClr>
              <a:buSzPts val="1800"/>
              <a:buChar char="•"/>
              <a:defRPr/>
            </a:lvl2pPr>
            <a:lvl3pPr marL="1371600" lvl="2" indent="-342900" algn="l" rtl="0">
              <a:lnSpc>
                <a:spcPct val="90000"/>
              </a:lnSpc>
              <a:spcBef>
                <a:spcPts val="375"/>
              </a:spcBef>
              <a:spcAft>
                <a:spcPts val="0"/>
              </a:spcAft>
              <a:buClr>
                <a:schemeClr val="dk1"/>
              </a:buClr>
              <a:buSzPts val="1800"/>
              <a:buChar char="•"/>
              <a:defRPr/>
            </a:lvl3pPr>
            <a:lvl4pPr marL="1828800" lvl="3" indent="-342900" algn="l" rtl="0">
              <a:lnSpc>
                <a:spcPct val="90000"/>
              </a:lnSpc>
              <a:spcBef>
                <a:spcPts val="375"/>
              </a:spcBef>
              <a:spcAft>
                <a:spcPts val="0"/>
              </a:spcAft>
              <a:buClr>
                <a:schemeClr val="dk1"/>
              </a:buClr>
              <a:buSzPts val="1800"/>
              <a:buChar char="•"/>
              <a:defRPr/>
            </a:lvl4pPr>
            <a:lvl5pPr marL="2286000" lvl="4" indent="-342900" algn="l" rtl="0">
              <a:lnSpc>
                <a:spcPct val="90000"/>
              </a:lnSpc>
              <a:spcBef>
                <a:spcPts val="375"/>
              </a:spcBef>
              <a:spcAft>
                <a:spcPts val="0"/>
              </a:spcAft>
              <a:buClr>
                <a:schemeClr val="dk1"/>
              </a:buClr>
              <a:buSzPts val="1800"/>
              <a:buChar char="•"/>
              <a:defRPr/>
            </a:lvl5pPr>
            <a:lvl6pPr marL="2743200" lvl="5" indent="-342900" algn="l" rtl="0">
              <a:lnSpc>
                <a:spcPct val="90000"/>
              </a:lnSpc>
              <a:spcBef>
                <a:spcPts val="375"/>
              </a:spcBef>
              <a:spcAft>
                <a:spcPts val="0"/>
              </a:spcAft>
              <a:buClr>
                <a:schemeClr val="dk1"/>
              </a:buClr>
              <a:buSzPts val="1800"/>
              <a:buChar char="•"/>
              <a:defRPr/>
            </a:lvl6pPr>
            <a:lvl7pPr marL="3200400" lvl="6" indent="-342900" algn="l" rtl="0">
              <a:lnSpc>
                <a:spcPct val="90000"/>
              </a:lnSpc>
              <a:spcBef>
                <a:spcPts val="375"/>
              </a:spcBef>
              <a:spcAft>
                <a:spcPts val="0"/>
              </a:spcAft>
              <a:buClr>
                <a:schemeClr val="dk1"/>
              </a:buClr>
              <a:buSzPts val="1800"/>
              <a:buChar char="•"/>
              <a:defRPr/>
            </a:lvl7pPr>
            <a:lvl8pPr marL="3657600" lvl="7" indent="-342900" algn="l" rtl="0">
              <a:lnSpc>
                <a:spcPct val="90000"/>
              </a:lnSpc>
              <a:spcBef>
                <a:spcPts val="375"/>
              </a:spcBef>
              <a:spcAft>
                <a:spcPts val="0"/>
              </a:spcAft>
              <a:buClr>
                <a:schemeClr val="dk1"/>
              </a:buClr>
              <a:buSzPts val="1800"/>
              <a:buChar char="•"/>
              <a:defRPr/>
            </a:lvl8pPr>
            <a:lvl9pPr marL="4114800" lvl="8" indent="-342900" algn="l" rtl="0">
              <a:lnSpc>
                <a:spcPct val="90000"/>
              </a:lnSpc>
              <a:spcBef>
                <a:spcPts val="375"/>
              </a:spcBef>
              <a:spcAft>
                <a:spcPts val="0"/>
              </a:spcAft>
              <a:buClr>
                <a:schemeClr val="dk1"/>
              </a:buClr>
              <a:buSzPts val="1800"/>
              <a:buChar char="•"/>
              <a:defRPr/>
            </a:lvl9pPr>
          </a:lstStyle>
          <a:p>
            <a:endParaRPr/>
          </a:p>
        </p:txBody>
      </p:sp>
      <p:sp>
        <p:nvSpPr>
          <p:cNvPr id="26" name="Google Shape;26;p78"/>
          <p:cNvSpPr txBox="1">
            <a:spLocks noGrp="1"/>
          </p:cNvSpPr>
          <p:nvPr>
            <p:ph type="dt" idx="10"/>
          </p:nvPr>
        </p:nvSpPr>
        <p:spPr>
          <a:xfrm>
            <a:off x="838200" y="6356351"/>
            <a:ext cx="2743200" cy="365100"/>
          </a:xfrm>
          <a:prstGeom prst="rect">
            <a:avLst/>
          </a:prstGeom>
          <a:noFill/>
          <a:ln>
            <a:noFill/>
          </a:ln>
        </p:spPr>
        <p:txBody>
          <a:bodyPr spcFirstLastPara="1" wrap="square" lIns="91425" tIns="45700" rIns="91425" bIns="45700" anchor="ctr" anchorCtr="0">
            <a:noAutofit/>
          </a:bodyPr>
          <a:lstStyle>
            <a:lvl1pPr lvl="0" algn="l" rtl="0">
              <a:spcBef>
                <a:spcPts val="0"/>
              </a:spcBef>
              <a:spcAft>
                <a:spcPts val="0"/>
              </a:spcAft>
              <a:buSzPts val="1400"/>
              <a:buNone/>
              <a:defRPr/>
            </a:lvl1pPr>
            <a:lvl2pPr lvl="1" algn="l" rtl="0">
              <a:spcBef>
                <a:spcPts val="0"/>
              </a:spcBef>
              <a:spcAft>
                <a:spcPts val="0"/>
              </a:spcAft>
              <a:buSzPts val="1400"/>
              <a:buNone/>
              <a:defRPr/>
            </a:lvl2pPr>
            <a:lvl3pPr lvl="2" algn="l" rtl="0">
              <a:spcBef>
                <a:spcPts val="0"/>
              </a:spcBef>
              <a:spcAft>
                <a:spcPts val="0"/>
              </a:spcAft>
              <a:buSzPts val="1400"/>
              <a:buNone/>
              <a:defRPr/>
            </a:lvl3pPr>
            <a:lvl4pPr lvl="3" algn="l" rtl="0">
              <a:spcBef>
                <a:spcPts val="0"/>
              </a:spcBef>
              <a:spcAft>
                <a:spcPts val="0"/>
              </a:spcAft>
              <a:buSzPts val="1400"/>
              <a:buNone/>
              <a:defRPr/>
            </a:lvl4pPr>
            <a:lvl5pPr lvl="4" algn="l" rtl="0">
              <a:spcBef>
                <a:spcPts val="0"/>
              </a:spcBef>
              <a:spcAft>
                <a:spcPts val="0"/>
              </a:spcAft>
              <a:buSzPts val="1400"/>
              <a:buNone/>
              <a:defRPr/>
            </a:lvl5pPr>
            <a:lvl6pPr lvl="5" algn="l" rtl="0">
              <a:spcBef>
                <a:spcPts val="0"/>
              </a:spcBef>
              <a:spcAft>
                <a:spcPts val="0"/>
              </a:spcAft>
              <a:buSzPts val="1400"/>
              <a:buNone/>
              <a:defRPr/>
            </a:lvl6pPr>
            <a:lvl7pPr lvl="6" algn="l" rtl="0">
              <a:spcBef>
                <a:spcPts val="0"/>
              </a:spcBef>
              <a:spcAft>
                <a:spcPts val="0"/>
              </a:spcAft>
              <a:buSzPts val="1400"/>
              <a:buNone/>
              <a:defRPr/>
            </a:lvl7pPr>
            <a:lvl8pPr lvl="7" algn="l" rtl="0">
              <a:spcBef>
                <a:spcPts val="0"/>
              </a:spcBef>
              <a:spcAft>
                <a:spcPts val="0"/>
              </a:spcAft>
              <a:buSzPts val="1400"/>
              <a:buNone/>
              <a:defRPr/>
            </a:lvl8pPr>
            <a:lvl9pPr lvl="8" algn="l" rtl="0">
              <a:spcBef>
                <a:spcPts val="0"/>
              </a:spcBef>
              <a:spcAft>
                <a:spcPts val="0"/>
              </a:spcAft>
              <a:buSzPts val="1400"/>
              <a:buNone/>
              <a:defRPr/>
            </a:lvl9pPr>
          </a:lstStyle>
          <a:p>
            <a:endParaRPr/>
          </a:p>
        </p:txBody>
      </p:sp>
      <p:sp>
        <p:nvSpPr>
          <p:cNvPr id="27" name="Google Shape;27;p78"/>
          <p:cNvSpPr txBox="1">
            <a:spLocks noGrp="1"/>
          </p:cNvSpPr>
          <p:nvPr>
            <p:ph type="ftr" idx="11"/>
          </p:nvPr>
        </p:nvSpPr>
        <p:spPr>
          <a:xfrm>
            <a:off x="4038600" y="6356351"/>
            <a:ext cx="4114800" cy="365100"/>
          </a:xfrm>
          <a:prstGeom prst="rect">
            <a:avLst/>
          </a:prstGeom>
          <a:noFill/>
          <a:ln>
            <a:noFill/>
          </a:ln>
        </p:spPr>
        <p:txBody>
          <a:bodyPr spcFirstLastPara="1" wrap="square" lIns="91425" tIns="45700" rIns="91425" bIns="45700" anchor="ctr" anchorCtr="0">
            <a:noAutofit/>
          </a:bodyPr>
          <a:lstStyle>
            <a:lvl1pPr lvl="0" algn="ctr" rtl="0">
              <a:spcBef>
                <a:spcPts val="0"/>
              </a:spcBef>
              <a:spcAft>
                <a:spcPts val="0"/>
              </a:spcAft>
              <a:buSzPts val="1400"/>
              <a:buNone/>
              <a:defRPr/>
            </a:lvl1pPr>
            <a:lvl2pPr lvl="1" algn="l" rtl="0">
              <a:spcBef>
                <a:spcPts val="0"/>
              </a:spcBef>
              <a:spcAft>
                <a:spcPts val="0"/>
              </a:spcAft>
              <a:buSzPts val="1400"/>
              <a:buNone/>
              <a:defRPr/>
            </a:lvl2pPr>
            <a:lvl3pPr lvl="2" algn="l" rtl="0">
              <a:spcBef>
                <a:spcPts val="0"/>
              </a:spcBef>
              <a:spcAft>
                <a:spcPts val="0"/>
              </a:spcAft>
              <a:buSzPts val="1400"/>
              <a:buNone/>
              <a:defRPr/>
            </a:lvl3pPr>
            <a:lvl4pPr lvl="3" algn="l" rtl="0">
              <a:spcBef>
                <a:spcPts val="0"/>
              </a:spcBef>
              <a:spcAft>
                <a:spcPts val="0"/>
              </a:spcAft>
              <a:buSzPts val="1400"/>
              <a:buNone/>
              <a:defRPr/>
            </a:lvl4pPr>
            <a:lvl5pPr lvl="4" algn="l" rtl="0">
              <a:spcBef>
                <a:spcPts val="0"/>
              </a:spcBef>
              <a:spcAft>
                <a:spcPts val="0"/>
              </a:spcAft>
              <a:buSzPts val="1400"/>
              <a:buNone/>
              <a:defRPr/>
            </a:lvl5pPr>
            <a:lvl6pPr lvl="5" algn="l" rtl="0">
              <a:spcBef>
                <a:spcPts val="0"/>
              </a:spcBef>
              <a:spcAft>
                <a:spcPts val="0"/>
              </a:spcAft>
              <a:buSzPts val="1400"/>
              <a:buNone/>
              <a:defRPr/>
            </a:lvl6pPr>
            <a:lvl7pPr lvl="6" algn="l" rtl="0">
              <a:spcBef>
                <a:spcPts val="0"/>
              </a:spcBef>
              <a:spcAft>
                <a:spcPts val="0"/>
              </a:spcAft>
              <a:buSzPts val="1400"/>
              <a:buNone/>
              <a:defRPr/>
            </a:lvl7pPr>
            <a:lvl8pPr lvl="7" algn="l" rtl="0">
              <a:spcBef>
                <a:spcPts val="0"/>
              </a:spcBef>
              <a:spcAft>
                <a:spcPts val="0"/>
              </a:spcAft>
              <a:buSzPts val="1400"/>
              <a:buNone/>
              <a:defRPr/>
            </a:lvl8pPr>
            <a:lvl9pPr lvl="8" algn="l" rtl="0">
              <a:spcBef>
                <a:spcPts val="0"/>
              </a:spcBef>
              <a:spcAft>
                <a:spcPts val="0"/>
              </a:spcAft>
              <a:buSzPts val="1400"/>
              <a:buNone/>
              <a:defRPr/>
            </a:lvl9pPr>
          </a:lstStyle>
          <a:p>
            <a:endParaRPr/>
          </a:p>
        </p:txBody>
      </p:sp>
      <p:sp>
        <p:nvSpPr>
          <p:cNvPr id="28" name="Google Shape;28;p78"/>
          <p:cNvSpPr txBox="1">
            <a:spLocks noGrp="1"/>
          </p:cNvSpPr>
          <p:nvPr>
            <p:ph type="sldNum" idx="12"/>
          </p:nvPr>
        </p:nvSpPr>
        <p:spPr>
          <a:xfrm>
            <a:off x="8610600" y="6356351"/>
            <a:ext cx="2743200" cy="365100"/>
          </a:xfrm>
          <a:prstGeom prst="rect">
            <a:avLst/>
          </a:prstGeom>
          <a:noFill/>
          <a:ln>
            <a:noFill/>
          </a:ln>
        </p:spPr>
        <p:txBody>
          <a:bodyPr spcFirstLastPara="1" wrap="square" lIns="91425" tIns="45700" rIns="91425" bIns="45700" anchor="ctr" anchorCtr="0">
            <a:noAutofit/>
          </a:bodyPr>
          <a:lstStyle>
            <a:lvl1pPr marL="0" lvl="0" indent="0" algn="r" rtl="0">
              <a:spcBef>
                <a:spcPts val="0"/>
              </a:spcBef>
              <a:buNone/>
              <a:defRPr>
                <a:solidFill>
                  <a:srgbClr val="888888"/>
                </a:solidFill>
              </a:defRPr>
            </a:lvl1pPr>
            <a:lvl2pPr marL="0" lvl="1" indent="0" algn="r" rtl="0">
              <a:spcBef>
                <a:spcPts val="0"/>
              </a:spcBef>
              <a:buNone/>
              <a:defRPr>
                <a:solidFill>
                  <a:srgbClr val="888888"/>
                </a:solidFill>
              </a:defRPr>
            </a:lvl2pPr>
            <a:lvl3pPr marL="0" lvl="2" indent="0" algn="r" rtl="0">
              <a:spcBef>
                <a:spcPts val="0"/>
              </a:spcBef>
              <a:buNone/>
              <a:defRPr>
                <a:solidFill>
                  <a:srgbClr val="888888"/>
                </a:solidFill>
              </a:defRPr>
            </a:lvl3pPr>
            <a:lvl4pPr marL="0" lvl="3" indent="0" algn="r" rtl="0">
              <a:spcBef>
                <a:spcPts val="0"/>
              </a:spcBef>
              <a:buNone/>
              <a:defRPr>
                <a:solidFill>
                  <a:srgbClr val="888888"/>
                </a:solidFill>
              </a:defRPr>
            </a:lvl4pPr>
            <a:lvl5pPr marL="0" lvl="4" indent="0" algn="r" rtl="0">
              <a:spcBef>
                <a:spcPts val="0"/>
              </a:spcBef>
              <a:buNone/>
              <a:defRPr>
                <a:solidFill>
                  <a:srgbClr val="888888"/>
                </a:solidFill>
              </a:defRPr>
            </a:lvl5pPr>
            <a:lvl6pPr marL="0" lvl="5" indent="0" algn="r" rtl="0">
              <a:spcBef>
                <a:spcPts val="0"/>
              </a:spcBef>
              <a:buNone/>
              <a:defRPr>
                <a:solidFill>
                  <a:srgbClr val="888888"/>
                </a:solidFill>
              </a:defRPr>
            </a:lvl6pPr>
            <a:lvl7pPr marL="0" lvl="6" indent="0" algn="r" rtl="0">
              <a:spcBef>
                <a:spcPts val="0"/>
              </a:spcBef>
              <a:buNone/>
              <a:defRPr>
                <a:solidFill>
                  <a:srgbClr val="888888"/>
                </a:solidFill>
              </a:defRPr>
            </a:lvl7pPr>
            <a:lvl8pPr marL="0" lvl="7" indent="0" algn="r" rtl="0">
              <a:spcBef>
                <a:spcPts val="0"/>
              </a:spcBef>
              <a:buNone/>
              <a:defRPr>
                <a:solidFill>
                  <a:srgbClr val="888888"/>
                </a:solidFill>
              </a:defRPr>
            </a:lvl8pPr>
            <a:lvl9pPr marL="0" lvl="8" indent="0" algn="r" rtl="0">
              <a:spcBef>
                <a:spcPts val="0"/>
              </a:spcBef>
              <a:buNone/>
              <a:defRPr>
                <a:solidFill>
                  <a:srgbClr val="888888"/>
                </a:solidFill>
              </a:defRPr>
            </a:lvl9pPr>
          </a:lstStyle>
          <a:p>
            <a:fld id="{00000000-1234-1234-1234-123412341234}" type="slidenum">
              <a:rPr lang="en-US" smtClean="0"/>
              <a:pPr/>
              <a:t>‹#›</a:t>
            </a:fld>
            <a:endParaRPr lang="en-US"/>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matchingName="Section Header" type="secHead">
  <p:cSld name="SECTION_HEADER">
    <p:spTree>
      <p:nvGrpSpPr>
        <p:cNvPr id="1" name="Shape 29"/>
        <p:cNvGrpSpPr/>
        <p:nvPr/>
      </p:nvGrpSpPr>
      <p:grpSpPr>
        <a:xfrm>
          <a:off x="0" y="0"/>
          <a:ext cx="0" cy="0"/>
          <a:chOff x="0" y="0"/>
          <a:chExt cx="0" cy="0"/>
        </a:xfrm>
      </p:grpSpPr>
      <p:sp>
        <p:nvSpPr>
          <p:cNvPr id="30" name="Google Shape;30;p79"/>
          <p:cNvSpPr txBox="1">
            <a:spLocks noGrp="1"/>
          </p:cNvSpPr>
          <p:nvPr>
            <p:ph type="title"/>
          </p:nvPr>
        </p:nvSpPr>
        <p:spPr>
          <a:xfrm>
            <a:off x="831851" y="1709739"/>
            <a:ext cx="10515600" cy="2852700"/>
          </a:xfrm>
          <a:prstGeom prst="rect">
            <a:avLst/>
          </a:prstGeom>
          <a:noFill/>
          <a:ln>
            <a:noFill/>
          </a:ln>
        </p:spPr>
        <p:txBody>
          <a:bodyPr spcFirstLastPara="1" wrap="square" lIns="91425" tIns="45700" rIns="91425" bIns="45700" anchor="b" anchorCtr="0">
            <a:normAutofit/>
          </a:bodyPr>
          <a:lstStyle>
            <a:lvl1pPr lvl="0" algn="l" rtl="0">
              <a:lnSpc>
                <a:spcPct val="90000"/>
              </a:lnSpc>
              <a:spcBef>
                <a:spcPts val="0"/>
              </a:spcBef>
              <a:spcAft>
                <a:spcPts val="0"/>
              </a:spcAft>
              <a:buClr>
                <a:schemeClr val="dk1"/>
              </a:buClr>
              <a:buSzPts val="4500"/>
              <a:buFont typeface="Calibri"/>
              <a:buNone/>
              <a:defRPr sz="4500"/>
            </a:lvl1pPr>
            <a:lvl2pPr lvl="1" rtl="0">
              <a:spcBef>
                <a:spcPts val="0"/>
              </a:spcBef>
              <a:spcAft>
                <a:spcPts val="0"/>
              </a:spcAft>
              <a:buSzPts val="1400"/>
              <a:buNone/>
              <a:defRPr/>
            </a:lvl2pPr>
            <a:lvl3pPr lvl="2" rtl="0">
              <a:spcBef>
                <a:spcPts val="0"/>
              </a:spcBef>
              <a:spcAft>
                <a:spcPts val="0"/>
              </a:spcAft>
              <a:buSzPts val="1400"/>
              <a:buNone/>
              <a:defRPr/>
            </a:lvl3pPr>
            <a:lvl4pPr lvl="3" rtl="0">
              <a:spcBef>
                <a:spcPts val="0"/>
              </a:spcBef>
              <a:spcAft>
                <a:spcPts val="0"/>
              </a:spcAft>
              <a:buSzPts val="1400"/>
              <a:buNone/>
              <a:defRPr/>
            </a:lvl4pPr>
            <a:lvl5pPr lvl="4" rtl="0">
              <a:spcBef>
                <a:spcPts val="0"/>
              </a:spcBef>
              <a:spcAft>
                <a:spcPts val="0"/>
              </a:spcAft>
              <a:buSzPts val="1400"/>
              <a:buNone/>
              <a:defRPr/>
            </a:lvl5pPr>
            <a:lvl6pPr lvl="5" rtl="0">
              <a:spcBef>
                <a:spcPts val="0"/>
              </a:spcBef>
              <a:spcAft>
                <a:spcPts val="0"/>
              </a:spcAft>
              <a:buSzPts val="1400"/>
              <a:buNone/>
              <a:defRPr/>
            </a:lvl6pPr>
            <a:lvl7pPr lvl="6" rtl="0">
              <a:spcBef>
                <a:spcPts val="0"/>
              </a:spcBef>
              <a:spcAft>
                <a:spcPts val="0"/>
              </a:spcAft>
              <a:buSzPts val="1400"/>
              <a:buNone/>
              <a:defRPr/>
            </a:lvl7pPr>
            <a:lvl8pPr lvl="7" rtl="0">
              <a:spcBef>
                <a:spcPts val="0"/>
              </a:spcBef>
              <a:spcAft>
                <a:spcPts val="0"/>
              </a:spcAft>
              <a:buSzPts val="1400"/>
              <a:buNone/>
              <a:defRPr/>
            </a:lvl8pPr>
            <a:lvl9pPr lvl="8" rtl="0">
              <a:spcBef>
                <a:spcPts val="0"/>
              </a:spcBef>
              <a:spcAft>
                <a:spcPts val="0"/>
              </a:spcAft>
              <a:buSzPts val="1400"/>
              <a:buNone/>
              <a:defRPr/>
            </a:lvl9pPr>
          </a:lstStyle>
          <a:p>
            <a:endParaRPr/>
          </a:p>
        </p:txBody>
      </p:sp>
      <p:sp>
        <p:nvSpPr>
          <p:cNvPr id="31" name="Google Shape;31;p79"/>
          <p:cNvSpPr txBox="1">
            <a:spLocks noGrp="1"/>
          </p:cNvSpPr>
          <p:nvPr>
            <p:ph type="body" idx="1"/>
          </p:nvPr>
        </p:nvSpPr>
        <p:spPr>
          <a:xfrm>
            <a:off x="831851" y="4589464"/>
            <a:ext cx="10515600" cy="1500300"/>
          </a:xfrm>
          <a:prstGeom prst="rect">
            <a:avLst/>
          </a:prstGeom>
          <a:noFill/>
          <a:ln>
            <a:noFill/>
          </a:ln>
        </p:spPr>
        <p:txBody>
          <a:bodyPr spcFirstLastPara="1" wrap="square" lIns="91425" tIns="45700" rIns="91425" bIns="45700" anchor="t" anchorCtr="0">
            <a:normAutofit/>
          </a:bodyPr>
          <a:lstStyle>
            <a:lvl1pPr marL="457200" lvl="0" indent="-228600" algn="l" rtl="0">
              <a:lnSpc>
                <a:spcPct val="90000"/>
              </a:lnSpc>
              <a:spcBef>
                <a:spcPts val="750"/>
              </a:spcBef>
              <a:spcAft>
                <a:spcPts val="0"/>
              </a:spcAft>
              <a:buClr>
                <a:srgbClr val="888888"/>
              </a:buClr>
              <a:buSzPts val="1800"/>
              <a:buNone/>
              <a:defRPr sz="1800">
                <a:solidFill>
                  <a:srgbClr val="888888"/>
                </a:solidFill>
              </a:defRPr>
            </a:lvl1pPr>
            <a:lvl2pPr marL="914400" lvl="1" indent="-228600" algn="l" rtl="0">
              <a:lnSpc>
                <a:spcPct val="90000"/>
              </a:lnSpc>
              <a:spcBef>
                <a:spcPts val="375"/>
              </a:spcBef>
              <a:spcAft>
                <a:spcPts val="0"/>
              </a:spcAft>
              <a:buClr>
                <a:srgbClr val="888888"/>
              </a:buClr>
              <a:buSzPts val="1500"/>
              <a:buNone/>
              <a:defRPr sz="1500">
                <a:solidFill>
                  <a:srgbClr val="888888"/>
                </a:solidFill>
              </a:defRPr>
            </a:lvl2pPr>
            <a:lvl3pPr marL="1371600" lvl="2" indent="-228600" algn="l" rtl="0">
              <a:lnSpc>
                <a:spcPct val="90000"/>
              </a:lnSpc>
              <a:spcBef>
                <a:spcPts val="375"/>
              </a:spcBef>
              <a:spcAft>
                <a:spcPts val="0"/>
              </a:spcAft>
              <a:buClr>
                <a:srgbClr val="888888"/>
              </a:buClr>
              <a:buSzPts val="1350"/>
              <a:buNone/>
              <a:defRPr sz="1350">
                <a:solidFill>
                  <a:srgbClr val="888888"/>
                </a:solidFill>
              </a:defRPr>
            </a:lvl3pPr>
            <a:lvl4pPr marL="1828800" lvl="3" indent="-228600" algn="l" rtl="0">
              <a:lnSpc>
                <a:spcPct val="90000"/>
              </a:lnSpc>
              <a:spcBef>
                <a:spcPts val="375"/>
              </a:spcBef>
              <a:spcAft>
                <a:spcPts val="0"/>
              </a:spcAft>
              <a:buClr>
                <a:srgbClr val="888888"/>
              </a:buClr>
              <a:buSzPts val="1200"/>
              <a:buNone/>
              <a:defRPr sz="1200">
                <a:solidFill>
                  <a:srgbClr val="888888"/>
                </a:solidFill>
              </a:defRPr>
            </a:lvl4pPr>
            <a:lvl5pPr marL="2286000" lvl="4" indent="-228600" algn="l" rtl="0">
              <a:lnSpc>
                <a:spcPct val="90000"/>
              </a:lnSpc>
              <a:spcBef>
                <a:spcPts val="375"/>
              </a:spcBef>
              <a:spcAft>
                <a:spcPts val="0"/>
              </a:spcAft>
              <a:buClr>
                <a:srgbClr val="888888"/>
              </a:buClr>
              <a:buSzPts val="1200"/>
              <a:buNone/>
              <a:defRPr sz="1200">
                <a:solidFill>
                  <a:srgbClr val="888888"/>
                </a:solidFill>
              </a:defRPr>
            </a:lvl5pPr>
            <a:lvl6pPr marL="2743200" lvl="5" indent="-228600" algn="l" rtl="0">
              <a:lnSpc>
                <a:spcPct val="90000"/>
              </a:lnSpc>
              <a:spcBef>
                <a:spcPts val="375"/>
              </a:spcBef>
              <a:spcAft>
                <a:spcPts val="0"/>
              </a:spcAft>
              <a:buClr>
                <a:srgbClr val="888888"/>
              </a:buClr>
              <a:buSzPts val="1200"/>
              <a:buNone/>
              <a:defRPr sz="1200">
                <a:solidFill>
                  <a:srgbClr val="888888"/>
                </a:solidFill>
              </a:defRPr>
            </a:lvl6pPr>
            <a:lvl7pPr marL="3200400" lvl="6" indent="-228600" algn="l" rtl="0">
              <a:lnSpc>
                <a:spcPct val="90000"/>
              </a:lnSpc>
              <a:spcBef>
                <a:spcPts val="375"/>
              </a:spcBef>
              <a:spcAft>
                <a:spcPts val="0"/>
              </a:spcAft>
              <a:buClr>
                <a:srgbClr val="888888"/>
              </a:buClr>
              <a:buSzPts val="1200"/>
              <a:buNone/>
              <a:defRPr sz="1200">
                <a:solidFill>
                  <a:srgbClr val="888888"/>
                </a:solidFill>
              </a:defRPr>
            </a:lvl7pPr>
            <a:lvl8pPr marL="3657600" lvl="7" indent="-228600" algn="l" rtl="0">
              <a:lnSpc>
                <a:spcPct val="90000"/>
              </a:lnSpc>
              <a:spcBef>
                <a:spcPts val="375"/>
              </a:spcBef>
              <a:spcAft>
                <a:spcPts val="0"/>
              </a:spcAft>
              <a:buClr>
                <a:srgbClr val="888888"/>
              </a:buClr>
              <a:buSzPts val="1200"/>
              <a:buNone/>
              <a:defRPr sz="1200">
                <a:solidFill>
                  <a:srgbClr val="888888"/>
                </a:solidFill>
              </a:defRPr>
            </a:lvl8pPr>
            <a:lvl9pPr marL="4114800" lvl="8" indent="-228600" algn="l" rtl="0">
              <a:lnSpc>
                <a:spcPct val="90000"/>
              </a:lnSpc>
              <a:spcBef>
                <a:spcPts val="375"/>
              </a:spcBef>
              <a:spcAft>
                <a:spcPts val="0"/>
              </a:spcAft>
              <a:buClr>
                <a:srgbClr val="888888"/>
              </a:buClr>
              <a:buSzPts val="1200"/>
              <a:buNone/>
              <a:defRPr sz="1200">
                <a:solidFill>
                  <a:srgbClr val="888888"/>
                </a:solidFill>
              </a:defRPr>
            </a:lvl9pPr>
          </a:lstStyle>
          <a:p>
            <a:endParaRPr/>
          </a:p>
        </p:txBody>
      </p:sp>
      <p:sp>
        <p:nvSpPr>
          <p:cNvPr id="32" name="Google Shape;32;p79"/>
          <p:cNvSpPr txBox="1">
            <a:spLocks noGrp="1"/>
          </p:cNvSpPr>
          <p:nvPr>
            <p:ph type="dt" idx="10"/>
          </p:nvPr>
        </p:nvSpPr>
        <p:spPr>
          <a:xfrm>
            <a:off x="838200" y="6356351"/>
            <a:ext cx="2743200" cy="365100"/>
          </a:xfrm>
          <a:prstGeom prst="rect">
            <a:avLst/>
          </a:prstGeom>
          <a:noFill/>
          <a:ln>
            <a:noFill/>
          </a:ln>
        </p:spPr>
        <p:txBody>
          <a:bodyPr spcFirstLastPara="1" wrap="square" lIns="91425" tIns="45700" rIns="91425" bIns="45700" anchor="ctr" anchorCtr="0">
            <a:noAutofit/>
          </a:bodyPr>
          <a:lstStyle>
            <a:lvl1pPr lvl="0" algn="l" rtl="0">
              <a:spcBef>
                <a:spcPts val="0"/>
              </a:spcBef>
              <a:spcAft>
                <a:spcPts val="0"/>
              </a:spcAft>
              <a:buSzPts val="1400"/>
              <a:buNone/>
              <a:defRPr/>
            </a:lvl1pPr>
            <a:lvl2pPr lvl="1" algn="l" rtl="0">
              <a:spcBef>
                <a:spcPts val="0"/>
              </a:spcBef>
              <a:spcAft>
                <a:spcPts val="0"/>
              </a:spcAft>
              <a:buSzPts val="1400"/>
              <a:buNone/>
              <a:defRPr/>
            </a:lvl2pPr>
            <a:lvl3pPr lvl="2" algn="l" rtl="0">
              <a:spcBef>
                <a:spcPts val="0"/>
              </a:spcBef>
              <a:spcAft>
                <a:spcPts val="0"/>
              </a:spcAft>
              <a:buSzPts val="1400"/>
              <a:buNone/>
              <a:defRPr/>
            </a:lvl3pPr>
            <a:lvl4pPr lvl="3" algn="l" rtl="0">
              <a:spcBef>
                <a:spcPts val="0"/>
              </a:spcBef>
              <a:spcAft>
                <a:spcPts val="0"/>
              </a:spcAft>
              <a:buSzPts val="1400"/>
              <a:buNone/>
              <a:defRPr/>
            </a:lvl4pPr>
            <a:lvl5pPr lvl="4" algn="l" rtl="0">
              <a:spcBef>
                <a:spcPts val="0"/>
              </a:spcBef>
              <a:spcAft>
                <a:spcPts val="0"/>
              </a:spcAft>
              <a:buSzPts val="1400"/>
              <a:buNone/>
              <a:defRPr/>
            </a:lvl5pPr>
            <a:lvl6pPr lvl="5" algn="l" rtl="0">
              <a:spcBef>
                <a:spcPts val="0"/>
              </a:spcBef>
              <a:spcAft>
                <a:spcPts val="0"/>
              </a:spcAft>
              <a:buSzPts val="1400"/>
              <a:buNone/>
              <a:defRPr/>
            </a:lvl6pPr>
            <a:lvl7pPr lvl="6" algn="l" rtl="0">
              <a:spcBef>
                <a:spcPts val="0"/>
              </a:spcBef>
              <a:spcAft>
                <a:spcPts val="0"/>
              </a:spcAft>
              <a:buSzPts val="1400"/>
              <a:buNone/>
              <a:defRPr/>
            </a:lvl7pPr>
            <a:lvl8pPr lvl="7" algn="l" rtl="0">
              <a:spcBef>
                <a:spcPts val="0"/>
              </a:spcBef>
              <a:spcAft>
                <a:spcPts val="0"/>
              </a:spcAft>
              <a:buSzPts val="1400"/>
              <a:buNone/>
              <a:defRPr/>
            </a:lvl8pPr>
            <a:lvl9pPr lvl="8" algn="l" rtl="0">
              <a:spcBef>
                <a:spcPts val="0"/>
              </a:spcBef>
              <a:spcAft>
                <a:spcPts val="0"/>
              </a:spcAft>
              <a:buSzPts val="1400"/>
              <a:buNone/>
              <a:defRPr/>
            </a:lvl9pPr>
          </a:lstStyle>
          <a:p>
            <a:endParaRPr/>
          </a:p>
        </p:txBody>
      </p:sp>
      <p:sp>
        <p:nvSpPr>
          <p:cNvPr id="33" name="Google Shape;33;p79"/>
          <p:cNvSpPr txBox="1">
            <a:spLocks noGrp="1"/>
          </p:cNvSpPr>
          <p:nvPr>
            <p:ph type="ftr" idx="11"/>
          </p:nvPr>
        </p:nvSpPr>
        <p:spPr>
          <a:xfrm>
            <a:off x="4038600" y="6356351"/>
            <a:ext cx="4114800" cy="365100"/>
          </a:xfrm>
          <a:prstGeom prst="rect">
            <a:avLst/>
          </a:prstGeom>
          <a:noFill/>
          <a:ln>
            <a:noFill/>
          </a:ln>
        </p:spPr>
        <p:txBody>
          <a:bodyPr spcFirstLastPara="1" wrap="square" lIns="91425" tIns="45700" rIns="91425" bIns="45700" anchor="ctr" anchorCtr="0">
            <a:noAutofit/>
          </a:bodyPr>
          <a:lstStyle>
            <a:lvl1pPr lvl="0" algn="ctr" rtl="0">
              <a:spcBef>
                <a:spcPts val="0"/>
              </a:spcBef>
              <a:spcAft>
                <a:spcPts val="0"/>
              </a:spcAft>
              <a:buSzPts val="1400"/>
              <a:buNone/>
              <a:defRPr/>
            </a:lvl1pPr>
            <a:lvl2pPr lvl="1" algn="l" rtl="0">
              <a:spcBef>
                <a:spcPts val="0"/>
              </a:spcBef>
              <a:spcAft>
                <a:spcPts val="0"/>
              </a:spcAft>
              <a:buSzPts val="1400"/>
              <a:buNone/>
              <a:defRPr/>
            </a:lvl2pPr>
            <a:lvl3pPr lvl="2" algn="l" rtl="0">
              <a:spcBef>
                <a:spcPts val="0"/>
              </a:spcBef>
              <a:spcAft>
                <a:spcPts val="0"/>
              </a:spcAft>
              <a:buSzPts val="1400"/>
              <a:buNone/>
              <a:defRPr/>
            </a:lvl3pPr>
            <a:lvl4pPr lvl="3" algn="l" rtl="0">
              <a:spcBef>
                <a:spcPts val="0"/>
              </a:spcBef>
              <a:spcAft>
                <a:spcPts val="0"/>
              </a:spcAft>
              <a:buSzPts val="1400"/>
              <a:buNone/>
              <a:defRPr/>
            </a:lvl4pPr>
            <a:lvl5pPr lvl="4" algn="l" rtl="0">
              <a:spcBef>
                <a:spcPts val="0"/>
              </a:spcBef>
              <a:spcAft>
                <a:spcPts val="0"/>
              </a:spcAft>
              <a:buSzPts val="1400"/>
              <a:buNone/>
              <a:defRPr/>
            </a:lvl5pPr>
            <a:lvl6pPr lvl="5" algn="l" rtl="0">
              <a:spcBef>
                <a:spcPts val="0"/>
              </a:spcBef>
              <a:spcAft>
                <a:spcPts val="0"/>
              </a:spcAft>
              <a:buSzPts val="1400"/>
              <a:buNone/>
              <a:defRPr/>
            </a:lvl6pPr>
            <a:lvl7pPr lvl="6" algn="l" rtl="0">
              <a:spcBef>
                <a:spcPts val="0"/>
              </a:spcBef>
              <a:spcAft>
                <a:spcPts val="0"/>
              </a:spcAft>
              <a:buSzPts val="1400"/>
              <a:buNone/>
              <a:defRPr/>
            </a:lvl7pPr>
            <a:lvl8pPr lvl="7" algn="l" rtl="0">
              <a:spcBef>
                <a:spcPts val="0"/>
              </a:spcBef>
              <a:spcAft>
                <a:spcPts val="0"/>
              </a:spcAft>
              <a:buSzPts val="1400"/>
              <a:buNone/>
              <a:defRPr/>
            </a:lvl8pPr>
            <a:lvl9pPr lvl="8" algn="l" rtl="0">
              <a:spcBef>
                <a:spcPts val="0"/>
              </a:spcBef>
              <a:spcAft>
                <a:spcPts val="0"/>
              </a:spcAft>
              <a:buSzPts val="1400"/>
              <a:buNone/>
              <a:defRPr/>
            </a:lvl9pPr>
          </a:lstStyle>
          <a:p>
            <a:endParaRPr/>
          </a:p>
        </p:txBody>
      </p:sp>
      <p:sp>
        <p:nvSpPr>
          <p:cNvPr id="34" name="Google Shape;34;p79"/>
          <p:cNvSpPr txBox="1">
            <a:spLocks noGrp="1"/>
          </p:cNvSpPr>
          <p:nvPr>
            <p:ph type="sldNum" idx="12"/>
          </p:nvPr>
        </p:nvSpPr>
        <p:spPr>
          <a:xfrm>
            <a:off x="8610600" y="6356351"/>
            <a:ext cx="2743200" cy="365100"/>
          </a:xfrm>
          <a:prstGeom prst="rect">
            <a:avLst/>
          </a:prstGeom>
          <a:noFill/>
          <a:ln>
            <a:noFill/>
          </a:ln>
        </p:spPr>
        <p:txBody>
          <a:bodyPr spcFirstLastPara="1" wrap="square" lIns="91425" tIns="45700" rIns="91425" bIns="45700" anchor="ctr" anchorCtr="0">
            <a:noAutofit/>
          </a:bodyPr>
          <a:lstStyle>
            <a:lvl1pPr marL="0" lvl="0" indent="0" algn="r" rtl="0">
              <a:spcBef>
                <a:spcPts val="0"/>
              </a:spcBef>
              <a:buNone/>
              <a:defRPr>
                <a:solidFill>
                  <a:srgbClr val="888888"/>
                </a:solidFill>
              </a:defRPr>
            </a:lvl1pPr>
            <a:lvl2pPr marL="0" lvl="1" indent="0" algn="r" rtl="0">
              <a:spcBef>
                <a:spcPts val="0"/>
              </a:spcBef>
              <a:buNone/>
              <a:defRPr>
                <a:solidFill>
                  <a:srgbClr val="888888"/>
                </a:solidFill>
              </a:defRPr>
            </a:lvl2pPr>
            <a:lvl3pPr marL="0" lvl="2" indent="0" algn="r" rtl="0">
              <a:spcBef>
                <a:spcPts val="0"/>
              </a:spcBef>
              <a:buNone/>
              <a:defRPr>
                <a:solidFill>
                  <a:srgbClr val="888888"/>
                </a:solidFill>
              </a:defRPr>
            </a:lvl3pPr>
            <a:lvl4pPr marL="0" lvl="3" indent="0" algn="r" rtl="0">
              <a:spcBef>
                <a:spcPts val="0"/>
              </a:spcBef>
              <a:buNone/>
              <a:defRPr>
                <a:solidFill>
                  <a:srgbClr val="888888"/>
                </a:solidFill>
              </a:defRPr>
            </a:lvl4pPr>
            <a:lvl5pPr marL="0" lvl="4" indent="0" algn="r" rtl="0">
              <a:spcBef>
                <a:spcPts val="0"/>
              </a:spcBef>
              <a:buNone/>
              <a:defRPr>
                <a:solidFill>
                  <a:srgbClr val="888888"/>
                </a:solidFill>
              </a:defRPr>
            </a:lvl5pPr>
            <a:lvl6pPr marL="0" lvl="5" indent="0" algn="r" rtl="0">
              <a:spcBef>
                <a:spcPts val="0"/>
              </a:spcBef>
              <a:buNone/>
              <a:defRPr>
                <a:solidFill>
                  <a:srgbClr val="888888"/>
                </a:solidFill>
              </a:defRPr>
            </a:lvl6pPr>
            <a:lvl7pPr marL="0" lvl="6" indent="0" algn="r" rtl="0">
              <a:spcBef>
                <a:spcPts val="0"/>
              </a:spcBef>
              <a:buNone/>
              <a:defRPr>
                <a:solidFill>
                  <a:srgbClr val="888888"/>
                </a:solidFill>
              </a:defRPr>
            </a:lvl7pPr>
            <a:lvl8pPr marL="0" lvl="7" indent="0" algn="r" rtl="0">
              <a:spcBef>
                <a:spcPts val="0"/>
              </a:spcBef>
              <a:buNone/>
              <a:defRPr>
                <a:solidFill>
                  <a:srgbClr val="888888"/>
                </a:solidFill>
              </a:defRPr>
            </a:lvl8pPr>
            <a:lvl9pPr marL="0" lvl="8" indent="0" algn="r" rtl="0">
              <a:spcBef>
                <a:spcPts val="0"/>
              </a:spcBef>
              <a:buNone/>
              <a:defRPr>
                <a:solidFill>
                  <a:srgbClr val="888888"/>
                </a:solidFill>
              </a:defRPr>
            </a:lvl9pPr>
          </a:lstStyle>
          <a:p>
            <a:fld id="{00000000-1234-1234-1234-123412341234}" type="slidenum">
              <a:rPr lang="en-US" smtClean="0"/>
              <a:pPr/>
              <a:t>‹#›</a:t>
            </a:fld>
            <a:endParaRPr lang="en-US"/>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matchingName="Two Content" type="twoObj">
  <p:cSld name="TWO_OBJECTS">
    <p:spTree>
      <p:nvGrpSpPr>
        <p:cNvPr id="1" name="Shape 35"/>
        <p:cNvGrpSpPr/>
        <p:nvPr/>
      </p:nvGrpSpPr>
      <p:grpSpPr>
        <a:xfrm>
          <a:off x="0" y="0"/>
          <a:ext cx="0" cy="0"/>
          <a:chOff x="0" y="0"/>
          <a:chExt cx="0" cy="0"/>
        </a:xfrm>
      </p:grpSpPr>
      <p:sp>
        <p:nvSpPr>
          <p:cNvPr id="36" name="Google Shape;36;p80"/>
          <p:cNvSpPr txBox="1">
            <a:spLocks noGrp="1"/>
          </p:cNvSpPr>
          <p:nvPr>
            <p:ph type="title"/>
          </p:nvPr>
        </p:nvSpPr>
        <p:spPr>
          <a:xfrm>
            <a:off x="838200" y="365126"/>
            <a:ext cx="10515600" cy="1325700"/>
          </a:xfrm>
          <a:prstGeom prst="rect">
            <a:avLst/>
          </a:prstGeom>
          <a:noFill/>
          <a:ln>
            <a:noFill/>
          </a:ln>
        </p:spPr>
        <p:txBody>
          <a:bodyPr spcFirstLastPara="1" wrap="square" lIns="91425" tIns="45700" rIns="91425" bIns="45700" anchor="ctr" anchorCtr="0">
            <a:normAutofit/>
          </a:bodyPr>
          <a:lstStyle>
            <a:lvl1pPr lvl="0" algn="l" rtl="0">
              <a:lnSpc>
                <a:spcPct val="90000"/>
              </a:lnSpc>
              <a:spcBef>
                <a:spcPts val="0"/>
              </a:spcBef>
              <a:spcAft>
                <a:spcPts val="0"/>
              </a:spcAft>
              <a:buClr>
                <a:schemeClr val="dk1"/>
              </a:buClr>
              <a:buSzPts val="1800"/>
              <a:buNone/>
              <a:defRPr/>
            </a:lvl1pPr>
            <a:lvl2pPr lvl="1" rtl="0">
              <a:spcBef>
                <a:spcPts val="0"/>
              </a:spcBef>
              <a:spcAft>
                <a:spcPts val="0"/>
              </a:spcAft>
              <a:buSzPts val="1400"/>
              <a:buNone/>
              <a:defRPr/>
            </a:lvl2pPr>
            <a:lvl3pPr lvl="2" rtl="0">
              <a:spcBef>
                <a:spcPts val="0"/>
              </a:spcBef>
              <a:spcAft>
                <a:spcPts val="0"/>
              </a:spcAft>
              <a:buSzPts val="1400"/>
              <a:buNone/>
              <a:defRPr/>
            </a:lvl3pPr>
            <a:lvl4pPr lvl="3" rtl="0">
              <a:spcBef>
                <a:spcPts val="0"/>
              </a:spcBef>
              <a:spcAft>
                <a:spcPts val="0"/>
              </a:spcAft>
              <a:buSzPts val="1400"/>
              <a:buNone/>
              <a:defRPr/>
            </a:lvl4pPr>
            <a:lvl5pPr lvl="4" rtl="0">
              <a:spcBef>
                <a:spcPts val="0"/>
              </a:spcBef>
              <a:spcAft>
                <a:spcPts val="0"/>
              </a:spcAft>
              <a:buSzPts val="1400"/>
              <a:buNone/>
              <a:defRPr/>
            </a:lvl5pPr>
            <a:lvl6pPr lvl="5" rtl="0">
              <a:spcBef>
                <a:spcPts val="0"/>
              </a:spcBef>
              <a:spcAft>
                <a:spcPts val="0"/>
              </a:spcAft>
              <a:buSzPts val="1400"/>
              <a:buNone/>
              <a:defRPr/>
            </a:lvl6pPr>
            <a:lvl7pPr lvl="6" rtl="0">
              <a:spcBef>
                <a:spcPts val="0"/>
              </a:spcBef>
              <a:spcAft>
                <a:spcPts val="0"/>
              </a:spcAft>
              <a:buSzPts val="1400"/>
              <a:buNone/>
              <a:defRPr/>
            </a:lvl7pPr>
            <a:lvl8pPr lvl="7" rtl="0">
              <a:spcBef>
                <a:spcPts val="0"/>
              </a:spcBef>
              <a:spcAft>
                <a:spcPts val="0"/>
              </a:spcAft>
              <a:buSzPts val="1400"/>
              <a:buNone/>
              <a:defRPr/>
            </a:lvl8pPr>
            <a:lvl9pPr lvl="8" rtl="0">
              <a:spcBef>
                <a:spcPts val="0"/>
              </a:spcBef>
              <a:spcAft>
                <a:spcPts val="0"/>
              </a:spcAft>
              <a:buSzPts val="1400"/>
              <a:buNone/>
              <a:defRPr/>
            </a:lvl9pPr>
          </a:lstStyle>
          <a:p>
            <a:endParaRPr/>
          </a:p>
        </p:txBody>
      </p:sp>
      <p:sp>
        <p:nvSpPr>
          <p:cNvPr id="37" name="Google Shape;37;p80"/>
          <p:cNvSpPr txBox="1">
            <a:spLocks noGrp="1"/>
          </p:cNvSpPr>
          <p:nvPr>
            <p:ph type="body" idx="1"/>
          </p:nvPr>
        </p:nvSpPr>
        <p:spPr>
          <a:xfrm>
            <a:off x="838200" y="1825625"/>
            <a:ext cx="5181600" cy="4351200"/>
          </a:xfrm>
          <a:prstGeom prst="rect">
            <a:avLst/>
          </a:prstGeom>
          <a:noFill/>
          <a:ln>
            <a:noFill/>
          </a:ln>
        </p:spPr>
        <p:txBody>
          <a:bodyPr spcFirstLastPara="1" wrap="square" lIns="91425" tIns="45700" rIns="91425" bIns="45700" anchor="t" anchorCtr="0">
            <a:normAutofit/>
          </a:bodyPr>
          <a:lstStyle>
            <a:lvl1pPr marL="457200" lvl="0" indent="-342900" algn="l" rtl="0">
              <a:lnSpc>
                <a:spcPct val="90000"/>
              </a:lnSpc>
              <a:spcBef>
                <a:spcPts val="750"/>
              </a:spcBef>
              <a:spcAft>
                <a:spcPts val="0"/>
              </a:spcAft>
              <a:buClr>
                <a:schemeClr val="dk1"/>
              </a:buClr>
              <a:buSzPts val="1800"/>
              <a:buChar char="•"/>
              <a:defRPr/>
            </a:lvl1pPr>
            <a:lvl2pPr marL="914400" lvl="1" indent="-342900" algn="l" rtl="0">
              <a:lnSpc>
                <a:spcPct val="90000"/>
              </a:lnSpc>
              <a:spcBef>
                <a:spcPts val="375"/>
              </a:spcBef>
              <a:spcAft>
                <a:spcPts val="0"/>
              </a:spcAft>
              <a:buClr>
                <a:schemeClr val="dk1"/>
              </a:buClr>
              <a:buSzPts val="1800"/>
              <a:buChar char="•"/>
              <a:defRPr/>
            </a:lvl2pPr>
            <a:lvl3pPr marL="1371600" lvl="2" indent="-342900" algn="l" rtl="0">
              <a:lnSpc>
                <a:spcPct val="90000"/>
              </a:lnSpc>
              <a:spcBef>
                <a:spcPts val="375"/>
              </a:spcBef>
              <a:spcAft>
                <a:spcPts val="0"/>
              </a:spcAft>
              <a:buClr>
                <a:schemeClr val="dk1"/>
              </a:buClr>
              <a:buSzPts val="1800"/>
              <a:buChar char="•"/>
              <a:defRPr/>
            </a:lvl3pPr>
            <a:lvl4pPr marL="1828800" lvl="3" indent="-342900" algn="l" rtl="0">
              <a:lnSpc>
                <a:spcPct val="90000"/>
              </a:lnSpc>
              <a:spcBef>
                <a:spcPts val="375"/>
              </a:spcBef>
              <a:spcAft>
                <a:spcPts val="0"/>
              </a:spcAft>
              <a:buClr>
                <a:schemeClr val="dk1"/>
              </a:buClr>
              <a:buSzPts val="1800"/>
              <a:buChar char="•"/>
              <a:defRPr/>
            </a:lvl4pPr>
            <a:lvl5pPr marL="2286000" lvl="4" indent="-342900" algn="l" rtl="0">
              <a:lnSpc>
                <a:spcPct val="90000"/>
              </a:lnSpc>
              <a:spcBef>
                <a:spcPts val="375"/>
              </a:spcBef>
              <a:spcAft>
                <a:spcPts val="0"/>
              </a:spcAft>
              <a:buClr>
                <a:schemeClr val="dk1"/>
              </a:buClr>
              <a:buSzPts val="1800"/>
              <a:buChar char="•"/>
              <a:defRPr/>
            </a:lvl5pPr>
            <a:lvl6pPr marL="2743200" lvl="5" indent="-342900" algn="l" rtl="0">
              <a:lnSpc>
                <a:spcPct val="90000"/>
              </a:lnSpc>
              <a:spcBef>
                <a:spcPts val="375"/>
              </a:spcBef>
              <a:spcAft>
                <a:spcPts val="0"/>
              </a:spcAft>
              <a:buClr>
                <a:schemeClr val="dk1"/>
              </a:buClr>
              <a:buSzPts val="1800"/>
              <a:buChar char="•"/>
              <a:defRPr/>
            </a:lvl6pPr>
            <a:lvl7pPr marL="3200400" lvl="6" indent="-342900" algn="l" rtl="0">
              <a:lnSpc>
                <a:spcPct val="90000"/>
              </a:lnSpc>
              <a:spcBef>
                <a:spcPts val="375"/>
              </a:spcBef>
              <a:spcAft>
                <a:spcPts val="0"/>
              </a:spcAft>
              <a:buClr>
                <a:schemeClr val="dk1"/>
              </a:buClr>
              <a:buSzPts val="1800"/>
              <a:buChar char="•"/>
              <a:defRPr/>
            </a:lvl7pPr>
            <a:lvl8pPr marL="3657600" lvl="7" indent="-342900" algn="l" rtl="0">
              <a:lnSpc>
                <a:spcPct val="90000"/>
              </a:lnSpc>
              <a:spcBef>
                <a:spcPts val="375"/>
              </a:spcBef>
              <a:spcAft>
                <a:spcPts val="0"/>
              </a:spcAft>
              <a:buClr>
                <a:schemeClr val="dk1"/>
              </a:buClr>
              <a:buSzPts val="1800"/>
              <a:buChar char="•"/>
              <a:defRPr/>
            </a:lvl8pPr>
            <a:lvl9pPr marL="4114800" lvl="8" indent="-342900" algn="l" rtl="0">
              <a:lnSpc>
                <a:spcPct val="90000"/>
              </a:lnSpc>
              <a:spcBef>
                <a:spcPts val="375"/>
              </a:spcBef>
              <a:spcAft>
                <a:spcPts val="0"/>
              </a:spcAft>
              <a:buClr>
                <a:schemeClr val="dk1"/>
              </a:buClr>
              <a:buSzPts val="1800"/>
              <a:buChar char="•"/>
              <a:defRPr/>
            </a:lvl9pPr>
          </a:lstStyle>
          <a:p>
            <a:endParaRPr/>
          </a:p>
        </p:txBody>
      </p:sp>
      <p:sp>
        <p:nvSpPr>
          <p:cNvPr id="38" name="Google Shape;38;p80"/>
          <p:cNvSpPr txBox="1">
            <a:spLocks noGrp="1"/>
          </p:cNvSpPr>
          <p:nvPr>
            <p:ph type="body" idx="2"/>
          </p:nvPr>
        </p:nvSpPr>
        <p:spPr>
          <a:xfrm>
            <a:off x="6172200" y="1825625"/>
            <a:ext cx="5181600" cy="4351200"/>
          </a:xfrm>
          <a:prstGeom prst="rect">
            <a:avLst/>
          </a:prstGeom>
          <a:noFill/>
          <a:ln>
            <a:noFill/>
          </a:ln>
        </p:spPr>
        <p:txBody>
          <a:bodyPr spcFirstLastPara="1" wrap="square" lIns="91425" tIns="45700" rIns="91425" bIns="45700" anchor="t" anchorCtr="0">
            <a:normAutofit/>
          </a:bodyPr>
          <a:lstStyle>
            <a:lvl1pPr marL="457200" lvl="0" indent="-342900" algn="l" rtl="0">
              <a:lnSpc>
                <a:spcPct val="90000"/>
              </a:lnSpc>
              <a:spcBef>
                <a:spcPts val="750"/>
              </a:spcBef>
              <a:spcAft>
                <a:spcPts val="0"/>
              </a:spcAft>
              <a:buClr>
                <a:schemeClr val="dk1"/>
              </a:buClr>
              <a:buSzPts val="1800"/>
              <a:buChar char="•"/>
              <a:defRPr/>
            </a:lvl1pPr>
            <a:lvl2pPr marL="914400" lvl="1" indent="-342900" algn="l" rtl="0">
              <a:lnSpc>
                <a:spcPct val="90000"/>
              </a:lnSpc>
              <a:spcBef>
                <a:spcPts val="375"/>
              </a:spcBef>
              <a:spcAft>
                <a:spcPts val="0"/>
              </a:spcAft>
              <a:buClr>
                <a:schemeClr val="dk1"/>
              </a:buClr>
              <a:buSzPts val="1800"/>
              <a:buChar char="•"/>
              <a:defRPr/>
            </a:lvl2pPr>
            <a:lvl3pPr marL="1371600" lvl="2" indent="-342900" algn="l" rtl="0">
              <a:lnSpc>
                <a:spcPct val="90000"/>
              </a:lnSpc>
              <a:spcBef>
                <a:spcPts val="375"/>
              </a:spcBef>
              <a:spcAft>
                <a:spcPts val="0"/>
              </a:spcAft>
              <a:buClr>
                <a:schemeClr val="dk1"/>
              </a:buClr>
              <a:buSzPts val="1800"/>
              <a:buChar char="•"/>
              <a:defRPr/>
            </a:lvl3pPr>
            <a:lvl4pPr marL="1828800" lvl="3" indent="-342900" algn="l" rtl="0">
              <a:lnSpc>
                <a:spcPct val="90000"/>
              </a:lnSpc>
              <a:spcBef>
                <a:spcPts val="375"/>
              </a:spcBef>
              <a:spcAft>
                <a:spcPts val="0"/>
              </a:spcAft>
              <a:buClr>
                <a:schemeClr val="dk1"/>
              </a:buClr>
              <a:buSzPts val="1800"/>
              <a:buChar char="•"/>
              <a:defRPr/>
            </a:lvl4pPr>
            <a:lvl5pPr marL="2286000" lvl="4" indent="-342900" algn="l" rtl="0">
              <a:lnSpc>
                <a:spcPct val="90000"/>
              </a:lnSpc>
              <a:spcBef>
                <a:spcPts val="375"/>
              </a:spcBef>
              <a:spcAft>
                <a:spcPts val="0"/>
              </a:spcAft>
              <a:buClr>
                <a:schemeClr val="dk1"/>
              </a:buClr>
              <a:buSzPts val="1800"/>
              <a:buChar char="•"/>
              <a:defRPr/>
            </a:lvl5pPr>
            <a:lvl6pPr marL="2743200" lvl="5" indent="-342900" algn="l" rtl="0">
              <a:lnSpc>
                <a:spcPct val="90000"/>
              </a:lnSpc>
              <a:spcBef>
                <a:spcPts val="375"/>
              </a:spcBef>
              <a:spcAft>
                <a:spcPts val="0"/>
              </a:spcAft>
              <a:buClr>
                <a:schemeClr val="dk1"/>
              </a:buClr>
              <a:buSzPts val="1800"/>
              <a:buChar char="•"/>
              <a:defRPr/>
            </a:lvl6pPr>
            <a:lvl7pPr marL="3200400" lvl="6" indent="-342900" algn="l" rtl="0">
              <a:lnSpc>
                <a:spcPct val="90000"/>
              </a:lnSpc>
              <a:spcBef>
                <a:spcPts val="375"/>
              </a:spcBef>
              <a:spcAft>
                <a:spcPts val="0"/>
              </a:spcAft>
              <a:buClr>
                <a:schemeClr val="dk1"/>
              </a:buClr>
              <a:buSzPts val="1800"/>
              <a:buChar char="•"/>
              <a:defRPr/>
            </a:lvl7pPr>
            <a:lvl8pPr marL="3657600" lvl="7" indent="-342900" algn="l" rtl="0">
              <a:lnSpc>
                <a:spcPct val="90000"/>
              </a:lnSpc>
              <a:spcBef>
                <a:spcPts val="375"/>
              </a:spcBef>
              <a:spcAft>
                <a:spcPts val="0"/>
              </a:spcAft>
              <a:buClr>
                <a:schemeClr val="dk1"/>
              </a:buClr>
              <a:buSzPts val="1800"/>
              <a:buChar char="•"/>
              <a:defRPr/>
            </a:lvl8pPr>
            <a:lvl9pPr marL="4114800" lvl="8" indent="-342900" algn="l" rtl="0">
              <a:lnSpc>
                <a:spcPct val="90000"/>
              </a:lnSpc>
              <a:spcBef>
                <a:spcPts val="375"/>
              </a:spcBef>
              <a:spcAft>
                <a:spcPts val="0"/>
              </a:spcAft>
              <a:buClr>
                <a:schemeClr val="dk1"/>
              </a:buClr>
              <a:buSzPts val="1800"/>
              <a:buChar char="•"/>
              <a:defRPr/>
            </a:lvl9pPr>
          </a:lstStyle>
          <a:p>
            <a:endParaRPr/>
          </a:p>
        </p:txBody>
      </p:sp>
      <p:sp>
        <p:nvSpPr>
          <p:cNvPr id="39" name="Google Shape;39;p80"/>
          <p:cNvSpPr txBox="1">
            <a:spLocks noGrp="1"/>
          </p:cNvSpPr>
          <p:nvPr>
            <p:ph type="dt" idx="10"/>
          </p:nvPr>
        </p:nvSpPr>
        <p:spPr>
          <a:xfrm>
            <a:off x="838200" y="6356351"/>
            <a:ext cx="2743200" cy="365100"/>
          </a:xfrm>
          <a:prstGeom prst="rect">
            <a:avLst/>
          </a:prstGeom>
          <a:noFill/>
          <a:ln>
            <a:noFill/>
          </a:ln>
        </p:spPr>
        <p:txBody>
          <a:bodyPr spcFirstLastPara="1" wrap="square" lIns="91425" tIns="45700" rIns="91425" bIns="45700" anchor="ctr" anchorCtr="0">
            <a:noAutofit/>
          </a:bodyPr>
          <a:lstStyle>
            <a:lvl1pPr lvl="0" algn="l" rtl="0">
              <a:spcBef>
                <a:spcPts val="0"/>
              </a:spcBef>
              <a:spcAft>
                <a:spcPts val="0"/>
              </a:spcAft>
              <a:buSzPts val="1400"/>
              <a:buNone/>
              <a:defRPr/>
            </a:lvl1pPr>
            <a:lvl2pPr lvl="1" algn="l" rtl="0">
              <a:spcBef>
                <a:spcPts val="0"/>
              </a:spcBef>
              <a:spcAft>
                <a:spcPts val="0"/>
              </a:spcAft>
              <a:buSzPts val="1400"/>
              <a:buNone/>
              <a:defRPr/>
            </a:lvl2pPr>
            <a:lvl3pPr lvl="2" algn="l" rtl="0">
              <a:spcBef>
                <a:spcPts val="0"/>
              </a:spcBef>
              <a:spcAft>
                <a:spcPts val="0"/>
              </a:spcAft>
              <a:buSzPts val="1400"/>
              <a:buNone/>
              <a:defRPr/>
            </a:lvl3pPr>
            <a:lvl4pPr lvl="3" algn="l" rtl="0">
              <a:spcBef>
                <a:spcPts val="0"/>
              </a:spcBef>
              <a:spcAft>
                <a:spcPts val="0"/>
              </a:spcAft>
              <a:buSzPts val="1400"/>
              <a:buNone/>
              <a:defRPr/>
            </a:lvl4pPr>
            <a:lvl5pPr lvl="4" algn="l" rtl="0">
              <a:spcBef>
                <a:spcPts val="0"/>
              </a:spcBef>
              <a:spcAft>
                <a:spcPts val="0"/>
              </a:spcAft>
              <a:buSzPts val="1400"/>
              <a:buNone/>
              <a:defRPr/>
            </a:lvl5pPr>
            <a:lvl6pPr lvl="5" algn="l" rtl="0">
              <a:spcBef>
                <a:spcPts val="0"/>
              </a:spcBef>
              <a:spcAft>
                <a:spcPts val="0"/>
              </a:spcAft>
              <a:buSzPts val="1400"/>
              <a:buNone/>
              <a:defRPr/>
            </a:lvl6pPr>
            <a:lvl7pPr lvl="6" algn="l" rtl="0">
              <a:spcBef>
                <a:spcPts val="0"/>
              </a:spcBef>
              <a:spcAft>
                <a:spcPts val="0"/>
              </a:spcAft>
              <a:buSzPts val="1400"/>
              <a:buNone/>
              <a:defRPr/>
            </a:lvl7pPr>
            <a:lvl8pPr lvl="7" algn="l" rtl="0">
              <a:spcBef>
                <a:spcPts val="0"/>
              </a:spcBef>
              <a:spcAft>
                <a:spcPts val="0"/>
              </a:spcAft>
              <a:buSzPts val="1400"/>
              <a:buNone/>
              <a:defRPr/>
            </a:lvl8pPr>
            <a:lvl9pPr lvl="8" algn="l" rtl="0">
              <a:spcBef>
                <a:spcPts val="0"/>
              </a:spcBef>
              <a:spcAft>
                <a:spcPts val="0"/>
              </a:spcAft>
              <a:buSzPts val="1400"/>
              <a:buNone/>
              <a:defRPr/>
            </a:lvl9pPr>
          </a:lstStyle>
          <a:p>
            <a:endParaRPr/>
          </a:p>
        </p:txBody>
      </p:sp>
      <p:sp>
        <p:nvSpPr>
          <p:cNvPr id="40" name="Google Shape;40;p80"/>
          <p:cNvSpPr txBox="1">
            <a:spLocks noGrp="1"/>
          </p:cNvSpPr>
          <p:nvPr>
            <p:ph type="ftr" idx="11"/>
          </p:nvPr>
        </p:nvSpPr>
        <p:spPr>
          <a:xfrm>
            <a:off x="4038600" y="6356351"/>
            <a:ext cx="4114800" cy="365100"/>
          </a:xfrm>
          <a:prstGeom prst="rect">
            <a:avLst/>
          </a:prstGeom>
          <a:noFill/>
          <a:ln>
            <a:noFill/>
          </a:ln>
        </p:spPr>
        <p:txBody>
          <a:bodyPr spcFirstLastPara="1" wrap="square" lIns="91425" tIns="45700" rIns="91425" bIns="45700" anchor="ctr" anchorCtr="0">
            <a:noAutofit/>
          </a:bodyPr>
          <a:lstStyle>
            <a:lvl1pPr lvl="0" algn="ctr" rtl="0">
              <a:spcBef>
                <a:spcPts val="0"/>
              </a:spcBef>
              <a:spcAft>
                <a:spcPts val="0"/>
              </a:spcAft>
              <a:buSzPts val="1400"/>
              <a:buNone/>
              <a:defRPr/>
            </a:lvl1pPr>
            <a:lvl2pPr lvl="1" algn="l" rtl="0">
              <a:spcBef>
                <a:spcPts val="0"/>
              </a:spcBef>
              <a:spcAft>
                <a:spcPts val="0"/>
              </a:spcAft>
              <a:buSzPts val="1400"/>
              <a:buNone/>
              <a:defRPr/>
            </a:lvl2pPr>
            <a:lvl3pPr lvl="2" algn="l" rtl="0">
              <a:spcBef>
                <a:spcPts val="0"/>
              </a:spcBef>
              <a:spcAft>
                <a:spcPts val="0"/>
              </a:spcAft>
              <a:buSzPts val="1400"/>
              <a:buNone/>
              <a:defRPr/>
            </a:lvl3pPr>
            <a:lvl4pPr lvl="3" algn="l" rtl="0">
              <a:spcBef>
                <a:spcPts val="0"/>
              </a:spcBef>
              <a:spcAft>
                <a:spcPts val="0"/>
              </a:spcAft>
              <a:buSzPts val="1400"/>
              <a:buNone/>
              <a:defRPr/>
            </a:lvl4pPr>
            <a:lvl5pPr lvl="4" algn="l" rtl="0">
              <a:spcBef>
                <a:spcPts val="0"/>
              </a:spcBef>
              <a:spcAft>
                <a:spcPts val="0"/>
              </a:spcAft>
              <a:buSzPts val="1400"/>
              <a:buNone/>
              <a:defRPr/>
            </a:lvl5pPr>
            <a:lvl6pPr lvl="5" algn="l" rtl="0">
              <a:spcBef>
                <a:spcPts val="0"/>
              </a:spcBef>
              <a:spcAft>
                <a:spcPts val="0"/>
              </a:spcAft>
              <a:buSzPts val="1400"/>
              <a:buNone/>
              <a:defRPr/>
            </a:lvl6pPr>
            <a:lvl7pPr lvl="6" algn="l" rtl="0">
              <a:spcBef>
                <a:spcPts val="0"/>
              </a:spcBef>
              <a:spcAft>
                <a:spcPts val="0"/>
              </a:spcAft>
              <a:buSzPts val="1400"/>
              <a:buNone/>
              <a:defRPr/>
            </a:lvl7pPr>
            <a:lvl8pPr lvl="7" algn="l" rtl="0">
              <a:spcBef>
                <a:spcPts val="0"/>
              </a:spcBef>
              <a:spcAft>
                <a:spcPts val="0"/>
              </a:spcAft>
              <a:buSzPts val="1400"/>
              <a:buNone/>
              <a:defRPr/>
            </a:lvl8pPr>
            <a:lvl9pPr lvl="8" algn="l" rtl="0">
              <a:spcBef>
                <a:spcPts val="0"/>
              </a:spcBef>
              <a:spcAft>
                <a:spcPts val="0"/>
              </a:spcAft>
              <a:buSzPts val="1400"/>
              <a:buNone/>
              <a:defRPr/>
            </a:lvl9pPr>
          </a:lstStyle>
          <a:p>
            <a:endParaRPr/>
          </a:p>
        </p:txBody>
      </p:sp>
      <p:sp>
        <p:nvSpPr>
          <p:cNvPr id="41" name="Google Shape;41;p80"/>
          <p:cNvSpPr txBox="1">
            <a:spLocks noGrp="1"/>
          </p:cNvSpPr>
          <p:nvPr>
            <p:ph type="sldNum" idx="12"/>
          </p:nvPr>
        </p:nvSpPr>
        <p:spPr>
          <a:xfrm>
            <a:off x="8610600" y="6356351"/>
            <a:ext cx="2743200" cy="365100"/>
          </a:xfrm>
          <a:prstGeom prst="rect">
            <a:avLst/>
          </a:prstGeom>
          <a:noFill/>
          <a:ln>
            <a:noFill/>
          </a:ln>
        </p:spPr>
        <p:txBody>
          <a:bodyPr spcFirstLastPara="1" wrap="square" lIns="91425" tIns="45700" rIns="91425" bIns="45700" anchor="ctr" anchorCtr="0">
            <a:noAutofit/>
          </a:bodyPr>
          <a:lstStyle>
            <a:lvl1pPr marL="0" lvl="0" indent="0" algn="r" rtl="0">
              <a:spcBef>
                <a:spcPts val="0"/>
              </a:spcBef>
              <a:buNone/>
              <a:defRPr>
                <a:solidFill>
                  <a:srgbClr val="888888"/>
                </a:solidFill>
              </a:defRPr>
            </a:lvl1pPr>
            <a:lvl2pPr marL="0" lvl="1" indent="0" algn="r" rtl="0">
              <a:spcBef>
                <a:spcPts val="0"/>
              </a:spcBef>
              <a:buNone/>
              <a:defRPr>
                <a:solidFill>
                  <a:srgbClr val="888888"/>
                </a:solidFill>
              </a:defRPr>
            </a:lvl2pPr>
            <a:lvl3pPr marL="0" lvl="2" indent="0" algn="r" rtl="0">
              <a:spcBef>
                <a:spcPts val="0"/>
              </a:spcBef>
              <a:buNone/>
              <a:defRPr>
                <a:solidFill>
                  <a:srgbClr val="888888"/>
                </a:solidFill>
              </a:defRPr>
            </a:lvl3pPr>
            <a:lvl4pPr marL="0" lvl="3" indent="0" algn="r" rtl="0">
              <a:spcBef>
                <a:spcPts val="0"/>
              </a:spcBef>
              <a:buNone/>
              <a:defRPr>
                <a:solidFill>
                  <a:srgbClr val="888888"/>
                </a:solidFill>
              </a:defRPr>
            </a:lvl4pPr>
            <a:lvl5pPr marL="0" lvl="4" indent="0" algn="r" rtl="0">
              <a:spcBef>
                <a:spcPts val="0"/>
              </a:spcBef>
              <a:buNone/>
              <a:defRPr>
                <a:solidFill>
                  <a:srgbClr val="888888"/>
                </a:solidFill>
              </a:defRPr>
            </a:lvl5pPr>
            <a:lvl6pPr marL="0" lvl="5" indent="0" algn="r" rtl="0">
              <a:spcBef>
                <a:spcPts val="0"/>
              </a:spcBef>
              <a:buNone/>
              <a:defRPr>
                <a:solidFill>
                  <a:srgbClr val="888888"/>
                </a:solidFill>
              </a:defRPr>
            </a:lvl6pPr>
            <a:lvl7pPr marL="0" lvl="6" indent="0" algn="r" rtl="0">
              <a:spcBef>
                <a:spcPts val="0"/>
              </a:spcBef>
              <a:buNone/>
              <a:defRPr>
                <a:solidFill>
                  <a:srgbClr val="888888"/>
                </a:solidFill>
              </a:defRPr>
            </a:lvl7pPr>
            <a:lvl8pPr marL="0" lvl="7" indent="0" algn="r" rtl="0">
              <a:spcBef>
                <a:spcPts val="0"/>
              </a:spcBef>
              <a:buNone/>
              <a:defRPr>
                <a:solidFill>
                  <a:srgbClr val="888888"/>
                </a:solidFill>
              </a:defRPr>
            </a:lvl8pPr>
            <a:lvl9pPr marL="0" lvl="8" indent="0" algn="r" rtl="0">
              <a:spcBef>
                <a:spcPts val="0"/>
              </a:spcBef>
              <a:buNone/>
              <a:defRPr>
                <a:solidFill>
                  <a:srgbClr val="888888"/>
                </a:solidFill>
              </a:defRPr>
            </a:lvl9pPr>
          </a:lstStyle>
          <a:p>
            <a:fld id="{00000000-1234-1234-1234-123412341234}" type="slidenum">
              <a:rPr lang="en-US" smtClean="0"/>
              <a:pPr/>
              <a:t>‹#›</a:t>
            </a:fld>
            <a:endParaRPr lang="en-US"/>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matchingName="Comparison" type="twoTxTwoObj">
  <p:cSld name="TWO_OBJECTS_WITH_TEXT">
    <p:spTree>
      <p:nvGrpSpPr>
        <p:cNvPr id="1" name="Shape 42"/>
        <p:cNvGrpSpPr/>
        <p:nvPr/>
      </p:nvGrpSpPr>
      <p:grpSpPr>
        <a:xfrm>
          <a:off x="0" y="0"/>
          <a:ext cx="0" cy="0"/>
          <a:chOff x="0" y="0"/>
          <a:chExt cx="0" cy="0"/>
        </a:xfrm>
      </p:grpSpPr>
      <p:sp>
        <p:nvSpPr>
          <p:cNvPr id="43" name="Google Shape;43;p81"/>
          <p:cNvSpPr txBox="1">
            <a:spLocks noGrp="1"/>
          </p:cNvSpPr>
          <p:nvPr>
            <p:ph type="title"/>
          </p:nvPr>
        </p:nvSpPr>
        <p:spPr>
          <a:xfrm>
            <a:off x="839788" y="365126"/>
            <a:ext cx="10515600" cy="1325700"/>
          </a:xfrm>
          <a:prstGeom prst="rect">
            <a:avLst/>
          </a:prstGeom>
          <a:noFill/>
          <a:ln>
            <a:noFill/>
          </a:ln>
        </p:spPr>
        <p:txBody>
          <a:bodyPr spcFirstLastPara="1" wrap="square" lIns="91425" tIns="45700" rIns="91425" bIns="45700" anchor="ctr" anchorCtr="0">
            <a:normAutofit/>
          </a:bodyPr>
          <a:lstStyle>
            <a:lvl1pPr lvl="0" algn="l" rtl="0">
              <a:lnSpc>
                <a:spcPct val="90000"/>
              </a:lnSpc>
              <a:spcBef>
                <a:spcPts val="0"/>
              </a:spcBef>
              <a:spcAft>
                <a:spcPts val="0"/>
              </a:spcAft>
              <a:buClr>
                <a:schemeClr val="dk1"/>
              </a:buClr>
              <a:buSzPts val="1800"/>
              <a:buNone/>
              <a:defRPr/>
            </a:lvl1pPr>
            <a:lvl2pPr lvl="1" rtl="0">
              <a:spcBef>
                <a:spcPts val="0"/>
              </a:spcBef>
              <a:spcAft>
                <a:spcPts val="0"/>
              </a:spcAft>
              <a:buSzPts val="1400"/>
              <a:buNone/>
              <a:defRPr/>
            </a:lvl2pPr>
            <a:lvl3pPr lvl="2" rtl="0">
              <a:spcBef>
                <a:spcPts val="0"/>
              </a:spcBef>
              <a:spcAft>
                <a:spcPts val="0"/>
              </a:spcAft>
              <a:buSzPts val="1400"/>
              <a:buNone/>
              <a:defRPr/>
            </a:lvl3pPr>
            <a:lvl4pPr lvl="3" rtl="0">
              <a:spcBef>
                <a:spcPts val="0"/>
              </a:spcBef>
              <a:spcAft>
                <a:spcPts val="0"/>
              </a:spcAft>
              <a:buSzPts val="1400"/>
              <a:buNone/>
              <a:defRPr/>
            </a:lvl4pPr>
            <a:lvl5pPr lvl="4" rtl="0">
              <a:spcBef>
                <a:spcPts val="0"/>
              </a:spcBef>
              <a:spcAft>
                <a:spcPts val="0"/>
              </a:spcAft>
              <a:buSzPts val="1400"/>
              <a:buNone/>
              <a:defRPr/>
            </a:lvl5pPr>
            <a:lvl6pPr lvl="5" rtl="0">
              <a:spcBef>
                <a:spcPts val="0"/>
              </a:spcBef>
              <a:spcAft>
                <a:spcPts val="0"/>
              </a:spcAft>
              <a:buSzPts val="1400"/>
              <a:buNone/>
              <a:defRPr/>
            </a:lvl6pPr>
            <a:lvl7pPr lvl="6" rtl="0">
              <a:spcBef>
                <a:spcPts val="0"/>
              </a:spcBef>
              <a:spcAft>
                <a:spcPts val="0"/>
              </a:spcAft>
              <a:buSzPts val="1400"/>
              <a:buNone/>
              <a:defRPr/>
            </a:lvl7pPr>
            <a:lvl8pPr lvl="7" rtl="0">
              <a:spcBef>
                <a:spcPts val="0"/>
              </a:spcBef>
              <a:spcAft>
                <a:spcPts val="0"/>
              </a:spcAft>
              <a:buSzPts val="1400"/>
              <a:buNone/>
              <a:defRPr/>
            </a:lvl8pPr>
            <a:lvl9pPr lvl="8" rtl="0">
              <a:spcBef>
                <a:spcPts val="0"/>
              </a:spcBef>
              <a:spcAft>
                <a:spcPts val="0"/>
              </a:spcAft>
              <a:buSzPts val="1400"/>
              <a:buNone/>
              <a:defRPr/>
            </a:lvl9pPr>
          </a:lstStyle>
          <a:p>
            <a:endParaRPr/>
          </a:p>
        </p:txBody>
      </p:sp>
      <p:sp>
        <p:nvSpPr>
          <p:cNvPr id="44" name="Google Shape;44;p81"/>
          <p:cNvSpPr txBox="1">
            <a:spLocks noGrp="1"/>
          </p:cNvSpPr>
          <p:nvPr>
            <p:ph type="body" idx="1"/>
          </p:nvPr>
        </p:nvSpPr>
        <p:spPr>
          <a:xfrm>
            <a:off x="839789" y="1681163"/>
            <a:ext cx="5157600" cy="823800"/>
          </a:xfrm>
          <a:prstGeom prst="rect">
            <a:avLst/>
          </a:prstGeom>
          <a:noFill/>
          <a:ln>
            <a:noFill/>
          </a:ln>
        </p:spPr>
        <p:txBody>
          <a:bodyPr spcFirstLastPara="1" wrap="square" lIns="91425" tIns="45700" rIns="91425" bIns="45700" anchor="b" anchorCtr="0">
            <a:normAutofit/>
          </a:bodyPr>
          <a:lstStyle>
            <a:lvl1pPr marL="457200" lvl="0" indent="-228600" algn="l" rtl="0">
              <a:lnSpc>
                <a:spcPct val="90000"/>
              </a:lnSpc>
              <a:spcBef>
                <a:spcPts val="750"/>
              </a:spcBef>
              <a:spcAft>
                <a:spcPts val="0"/>
              </a:spcAft>
              <a:buClr>
                <a:schemeClr val="dk1"/>
              </a:buClr>
              <a:buSzPts val="1800"/>
              <a:buNone/>
              <a:defRPr sz="1800" b="1"/>
            </a:lvl1pPr>
            <a:lvl2pPr marL="914400" lvl="1" indent="-228600" algn="l" rtl="0">
              <a:lnSpc>
                <a:spcPct val="90000"/>
              </a:lnSpc>
              <a:spcBef>
                <a:spcPts val="375"/>
              </a:spcBef>
              <a:spcAft>
                <a:spcPts val="0"/>
              </a:spcAft>
              <a:buClr>
                <a:schemeClr val="dk1"/>
              </a:buClr>
              <a:buSzPts val="1500"/>
              <a:buNone/>
              <a:defRPr sz="1500" b="1"/>
            </a:lvl2pPr>
            <a:lvl3pPr marL="1371600" lvl="2" indent="-228600" algn="l" rtl="0">
              <a:lnSpc>
                <a:spcPct val="90000"/>
              </a:lnSpc>
              <a:spcBef>
                <a:spcPts val="375"/>
              </a:spcBef>
              <a:spcAft>
                <a:spcPts val="0"/>
              </a:spcAft>
              <a:buClr>
                <a:schemeClr val="dk1"/>
              </a:buClr>
              <a:buSzPts val="1350"/>
              <a:buNone/>
              <a:defRPr sz="1350" b="1"/>
            </a:lvl3pPr>
            <a:lvl4pPr marL="1828800" lvl="3" indent="-228600" algn="l" rtl="0">
              <a:lnSpc>
                <a:spcPct val="90000"/>
              </a:lnSpc>
              <a:spcBef>
                <a:spcPts val="375"/>
              </a:spcBef>
              <a:spcAft>
                <a:spcPts val="0"/>
              </a:spcAft>
              <a:buClr>
                <a:schemeClr val="dk1"/>
              </a:buClr>
              <a:buSzPts val="1200"/>
              <a:buNone/>
              <a:defRPr sz="1200" b="1"/>
            </a:lvl4pPr>
            <a:lvl5pPr marL="2286000" lvl="4" indent="-228600" algn="l" rtl="0">
              <a:lnSpc>
                <a:spcPct val="90000"/>
              </a:lnSpc>
              <a:spcBef>
                <a:spcPts val="375"/>
              </a:spcBef>
              <a:spcAft>
                <a:spcPts val="0"/>
              </a:spcAft>
              <a:buClr>
                <a:schemeClr val="dk1"/>
              </a:buClr>
              <a:buSzPts val="1200"/>
              <a:buNone/>
              <a:defRPr sz="1200" b="1"/>
            </a:lvl5pPr>
            <a:lvl6pPr marL="2743200" lvl="5" indent="-228600" algn="l" rtl="0">
              <a:lnSpc>
                <a:spcPct val="90000"/>
              </a:lnSpc>
              <a:spcBef>
                <a:spcPts val="375"/>
              </a:spcBef>
              <a:spcAft>
                <a:spcPts val="0"/>
              </a:spcAft>
              <a:buClr>
                <a:schemeClr val="dk1"/>
              </a:buClr>
              <a:buSzPts val="1200"/>
              <a:buNone/>
              <a:defRPr sz="1200" b="1"/>
            </a:lvl6pPr>
            <a:lvl7pPr marL="3200400" lvl="6" indent="-228600" algn="l" rtl="0">
              <a:lnSpc>
                <a:spcPct val="90000"/>
              </a:lnSpc>
              <a:spcBef>
                <a:spcPts val="375"/>
              </a:spcBef>
              <a:spcAft>
                <a:spcPts val="0"/>
              </a:spcAft>
              <a:buClr>
                <a:schemeClr val="dk1"/>
              </a:buClr>
              <a:buSzPts val="1200"/>
              <a:buNone/>
              <a:defRPr sz="1200" b="1"/>
            </a:lvl7pPr>
            <a:lvl8pPr marL="3657600" lvl="7" indent="-228600" algn="l" rtl="0">
              <a:lnSpc>
                <a:spcPct val="90000"/>
              </a:lnSpc>
              <a:spcBef>
                <a:spcPts val="375"/>
              </a:spcBef>
              <a:spcAft>
                <a:spcPts val="0"/>
              </a:spcAft>
              <a:buClr>
                <a:schemeClr val="dk1"/>
              </a:buClr>
              <a:buSzPts val="1200"/>
              <a:buNone/>
              <a:defRPr sz="1200" b="1"/>
            </a:lvl8pPr>
            <a:lvl9pPr marL="4114800" lvl="8" indent="-228600" algn="l" rtl="0">
              <a:lnSpc>
                <a:spcPct val="90000"/>
              </a:lnSpc>
              <a:spcBef>
                <a:spcPts val="375"/>
              </a:spcBef>
              <a:spcAft>
                <a:spcPts val="0"/>
              </a:spcAft>
              <a:buClr>
                <a:schemeClr val="dk1"/>
              </a:buClr>
              <a:buSzPts val="1200"/>
              <a:buNone/>
              <a:defRPr sz="1200" b="1"/>
            </a:lvl9pPr>
          </a:lstStyle>
          <a:p>
            <a:endParaRPr/>
          </a:p>
        </p:txBody>
      </p:sp>
      <p:sp>
        <p:nvSpPr>
          <p:cNvPr id="45" name="Google Shape;45;p81"/>
          <p:cNvSpPr txBox="1">
            <a:spLocks noGrp="1"/>
          </p:cNvSpPr>
          <p:nvPr>
            <p:ph type="body" idx="2"/>
          </p:nvPr>
        </p:nvSpPr>
        <p:spPr>
          <a:xfrm>
            <a:off x="839789" y="2505075"/>
            <a:ext cx="5157600" cy="3684600"/>
          </a:xfrm>
          <a:prstGeom prst="rect">
            <a:avLst/>
          </a:prstGeom>
          <a:noFill/>
          <a:ln>
            <a:noFill/>
          </a:ln>
        </p:spPr>
        <p:txBody>
          <a:bodyPr spcFirstLastPara="1" wrap="square" lIns="91425" tIns="45700" rIns="91425" bIns="45700" anchor="t" anchorCtr="0">
            <a:normAutofit/>
          </a:bodyPr>
          <a:lstStyle>
            <a:lvl1pPr marL="457200" lvl="0" indent="-342900" algn="l" rtl="0">
              <a:lnSpc>
                <a:spcPct val="90000"/>
              </a:lnSpc>
              <a:spcBef>
                <a:spcPts val="750"/>
              </a:spcBef>
              <a:spcAft>
                <a:spcPts val="0"/>
              </a:spcAft>
              <a:buClr>
                <a:schemeClr val="dk1"/>
              </a:buClr>
              <a:buSzPts val="1800"/>
              <a:buChar char="•"/>
              <a:defRPr/>
            </a:lvl1pPr>
            <a:lvl2pPr marL="914400" lvl="1" indent="-342900" algn="l" rtl="0">
              <a:lnSpc>
                <a:spcPct val="90000"/>
              </a:lnSpc>
              <a:spcBef>
                <a:spcPts val="375"/>
              </a:spcBef>
              <a:spcAft>
                <a:spcPts val="0"/>
              </a:spcAft>
              <a:buClr>
                <a:schemeClr val="dk1"/>
              </a:buClr>
              <a:buSzPts val="1800"/>
              <a:buChar char="•"/>
              <a:defRPr/>
            </a:lvl2pPr>
            <a:lvl3pPr marL="1371600" lvl="2" indent="-342900" algn="l" rtl="0">
              <a:lnSpc>
                <a:spcPct val="90000"/>
              </a:lnSpc>
              <a:spcBef>
                <a:spcPts val="375"/>
              </a:spcBef>
              <a:spcAft>
                <a:spcPts val="0"/>
              </a:spcAft>
              <a:buClr>
                <a:schemeClr val="dk1"/>
              </a:buClr>
              <a:buSzPts val="1800"/>
              <a:buChar char="•"/>
              <a:defRPr/>
            </a:lvl3pPr>
            <a:lvl4pPr marL="1828800" lvl="3" indent="-342900" algn="l" rtl="0">
              <a:lnSpc>
                <a:spcPct val="90000"/>
              </a:lnSpc>
              <a:spcBef>
                <a:spcPts val="375"/>
              </a:spcBef>
              <a:spcAft>
                <a:spcPts val="0"/>
              </a:spcAft>
              <a:buClr>
                <a:schemeClr val="dk1"/>
              </a:buClr>
              <a:buSzPts val="1800"/>
              <a:buChar char="•"/>
              <a:defRPr/>
            </a:lvl4pPr>
            <a:lvl5pPr marL="2286000" lvl="4" indent="-342900" algn="l" rtl="0">
              <a:lnSpc>
                <a:spcPct val="90000"/>
              </a:lnSpc>
              <a:spcBef>
                <a:spcPts val="375"/>
              </a:spcBef>
              <a:spcAft>
                <a:spcPts val="0"/>
              </a:spcAft>
              <a:buClr>
                <a:schemeClr val="dk1"/>
              </a:buClr>
              <a:buSzPts val="1800"/>
              <a:buChar char="•"/>
              <a:defRPr/>
            </a:lvl5pPr>
            <a:lvl6pPr marL="2743200" lvl="5" indent="-342900" algn="l" rtl="0">
              <a:lnSpc>
                <a:spcPct val="90000"/>
              </a:lnSpc>
              <a:spcBef>
                <a:spcPts val="375"/>
              </a:spcBef>
              <a:spcAft>
                <a:spcPts val="0"/>
              </a:spcAft>
              <a:buClr>
                <a:schemeClr val="dk1"/>
              </a:buClr>
              <a:buSzPts val="1800"/>
              <a:buChar char="•"/>
              <a:defRPr/>
            </a:lvl6pPr>
            <a:lvl7pPr marL="3200400" lvl="6" indent="-342900" algn="l" rtl="0">
              <a:lnSpc>
                <a:spcPct val="90000"/>
              </a:lnSpc>
              <a:spcBef>
                <a:spcPts val="375"/>
              </a:spcBef>
              <a:spcAft>
                <a:spcPts val="0"/>
              </a:spcAft>
              <a:buClr>
                <a:schemeClr val="dk1"/>
              </a:buClr>
              <a:buSzPts val="1800"/>
              <a:buChar char="•"/>
              <a:defRPr/>
            </a:lvl7pPr>
            <a:lvl8pPr marL="3657600" lvl="7" indent="-342900" algn="l" rtl="0">
              <a:lnSpc>
                <a:spcPct val="90000"/>
              </a:lnSpc>
              <a:spcBef>
                <a:spcPts val="375"/>
              </a:spcBef>
              <a:spcAft>
                <a:spcPts val="0"/>
              </a:spcAft>
              <a:buClr>
                <a:schemeClr val="dk1"/>
              </a:buClr>
              <a:buSzPts val="1800"/>
              <a:buChar char="•"/>
              <a:defRPr/>
            </a:lvl8pPr>
            <a:lvl9pPr marL="4114800" lvl="8" indent="-342900" algn="l" rtl="0">
              <a:lnSpc>
                <a:spcPct val="90000"/>
              </a:lnSpc>
              <a:spcBef>
                <a:spcPts val="375"/>
              </a:spcBef>
              <a:spcAft>
                <a:spcPts val="0"/>
              </a:spcAft>
              <a:buClr>
                <a:schemeClr val="dk1"/>
              </a:buClr>
              <a:buSzPts val="1800"/>
              <a:buChar char="•"/>
              <a:defRPr/>
            </a:lvl9pPr>
          </a:lstStyle>
          <a:p>
            <a:endParaRPr/>
          </a:p>
        </p:txBody>
      </p:sp>
      <p:sp>
        <p:nvSpPr>
          <p:cNvPr id="46" name="Google Shape;46;p81"/>
          <p:cNvSpPr txBox="1">
            <a:spLocks noGrp="1"/>
          </p:cNvSpPr>
          <p:nvPr>
            <p:ph type="body" idx="3"/>
          </p:nvPr>
        </p:nvSpPr>
        <p:spPr>
          <a:xfrm>
            <a:off x="6172200" y="1681163"/>
            <a:ext cx="5183200" cy="823800"/>
          </a:xfrm>
          <a:prstGeom prst="rect">
            <a:avLst/>
          </a:prstGeom>
          <a:noFill/>
          <a:ln>
            <a:noFill/>
          </a:ln>
        </p:spPr>
        <p:txBody>
          <a:bodyPr spcFirstLastPara="1" wrap="square" lIns="91425" tIns="45700" rIns="91425" bIns="45700" anchor="b" anchorCtr="0">
            <a:normAutofit/>
          </a:bodyPr>
          <a:lstStyle>
            <a:lvl1pPr marL="457200" lvl="0" indent="-228600" algn="l" rtl="0">
              <a:lnSpc>
                <a:spcPct val="90000"/>
              </a:lnSpc>
              <a:spcBef>
                <a:spcPts val="750"/>
              </a:spcBef>
              <a:spcAft>
                <a:spcPts val="0"/>
              </a:spcAft>
              <a:buClr>
                <a:schemeClr val="dk1"/>
              </a:buClr>
              <a:buSzPts val="1800"/>
              <a:buNone/>
              <a:defRPr sz="1800" b="1"/>
            </a:lvl1pPr>
            <a:lvl2pPr marL="914400" lvl="1" indent="-228600" algn="l" rtl="0">
              <a:lnSpc>
                <a:spcPct val="90000"/>
              </a:lnSpc>
              <a:spcBef>
                <a:spcPts val="375"/>
              </a:spcBef>
              <a:spcAft>
                <a:spcPts val="0"/>
              </a:spcAft>
              <a:buClr>
                <a:schemeClr val="dk1"/>
              </a:buClr>
              <a:buSzPts val="1500"/>
              <a:buNone/>
              <a:defRPr sz="1500" b="1"/>
            </a:lvl2pPr>
            <a:lvl3pPr marL="1371600" lvl="2" indent="-228600" algn="l" rtl="0">
              <a:lnSpc>
                <a:spcPct val="90000"/>
              </a:lnSpc>
              <a:spcBef>
                <a:spcPts val="375"/>
              </a:spcBef>
              <a:spcAft>
                <a:spcPts val="0"/>
              </a:spcAft>
              <a:buClr>
                <a:schemeClr val="dk1"/>
              </a:buClr>
              <a:buSzPts val="1350"/>
              <a:buNone/>
              <a:defRPr sz="1350" b="1"/>
            </a:lvl3pPr>
            <a:lvl4pPr marL="1828800" lvl="3" indent="-228600" algn="l" rtl="0">
              <a:lnSpc>
                <a:spcPct val="90000"/>
              </a:lnSpc>
              <a:spcBef>
                <a:spcPts val="375"/>
              </a:spcBef>
              <a:spcAft>
                <a:spcPts val="0"/>
              </a:spcAft>
              <a:buClr>
                <a:schemeClr val="dk1"/>
              </a:buClr>
              <a:buSzPts val="1200"/>
              <a:buNone/>
              <a:defRPr sz="1200" b="1"/>
            </a:lvl4pPr>
            <a:lvl5pPr marL="2286000" lvl="4" indent="-228600" algn="l" rtl="0">
              <a:lnSpc>
                <a:spcPct val="90000"/>
              </a:lnSpc>
              <a:spcBef>
                <a:spcPts val="375"/>
              </a:spcBef>
              <a:spcAft>
                <a:spcPts val="0"/>
              </a:spcAft>
              <a:buClr>
                <a:schemeClr val="dk1"/>
              </a:buClr>
              <a:buSzPts val="1200"/>
              <a:buNone/>
              <a:defRPr sz="1200" b="1"/>
            </a:lvl5pPr>
            <a:lvl6pPr marL="2743200" lvl="5" indent="-228600" algn="l" rtl="0">
              <a:lnSpc>
                <a:spcPct val="90000"/>
              </a:lnSpc>
              <a:spcBef>
                <a:spcPts val="375"/>
              </a:spcBef>
              <a:spcAft>
                <a:spcPts val="0"/>
              </a:spcAft>
              <a:buClr>
                <a:schemeClr val="dk1"/>
              </a:buClr>
              <a:buSzPts val="1200"/>
              <a:buNone/>
              <a:defRPr sz="1200" b="1"/>
            </a:lvl6pPr>
            <a:lvl7pPr marL="3200400" lvl="6" indent="-228600" algn="l" rtl="0">
              <a:lnSpc>
                <a:spcPct val="90000"/>
              </a:lnSpc>
              <a:spcBef>
                <a:spcPts val="375"/>
              </a:spcBef>
              <a:spcAft>
                <a:spcPts val="0"/>
              </a:spcAft>
              <a:buClr>
                <a:schemeClr val="dk1"/>
              </a:buClr>
              <a:buSzPts val="1200"/>
              <a:buNone/>
              <a:defRPr sz="1200" b="1"/>
            </a:lvl7pPr>
            <a:lvl8pPr marL="3657600" lvl="7" indent="-228600" algn="l" rtl="0">
              <a:lnSpc>
                <a:spcPct val="90000"/>
              </a:lnSpc>
              <a:spcBef>
                <a:spcPts val="375"/>
              </a:spcBef>
              <a:spcAft>
                <a:spcPts val="0"/>
              </a:spcAft>
              <a:buClr>
                <a:schemeClr val="dk1"/>
              </a:buClr>
              <a:buSzPts val="1200"/>
              <a:buNone/>
              <a:defRPr sz="1200" b="1"/>
            </a:lvl8pPr>
            <a:lvl9pPr marL="4114800" lvl="8" indent="-228600" algn="l" rtl="0">
              <a:lnSpc>
                <a:spcPct val="90000"/>
              </a:lnSpc>
              <a:spcBef>
                <a:spcPts val="375"/>
              </a:spcBef>
              <a:spcAft>
                <a:spcPts val="0"/>
              </a:spcAft>
              <a:buClr>
                <a:schemeClr val="dk1"/>
              </a:buClr>
              <a:buSzPts val="1200"/>
              <a:buNone/>
              <a:defRPr sz="1200" b="1"/>
            </a:lvl9pPr>
          </a:lstStyle>
          <a:p>
            <a:endParaRPr/>
          </a:p>
        </p:txBody>
      </p:sp>
      <p:sp>
        <p:nvSpPr>
          <p:cNvPr id="47" name="Google Shape;47;p81"/>
          <p:cNvSpPr txBox="1">
            <a:spLocks noGrp="1"/>
          </p:cNvSpPr>
          <p:nvPr>
            <p:ph type="body" idx="4"/>
          </p:nvPr>
        </p:nvSpPr>
        <p:spPr>
          <a:xfrm>
            <a:off x="6172200" y="2505075"/>
            <a:ext cx="5183200" cy="3684600"/>
          </a:xfrm>
          <a:prstGeom prst="rect">
            <a:avLst/>
          </a:prstGeom>
          <a:noFill/>
          <a:ln>
            <a:noFill/>
          </a:ln>
        </p:spPr>
        <p:txBody>
          <a:bodyPr spcFirstLastPara="1" wrap="square" lIns="91425" tIns="45700" rIns="91425" bIns="45700" anchor="t" anchorCtr="0">
            <a:normAutofit/>
          </a:bodyPr>
          <a:lstStyle>
            <a:lvl1pPr marL="457200" lvl="0" indent="-342900" algn="l" rtl="0">
              <a:lnSpc>
                <a:spcPct val="90000"/>
              </a:lnSpc>
              <a:spcBef>
                <a:spcPts val="750"/>
              </a:spcBef>
              <a:spcAft>
                <a:spcPts val="0"/>
              </a:spcAft>
              <a:buClr>
                <a:schemeClr val="dk1"/>
              </a:buClr>
              <a:buSzPts val="1800"/>
              <a:buChar char="•"/>
              <a:defRPr/>
            </a:lvl1pPr>
            <a:lvl2pPr marL="914400" lvl="1" indent="-342900" algn="l" rtl="0">
              <a:lnSpc>
                <a:spcPct val="90000"/>
              </a:lnSpc>
              <a:spcBef>
                <a:spcPts val="375"/>
              </a:spcBef>
              <a:spcAft>
                <a:spcPts val="0"/>
              </a:spcAft>
              <a:buClr>
                <a:schemeClr val="dk1"/>
              </a:buClr>
              <a:buSzPts val="1800"/>
              <a:buChar char="•"/>
              <a:defRPr/>
            </a:lvl2pPr>
            <a:lvl3pPr marL="1371600" lvl="2" indent="-342900" algn="l" rtl="0">
              <a:lnSpc>
                <a:spcPct val="90000"/>
              </a:lnSpc>
              <a:spcBef>
                <a:spcPts val="375"/>
              </a:spcBef>
              <a:spcAft>
                <a:spcPts val="0"/>
              </a:spcAft>
              <a:buClr>
                <a:schemeClr val="dk1"/>
              </a:buClr>
              <a:buSzPts val="1800"/>
              <a:buChar char="•"/>
              <a:defRPr/>
            </a:lvl3pPr>
            <a:lvl4pPr marL="1828800" lvl="3" indent="-342900" algn="l" rtl="0">
              <a:lnSpc>
                <a:spcPct val="90000"/>
              </a:lnSpc>
              <a:spcBef>
                <a:spcPts val="375"/>
              </a:spcBef>
              <a:spcAft>
                <a:spcPts val="0"/>
              </a:spcAft>
              <a:buClr>
                <a:schemeClr val="dk1"/>
              </a:buClr>
              <a:buSzPts val="1800"/>
              <a:buChar char="•"/>
              <a:defRPr/>
            </a:lvl4pPr>
            <a:lvl5pPr marL="2286000" lvl="4" indent="-342900" algn="l" rtl="0">
              <a:lnSpc>
                <a:spcPct val="90000"/>
              </a:lnSpc>
              <a:spcBef>
                <a:spcPts val="375"/>
              </a:spcBef>
              <a:spcAft>
                <a:spcPts val="0"/>
              </a:spcAft>
              <a:buClr>
                <a:schemeClr val="dk1"/>
              </a:buClr>
              <a:buSzPts val="1800"/>
              <a:buChar char="•"/>
              <a:defRPr/>
            </a:lvl5pPr>
            <a:lvl6pPr marL="2743200" lvl="5" indent="-342900" algn="l" rtl="0">
              <a:lnSpc>
                <a:spcPct val="90000"/>
              </a:lnSpc>
              <a:spcBef>
                <a:spcPts val="375"/>
              </a:spcBef>
              <a:spcAft>
                <a:spcPts val="0"/>
              </a:spcAft>
              <a:buClr>
                <a:schemeClr val="dk1"/>
              </a:buClr>
              <a:buSzPts val="1800"/>
              <a:buChar char="•"/>
              <a:defRPr/>
            </a:lvl6pPr>
            <a:lvl7pPr marL="3200400" lvl="6" indent="-342900" algn="l" rtl="0">
              <a:lnSpc>
                <a:spcPct val="90000"/>
              </a:lnSpc>
              <a:spcBef>
                <a:spcPts val="375"/>
              </a:spcBef>
              <a:spcAft>
                <a:spcPts val="0"/>
              </a:spcAft>
              <a:buClr>
                <a:schemeClr val="dk1"/>
              </a:buClr>
              <a:buSzPts val="1800"/>
              <a:buChar char="•"/>
              <a:defRPr/>
            </a:lvl7pPr>
            <a:lvl8pPr marL="3657600" lvl="7" indent="-342900" algn="l" rtl="0">
              <a:lnSpc>
                <a:spcPct val="90000"/>
              </a:lnSpc>
              <a:spcBef>
                <a:spcPts val="375"/>
              </a:spcBef>
              <a:spcAft>
                <a:spcPts val="0"/>
              </a:spcAft>
              <a:buClr>
                <a:schemeClr val="dk1"/>
              </a:buClr>
              <a:buSzPts val="1800"/>
              <a:buChar char="•"/>
              <a:defRPr/>
            </a:lvl8pPr>
            <a:lvl9pPr marL="4114800" lvl="8" indent="-342900" algn="l" rtl="0">
              <a:lnSpc>
                <a:spcPct val="90000"/>
              </a:lnSpc>
              <a:spcBef>
                <a:spcPts val="375"/>
              </a:spcBef>
              <a:spcAft>
                <a:spcPts val="0"/>
              </a:spcAft>
              <a:buClr>
                <a:schemeClr val="dk1"/>
              </a:buClr>
              <a:buSzPts val="1800"/>
              <a:buChar char="•"/>
              <a:defRPr/>
            </a:lvl9pPr>
          </a:lstStyle>
          <a:p>
            <a:endParaRPr/>
          </a:p>
        </p:txBody>
      </p:sp>
      <p:sp>
        <p:nvSpPr>
          <p:cNvPr id="48" name="Google Shape;48;p81"/>
          <p:cNvSpPr txBox="1">
            <a:spLocks noGrp="1"/>
          </p:cNvSpPr>
          <p:nvPr>
            <p:ph type="dt" idx="10"/>
          </p:nvPr>
        </p:nvSpPr>
        <p:spPr>
          <a:xfrm>
            <a:off x="838200" y="6356351"/>
            <a:ext cx="2743200" cy="365100"/>
          </a:xfrm>
          <a:prstGeom prst="rect">
            <a:avLst/>
          </a:prstGeom>
          <a:noFill/>
          <a:ln>
            <a:noFill/>
          </a:ln>
        </p:spPr>
        <p:txBody>
          <a:bodyPr spcFirstLastPara="1" wrap="square" lIns="91425" tIns="45700" rIns="91425" bIns="45700" anchor="ctr" anchorCtr="0">
            <a:noAutofit/>
          </a:bodyPr>
          <a:lstStyle>
            <a:lvl1pPr lvl="0" algn="l" rtl="0">
              <a:spcBef>
                <a:spcPts val="0"/>
              </a:spcBef>
              <a:spcAft>
                <a:spcPts val="0"/>
              </a:spcAft>
              <a:buSzPts val="1400"/>
              <a:buNone/>
              <a:defRPr/>
            </a:lvl1pPr>
            <a:lvl2pPr lvl="1" algn="l" rtl="0">
              <a:spcBef>
                <a:spcPts val="0"/>
              </a:spcBef>
              <a:spcAft>
                <a:spcPts val="0"/>
              </a:spcAft>
              <a:buSzPts val="1400"/>
              <a:buNone/>
              <a:defRPr/>
            </a:lvl2pPr>
            <a:lvl3pPr lvl="2" algn="l" rtl="0">
              <a:spcBef>
                <a:spcPts val="0"/>
              </a:spcBef>
              <a:spcAft>
                <a:spcPts val="0"/>
              </a:spcAft>
              <a:buSzPts val="1400"/>
              <a:buNone/>
              <a:defRPr/>
            </a:lvl3pPr>
            <a:lvl4pPr lvl="3" algn="l" rtl="0">
              <a:spcBef>
                <a:spcPts val="0"/>
              </a:spcBef>
              <a:spcAft>
                <a:spcPts val="0"/>
              </a:spcAft>
              <a:buSzPts val="1400"/>
              <a:buNone/>
              <a:defRPr/>
            </a:lvl4pPr>
            <a:lvl5pPr lvl="4" algn="l" rtl="0">
              <a:spcBef>
                <a:spcPts val="0"/>
              </a:spcBef>
              <a:spcAft>
                <a:spcPts val="0"/>
              </a:spcAft>
              <a:buSzPts val="1400"/>
              <a:buNone/>
              <a:defRPr/>
            </a:lvl5pPr>
            <a:lvl6pPr lvl="5" algn="l" rtl="0">
              <a:spcBef>
                <a:spcPts val="0"/>
              </a:spcBef>
              <a:spcAft>
                <a:spcPts val="0"/>
              </a:spcAft>
              <a:buSzPts val="1400"/>
              <a:buNone/>
              <a:defRPr/>
            </a:lvl6pPr>
            <a:lvl7pPr lvl="6" algn="l" rtl="0">
              <a:spcBef>
                <a:spcPts val="0"/>
              </a:spcBef>
              <a:spcAft>
                <a:spcPts val="0"/>
              </a:spcAft>
              <a:buSzPts val="1400"/>
              <a:buNone/>
              <a:defRPr/>
            </a:lvl7pPr>
            <a:lvl8pPr lvl="7" algn="l" rtl="0">
              <a:spcBef>
                <a:spcPts val="0"/>
              </a:spcBef>
              <a:spcAft>
                <a:spcPts val="0"/>
              </a:spcAft>
              <a:buSzPts val="1400"/>
              <a:buNone/>
              <a:defRPr/>
            </a:lvl8pPr>
            <a:lvl9pPr lvl="8" algn="l" rtl="0">
              <a:spcBef>
                <a:spcPts val="0"/>
              </a:spcBef>
              <a:spcAft>
                <a:spcPts val="0"/>
              </a:spcAft>
              <a:buSzPts val="1400"/>
              <a:buNone/>
              <a:defRPr/>
            </a:lvl9pPr>
          </a:lstStyle>
          <a:p>
            <a:endParaRPr/>
          </a:p>
        </p:txBody>
      </p:sp>
      <p:sp>
        <p:nvSpPr>
          <p:cNvPr id="49" name="Google Shape;49;p81"/>
          <p:cNvSpPr txBox="1">
            <a:spLocks noGrp="1"/>
          </p:cNvSpPr>
          <p:nvPr>
            <p:ph type="ftr" idx="11"/>
          </p:nvPr>
        </p:nvSpPr>
        <p:spPr>
          <a:xfrm>
            <a:off x="4038600" y="6356351"/>
            <a:ext cx="4114800" cy="365100"/>
          </a:xfrm>
          <a:prstGeom prst="rect">
            <a:avLst/>
          </a:prstGeom>
          <a:noFill/>
          <a:ln>
            <a:noFill/>
          </a:ln>
        </p:spPr>
        <p:txBody>
          <a:bodyPr spcFirstLastPara="1" wrap="square" lIns="91425" tIns="45700" rIns="91425" bIns="45700" anchor="ctr" anchorCtr="0">
            <a:noAutofit/>
          </a:bodyPr>
          <a:lstStyle>
            <a:lvl1pPr lvl="0" algn="ctr" rtl="0">
              <a:spcBef>
                <a:spcPts val="0"/>
              </a:spcBef>
              <a:spcAft>
                <a:spcPts val="0"/>
              </a:spcAft>
              <a:buSzPts val="1400"/>
              <a:buNone/>
              <a:defRPr/>
            </a:lvl1pPr>
            <a:lvl2pPr lvl="1" algn="l" rtl="0">
              <a:spcBef>
                <a:spcPts val="0"/>
              </a:spcBef>
              <a:spcAft>
                <a:spcPts val="0"/>
              </a:spcAft>
              <a:buSzPts val="1400"/>
              <a:buNone/>
              <a:defRPr/>
            </a:lvl2pPr>
            <a:lvl3pPr lvl="2" algn="l" rtl="0">
              <a:spcBef>
                <a:spcPts val="0"/>
              </a:spcBef>
              <a:spcAft>
                <a:spcPts val="0"/>
              </a:spcAft>
              <a:buSzPts val="1400"/>
              <a:buNone/>
              <a:defRPr/>
            </a:lvl3pPr>
            <a:lvl4pPr lvl="3" algn="l" rtl="0">
              <a:spcBef>
                <a:spcPts val="0"/>
              </a:spcBef>
              <a:spcAft>
                <a:spcPts val="0"/>
              </a:spcAft>
              <a:buSzPts val="1400"/>
              <a:buNone/>
              <a:defRPr/>
            </a:lvl4pPr>
            <a:lvl5pPr lvl="4" algn="l" rtl="0">
              <a:spcBef>
                <a:spcPts val="0"/>
              </a:spcBef>
              <a:spcAft>
                <a:spcPts val="0"/>
              </a:spcAft>
              <a:buSzPts val="1400"/>
              <a:buNone/>
              <a:defRPr/>
            </a:lvl5pPr>
            <a:lvl6pPr lvl="5" algn="l" rtl="0">
              <a:spcBef>
                <a:spcPts val="0"/>
              </a:spcBef>
              <a:spcAft>
                <a:spcPts val="0"/>
              </a:spcAft>
              <a:buSzPts val="1400"/>
              <a:buNone/>
              <a:defRPr/>
            </a:lvl6pPr>
            <a:lvl7pPr lvl="6" algn="l" rtl="0">
              <a:spcBef>
                <a:spcPts val="0"/>
              </a:spcBef>
              <a:spcAft>
                <a:spcPts val="0"/>
              </a:spcAft>
              <a:buSzPts val="1400"/>
              <a:buNone/>
              <a:defRPr/>
            </a:lvl7pPr>
            <a:lvl8pPr lvl="7" algn="l" rtl="0">
              <a:spcBef>
                <a:spcPts val="0"/>
              </a:spcBef>
              <a:spcAft>
                <a:spcPts val="0"/>
              </a:spcAft>
              <a:buSzPts val="1400"/>
              <a:buNone/>
              <a:defRPr/>
            </a:lvl8pPr>
            <a:lvl9pPr lvl="8" algn="l" rtl="0">
              <a:spcBef>
                <a:spcPts val="0"/>
              </a:spcBef>
              <a:spcAft>
                <a:spcPts val="0"/>
              </a:spcAft>
              <a:buSzPts val="1400"/>
              <a:buNone/>
              <a:defRPr/>
            </a:lvl9pPr>
          </a:lstStyle>
          <a:p>
            <a:endParaRPr/>
          </a:p>
        </p:txBody>
      </p:sp>
      <p:sp>
        <p:nvSpPr>
          <p:cNvPr id="50" name="Google Shape;50;p81"/>
          <p:cNvSpPr txBox="1">
            <a:spLocks noGrp="1"/>
          </p:cNvSpPr>
          <p:nvPr>
            <p:ph type="sldNum" idx="12"/>
          </p:nvPr>
        </p:nvSpPr>
        <p:spPr>
          <a:xfrm>
            <a:off x="8610600" y="6356351"/>
            <a:ext cx="2743200" cy="365100"/>
          </a:xfrm>
          <a:prstGeom prst="rect">
            <a:avLst/>
          </a:prstGeom>
          <a:noFill/>
          <a:ln>
            <a:noFill/>
          </a:ln>
        </p:spPr>
        <p:txBody>
          <a:bodyPr spcFirstLastPara="1" wrap="square" lIns="91425" tIns="45700" rIns="91425" bIns="45700" anchor="ctr" anchorCtr="0">
            <a:noAutofit/>
          </a:bodyPr>
          <a:lstStyle>
            <a:lvl1pPr marL="0" lvl="0" indent="0" algn="r" rtl="0">
              <a:spcBef>
                <a:spcPts val="0"/>
              </a:spcBef>
              <a:buNone/>
              <a:defRPr>
                <a:solidFill>
                  <a:srgbClr val="888888"/>
                </a:solidFill>
              </a:defRPr>
            </a:lvl1pPr>
            <a:lvl2pPr marL="0" lvl="1" indent="0" algn="r" rtl="0">
              <a:spcBef>
                <a:spcPts val="0"/>
              </a:spcBef>
              <a:buNone/>
              <a:defRPr>
                <a:solidFill>
                  <a:srgbClr val="888888"/>
                </a:solidFill>
              </a:defRPr>
            </a:lvl2pPr>
            <a:lvl3pPr marL="0" lvl="2" indent="0" algn="r" rtl="0">
              <a:spcBef>
                <a:spcPts val="0"/>
              </a:spcBef>
              <a:buNone/>
              <a:defRPr>
                <a:solidFill>
                  <a:srgbClr val="888888"/>
                </a:solidFill>
              </a:defRPr>
            </a:lvl3pPr>
            <a:lvl4pPr marL="0" lvl="3" indent="0" algn="r" rtl="0">
              <a:spcBef>
                <a:spcPts val="0"/>
              </a:spcBef>
              <a:buNone/>
              <a:defRPr>
                <a:solidFill>
                  <a:srgbClr val="888888"/>
                </a:solidFill>
              </a:defRPr>
            </a:lvl4pPr>
            <a:lvl5pPr marL="0" lvl="4" indent="0" algn="r" rtl="0">
              <a:spcBef>
                <a:spcPts val="0"/>
              </a:spcBef>
              <a:buNone/>
              <a:defRPr>
                <a:solidFill>
                  <a:srgbClr val="888888"/>
                </a:solidFill>
              </a:defRPr>
            </a:lvl5pPr>
            <a:lvl6pPr marL="0" lvl="5" indent="0" algn="r" rtl="0">
              <a:spcBef>
                <a:spcPts val="0"/>
              </a:spcBef>
              <a:buNone/>
              <a:defRPr>
                <a:solidFill>
                  <a:srgbClr val="888888"/>
                </a:solidFill>
              </a:defRPr>
            </a:lvl6pPr>
            <a:lvl7pPr marL="0" lvl="6" indent="0" algn="r" rtl="0">
              <a:spcBef>
                <a:spcPts val="0"/>
              </a:spcBef>
              <a:buNone/>
              <a:defRPr>
                <a:solidFill>
                  <a:srgbClr val="888888"/>
                </a:solidFill>
              </a:defRPr>
            </a:lvl7pPr>
            <a:lvl8pPr marL="0" lvl="7" indent="0" algn="r" rtl="0">
              <a:spcBef>
                <a:spcPts val="0"/>
              </a:spcBef>
              <a:buNone/>
              <a:defRPr>
                <a:solidFill>
                  <a:srgbClr val="888888"/>
                </a:solidFill>
              </a:defRPr>
            </a:lvl8pPr>
            <a:lvl9pPr marL="0" lvl="8" indent="0" algn="r" rtl="0">
              <a:spcBef>
                <a:spcPts val="0"/>
              </a:spcBef>
              <a:buNone/>
              <a:defRPr>
                <a:solidFill>
                  <a:srgbClr val="888888"/>
                </a:solidFill>
              </a:defRPr>
            </a:lvl9pPr>
          </a:lstStyle>
          <a:p>
            <a:fld id="{00000000-1234-1234-1234-123412341234}" type="slidenum">
              <a:rPr lang="en-US" smtClean="0"/>
              <a:pPr/>
              <a:t>‹#›</a:t>
            </a:fld>
            <a:endParaRPr lang="en-US"/>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matchingName="Title Only" type="titleOnly">
  <p:cSld name="TITLE_ONLY">
    <p:spTree>
      <p:nvGrpSpPr>
        <p:cNvPr id="1" name="Shape 51"/>
        <p:cNvGrpSpPr/>
        <p:nvPr/>
      </p:nvGrpSpPr>
      <p:grpSpPr>
        <a:xfrm>
          <a:off x="0" y="0"/>
          <a:ext cx="0" cy="0"/>
          <a:chOff x="0" y="0"/>
          <a:chExt cx="0" cy="0"/>
        </a:xfrm>
      </p:grpSpPr>
      <p:sp>
        <p:nvSpPr>
          <p:cNvPr id="52" name="Google Shape;52;p82"/>
          <p:cNvSpPr txBox="1">
            <a:spLocks noGrp="1"/>
          </p:cNvSpPr>
          <p:nvPr>
            <p:ph type="title"/>
          </p:nvPr>
        </p:nvSpPr>
        <p:spPr>
          <a:xfrm>
            <a:off x="838200" y="365126"/>
            <a:ext cx="10515600" cy="1325700"/>
          </a:xfrm>
          <a:prstGeom prst="rect">
            <a:avLst/>
          </a:prstGeom>
          <a:noFill/>
          <a:ln>
            <a:noFill/>
          </a:ln>
        </p:spPr>
        <p:txBody>
          <a:bodyPr spcFirstLastPara="1" wrap="square" lIns="91425" tIns="45700" rIns="91425" bIns="45700" anchor="ctr" anchorCtr="0">
            <a:normAutofit/>
          </a:bodyPr>
          <a:lstStyle>
            <a:lvl1pPr lvl="0" algn="l" rtl="0">
              <a:lnSpc>
                <a:spcPct val="90000"/>
              </a:lnSpc>
              <a:spcBef>
                <a:spcPts val="0"/>
              </a:spcBef>
              <a:spcAft>
                <a:spcPts val="0"/>
              </a:spcAft>
              <a:buClr>
                <a:schemeClr val="dk1"/>
              </a:buClr>
              <a:buSzPts val="1800"/>
              <a:buNone/>
              <a:defRPr/>
            </a:lvl1pPr>
            <a:lvl2pPr lvl="1" rtl="0">
              <a:spcBef>
                <a:spcPts val="0"/>
              </a:spcBef>
              <a:spcAft>
                <a:spcPts val="0"/>
              </a:spcAft>
              <a:buSzPts val="1400"/>
              <a:buNone/>
              <a:defRPr/>
            </a:lvl2pPr>
            <a:lvl3pPr lvl="2" rtl="0">
              <a:spcBef>
                <a:spcPts val="0"/>
              </a:spcBef>
              <a:spcAft>
                <a:spcPts val="0"/>
              </a:spcAft>
              <a:buSzPts val="1400"/>
              <a:buNone/>
              <a:defRPr/>
            </a:lvl3pPr>
            <a:lvl4pPr lvl="3" rtl="0">
              <a:spcBef>
                <a:spcPts val="0"/>
              </a:spcBef>
              <a:spcAft>
                <a:spcPts val="0"/>
              </a:spcAft>
              <a:buSzPts val="1400"/>
              <a:buNone/>
              <a:defRPr/>
            </a:lvl4pPr>
            <a:lvl5pPr lvl="4" rtl="0">
              <a:spcBef>
                <a:spcPts val="0"/>
              </a:spcBef>
              <a:spcAft>
                <a:spcPts val="0"/>
              </a:spcAft>
              <a:buSzPts val="1400"/>
              <a:buNone/>
              <a:defRPr/>
            </a:lvl5pPr>
            <a:lvl6pPr lvl="5" rtl="0">
              <a:spcBef>
                <a:spcPts val="0"/>
              </a:spcBef>
              <a:spcAft>
                <a:spcPts val="0"/>
              </a:spcAft>
              <a:buSzPts val="1400"/>
              <a:buNone/>
              <a:defRPr/>
            </a:lvl6pPr>
            <a:lvl7pPr lvl="6" rtl="0">
              <a:spcBef>
                <a:spcPts val="0"/>
              </a:spcBef>
              <a:spcAft>
                <a:spcPts val="0"/>
              </a:spcAft>
              <a:buSzPts val="1400"/>
              <a:buNone/>
              <a:defRPr/>
            </a:lvl7pPr>
            <a:lvl8pPr lvl="7" rtl="0">
              <a:spcBef>
                <a:spcPts val="0"/>
              </a:spcBef>
              <a:spcAft>
                <a:spcPts val="0"/>
              </a:spcAft>
              <a:buSzPts val="1400"/>
              <a:buNone/>
              <a:defRPr/>
            </a:lvl8pPr>
            <a:lvl9pPr lvl="8" rtl="0">
              <a:spcBef>
                <a:spcPts val="0"/>
              </a:spcBef>
              <a:spcAft>
                <a:spcPts val="0"/>
              </a:spcAft>
              <a:buSzPts val="1400"/>
              <a:buNone/>
              <a:defRPr/>
            </a:lvl9pPr>
          </a:lstStyle>
          <a:p>
            <a:endParaRPr/>
          </a:p>
        </p:txBody>
      </p:sp>
      <p:sp>
        <p:nvSpPr>
          <p:cNvPr id="53" name="Google Shape;53;p82"/>
          <p:cNvSpPr txBox="1">
            <a:spLocks noGrp="1"/>
          </p:cNvSpPr>
          <p:nvPr>
            <p:ph type="dt" idx="10"/>
          </p:nvPr>
        </p:nvSpPr>
        <p:spPr>
          <a:xfrm>
            <a:off x="838200" y="6356351"/>
            <a:ext cx="2743200" cy="365100"/>
          </a:xfrm>
          <a:prstGeom prst="rect">
            <a:avLst/>
          </a:prstGeom>
          <a:noFill/>
          <a:ln>
            <a:noFill/>
          </a:ln>
        </p:spPr>
        <p:txBody>
          <a:bodyPr spcFirstLastPara="1" wrap="square" lIns="91425" tIns="45700" rIns="91425" bIns="45700" anchor="ctr" anchorCtr="0">
            <a:noAutofit/>
          </a:bodyPr>
          <a:lstStyle>
            <a:lvl1pPr lvl="0" algn="l" rtl="0">
              <a:spcBef>
                <a:spcPts val="0"/>
              </a:spcBef>
              <a:spcAft>
                <a:spcPts val="0"/>
              </a:spcAft>
              <a:buSzPts val="1400"/>
              <a:buNone/>
              <a:defRPr/>
            </a:lvl1pPr>
            <a:lvl2pPr lvl="1" algn="l" rtl="0">
              <a:spcBef>
                <a:spcPts val="0"/>
              </a:spcBef>
              <a:spcAft>
                <a:spcPts val="0"/>
              </a:spcAft>
              <a:buSzPts val="1400"/>
              <a:buNone/>
              <a:defRPr/>
            </a:lvl2pPr>
            <a:lvl3pPr lvl="2" algn="l" rtl="0">
              <a:spcBef>
                <a:spcPts val="0"/>
              </a:spcBef>
              <a:spcAft>
                <a:spcPts val="0"/>
              </a:spcAft>
              <a:buSzPts val="1400"/>
              <a:buNone/>
              <a:defRPr/>
            </a:lvl3pPr>
            <a:lvl4pPr lvl="3" algn="l" rtl="0">
              <a:spcBef>
                <a:spcPts val="0"/>
              </a:spcBef>
              <a:spcAft>
                <a:spcPts val="0"/>
              </a:spcAft>
              <a:buSzPts val="1400"/>
              <a:buNone/>
              <a:defRPr/>
            </a:lvl4pPr>
            <a:lvl5pPr lvl="4" algn="l" rtl="0">
              <a:spcBef>
                <a:spcPts val="0"/>
              </a:spcBef>
              <a:spcAft>
                <a:spcPts val="0"/>
              </a:spcAft>
              <a:buSzPts val="1400"/>
              <a:buNone/>
              <a:defRPr/>
            </a:lvl5pPr>
            <a:lvl6pPr lvl="5" algn="l" rtl="0">
              <a:spcBef>
                <a:spcPts val="0"/>
              </a:spcBef>
              <a:spcAft>
                <a:spcPts val="0"/>
              </a:spcAft>
              <a:buSzPts val="1400"/>
              <a:buNone/>
              <a:defRPr/>
            </a:lvl6pPr>
            <a:lvl7pPr lvl="6" algn="l" rtl="0">
              <a:spcBef>
                <a:spcPts val="0"/>
              </a:spcBef>
              <a:spcAft>
                <a:spcPts val="0"/>
              </a:spcAft>
              <a:buSzPts val="1400"/>
              <a:buNone/>
              <a:defRPr/>
            </a:lvl7pPr>
            <a:lvl8pPr lvl="7" algn="l" rtl="0">
              <a:spcBef>
                <a:spcPts val="0"/>
              </a:spcBef>
              <a:spcAft>
                <a:spcPts val="0"/>
              </a:spcAft>
              <a:buSzPts val="1400"/>
              <a:buNone/>
              <a:defRPr/>
            </a:lvl8pPr>
            <a:lvl9pPr lvl="8" algn="l" rtl="0">
              <a:spcBef>
                <a:spcPts val="0"/>
              </a:spcBef>
              <a:spcAft>
                <a:spcPts val="0"/>
              </a:spcAft>
              <a:buSzPts val="1400"/>
              <a:buNone/>
              <a:defRPr/>
            </a:lvl9pPr>
          </a:lstStyle>
          <a:p>
            <a:endParaRPr/>
          </a:p>
        </p:txBody>
      </p:sp>
      <p:sp>
        <p:nvSpPr>
          <p:cNvPr id="54" name="Google Shape;54;p82"/>
          <p:cNvSpPr txBox="1">
            <a:spLocks noGrp="1"/>
          </p:cNvSpPr>
          <p:nvPr>
            <p:ph type="ftr" idx="11"/>
          </p:nvPr>
        </p:nvSpPr>
        <p:spPr>
          <a:xfrm>
            <a:off x="4038600" y="6356351"/>
            <a:ext cx="4114800" cy="365100"/>
          </a:xfrm>
          <a:prstGeom prst="rect">
            <a:avLst/>
          </a:prstGeom>
          <a:noFill/>
          <a:ln>
            <a:noFill/>
          </a:ln>
        </p:spPr>
        <p:txBody>
          <a:bodyPr spcFirstLastPara="1" wrap="square" lIns="91425" tIns="45700" rIns="91425" bIns="45700" anchor="ctr" anchorCtr="0">
            <a:noAutofit/>
          </a:bodyPr>
          <a:lstStyle>
            <a:lvl1pPr lvl="0" algn="ctr" rtl="0">
              <a:spcBef>
                <a:spcPts val="0"/>
              </a:spcBef>
              <a:spcAft>
                <a:spcPts val="0"/>
              </a:spcAft>
              <a:buSzPts val="1400"/>
              <a:buNone/>
              <a:defRPr/>
            </a:lvl1pPr>
            <a:lvl2pPr lvl="1" algn="l" rtl="0">
              <a:spcBef>
                <a:spcPts val="0"/>
              </a:spcBef>
              <a:spcAft>
                <a:spcPts val="0"/>
              </a:spcAft>
              <a:buSzPts val="1400"/>
              <a:buNone/>
              <a:defRPr/>
            </a:lvl2pPr>
            <a:lvl3pPr lvl="2" algn="l" rtl="0">
              <a:spcBef>
                <a:spcPts val="0"/>
              </a:spcBef>
              <a:spcAft>
                <a:spcPts val="0"/>
              </a:spcAft>
              <a:buSzPts val="1400"/>
              <a:buNone/>
              <a:defRPr/>
            </a:lvl3pPr>
            <a:lvl4pPr lvl="3" algn="l" rtl="0">
              <a:spcBef>
                <a:spcPts val="0"/>
              </a:spcBef>
              <a:spcAft>
                <a:spcPts val="0"/>
              </a:spcAft>
              <a:buSzPts val="1400"/>
              <a:buNone/>
              <a:defRPr/>
            </a:lvl4pPr>
            <a:lvl5pPr lvl="4" algn="l" rtl="0">
              <a:spcBef>
                <a:spcPts val="0"/>
              </a:spcBef>
              <a:spcAft>
                <a:spcPts val="0"/>
              </a:spcAft>
              <a:buSzPts val="1400"/>
              <a:buNone/>
              <a:defRPr/>
            </a:lvl5pPr>
            <a:lvl6pPr lvl="5" algn="l" rtl="0">
              <a:spcBef>
                <a:spcPts val="0"/>
              </a:spcBef>
              <a:spcAft>
                <a:spcPts val="0"/>
              </a:spcAft>
              <a:buSzPts val="1400"/>
              <a:buNone/>
              <a:defRPr/>
            </a:lvl6pPr>
            <a:lvl7pPr lvl="6" algn="l" rtl="0">
              <a:spcBef>
                <a:spcPts val="0"/>
              </a:spcBef>
              <a:spcAft>
                <a:spcPts val="0"/>
              </a:spcAft>
              <a:buSzPts val="1400"/>
              <a:buNone/>
              <a:defRPr/>
            </a:lvl7pPr>
            <a:lvl8pPr lvl="7" algn="l" rtl="0">
              <a:spcBef>
                <a:spcPts val="0"/>
              </a:spcBef>
              <a:spcAft>
                <a:spcPts val="0"/>
              </a:spcAft>
              <a:buSzPts val="1400"/>
              <a:buNone/>
              <a:defRPr/>
            </a:lvl8pPr>
            <a:lvl9pPr lvl="8" algn="l" rtl="0">
              <a:spcBef>
                <a:spcPts val="0"/>
              </a:spcBef>
              <a:spcAft>
                <a:spcPts val="0"/>
              </a:spcAft>
              <a:buSzPts val="1400"/>
              <a:buNone/>
              <a:defRPr/>
            </a:lvl9pPr>
          </a:lstStyle>
          <a:p>
            <a:endParaRPr/>
          </a:p>
        </p:txBody>
      </p:sp>
      <p:sp>
        <p:nvSpPr>
          <p:cNvPr id="55" name="Google Shape;55;p82"/>
          <p:cNvSpPr txBox="1">
            <a:spLocks noGrp="1"/>
          </p:cNvSpPr>
          <p:nvPr>
            <p:ph type="sldNum" idx="12"/>
          </p:nvPr>
        </p:nvSpPr>
        <p:spPr>
          <a:xfrm>
            <a:off x="8610600" y="6356351"/>
            <a:ext cx="2743200" cy="365100"/>
          </a:xfrm>
          <a:prstGeom prst="rect">
            <a:avLst/>
          </a:prstGeom>
          <a:noFill/>
          <a:ln>
            <a:noFill/>
          </a:ln>
        </p:spPr>
        <p:txBody>
          <a:bodyPr spcFirstLastPara="1" wrap="square" lIns="91425" tIns="45700" rIns="91425" bIns="45700" anchor="ctr" anchorCtr="0">
            <a:noAutofit/>
          </a:bodyPr>
          <a:lstStyle>
            <a:lvl1pPr marL="0" lvl="0" indent="0" algn="r" rtl="0">
              <a:spcBef>
                <a:spcPts val="0"/>
              </a:spcBef>
              <a:buNone/>
              <a:defRPr>
                <a:solidFill>
                  <a:srgbClr val="888888"/>
                </a:solidFill>
              </a:defRPr>
            </a:lvl1pPr>
            <a:lvl2pPr marL="0" lvl="1" indent="0" algn="r" rtl="0">
              <a:spcBef>
                <a:spcPts val="0"/>
              </a:spcBef>
              <a:buNone/>
              <a:defRPr>
                <a:solidFill>
                  <a:srgbClr val="888888"/>
                </a:solidFill>
              </a:defRPr>
            </a:lvl2pPr>
            <a:lvl3pPr marL="0" lvl="2" indent="0" algn="r" rtl="0">
              <a:spcBef>
                <a:spcPts val="0"/>
              </a:spcBef>
              <a:buNone/>
              <a:defRPr>
                <a:solidFill>
                  <a:srgbClr val="888888"/>
                </a:solidFill>
              </a:defRPr>
            </a:lvl3pPr>
            <a:lvl4pPr marL="0" lvl="3" indent="0" algn="r" rtl="0">
              <a:spcBef>
                <a:spcPts val="0"/>
              </a:spcBef>
              <a:buNone/>
              <a:defRPr>
                <a:solidFill>
                  <a:srgbClr val="888888"/>
                </a:solidFill>
              </a:defRPr>
            </a:lvl4pPr>
            <a:lvl5pPr marL="0" lvl="4" indent="0" algn="r" rtl="0">
              <a:spcBef>
                <a:spcPts val="0"/>
              </a:spcBef>
              <a:buNone/>
              <a:defRPr>
                <a:solidFill>
                  <a:srgbClr val="888888"/>
                </a:solidFill>
              </a:defRPr>
            </a:lvl5pPr>
            <a:lvl6pPr marL="0" lvl="5" indent="0" algn="r" rtl="0">
              <a:spcBef>
                <a:spcPts val="0"/>
              </a:spcBef>
              <a:buNone/>
              <a:defRPr>
                <a:solidFill>
                  <a:srgbClr val="888888"/>
                </a:solidFill>
              </a:defRPr>
            </a:lvl6pPr>
            <a:lvl7pPr marL="0" lvl="6" indent="0" algn="r" rtl="0">
              <a:spcBef>
                <a:spcPts val="0"/>
              </a:spcBef>
              <a:buNone/>
              <a:defRPr>
                <a:solidFill>
                  <a:srgbClr val="888888"/>
                </a:solidFill>
              </a:defRPr>
            </a:lvl7pPr>
            <a:lvl8pPr marL="0" lvl="7" indent="0" algn="r" rtl="0">
              <a:spcBef>
                <a:spcPts val="0"/>
              </a:spcBef>
              <a:buNone/>
              <a:defRPr>
                <a:solidFill>
                  <a:srgbClr val="888888"/>
                </a:solidFill>
              </a:defRPr>
            </a:lvl8pPr>
            <a:lvl9pPr marL="0" lvl="8" indent="0" algn="r" rtl="0">
              <a:spcBef>
                <a:spcPts val="0"/>
              </a:spcBef>
              <a:buNone/>
              <a:defRPr>
                <a:solidFill>
                  <a:srgbClr val="888888"/>
                </a:solidFill>
              </a:defRPr>
            </a:lvl9pPr>
          </a:lstStyle>
          <a:p>
            <a:fld id="{00000000-1234-1234-1234-123412341234}" type="slidenum">
              <a:rPr lang="en-US" smtClean="0"/>
              <a:pPr/>
              <a:t>‹#›</a:t>
            </a:fld>
            <a:endParaRPr lang="en-US"/>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matchingName="Blank" type="blank">
  <p:cSld name="BLANK">
    <p:spTree>
      <p:nvGrpSpPr>
        <p:cNvPr id="1" name="Shape 56"/>
        <p:cNvGrpSpPr/>
        <p:nvPr/>
      </p:nvGrpSpPr>
      <p:grpSpPr>
        <a:xfrm>
          <a:off x="0" y="0"/>
          <a:ext cx="0" cy="0"/>
          <a:chOff x="0" y="0"/>
          <a:chExt cx="0" cy="0"/>
        </a:xfrm>
      </p:grpSpPr>
      <p:sp>
        <p:nvSpPr>
          <p:cNvPr id="57" name="Google Shape;57;p83"/>
          <p:cNvSpPr txBox="1">
            <a:spLocks noGrp="1"/>
          </p:cNvSpPr>
          <p:nvPr>
            <p:ph type="dt" idx="10"/>
          </p:nvPr>
        </p:nvSpPr>
        <p:spPr>
          <a:xfrm>
            <a:off x="838200" y="6356351"/>
            <a:ext cx="2743200" cy="365100"/>
          </a:xfrm>
          <a:prstGeom prst="rect">
            <a:avLst/>
          </a:prstGeom>
          <a:noFill/>
          <a:ln>
            <a:noFill/>
          </a:ln>
        </p:spPr>
        <p:txBody>
          <a:bodyPr spcFirstLastPara="1" wrap="square" lIns="91425" tIns="45700" rIns="91425" bIns="45700" anchor="ctr" anchorCtr="0">
            <a:noAutofit/>
          </a:bodyPr>
          <a:lstStyle>
            <a:lvl1pPr lvl="0" algn="l" rtl="0">
              <a:spcBef>
                <a:spcPts val="0"/>
              </a:spcBef>
              <a:spcAft>
                <a:spcPts val="0"/>
              </a:spcAft>
              <a:buSzPts val="1400"/>
              <a:buNone/>
              <a:defRPr/>
            </a:lvl1pPr>
            <a:lvl2pPr lvl="1" algn="l" rtl="0">
              <a:spcBef>
                <a:spcPts val="0"/>
              </a:spcBef>
              <a:spcAft>
                <a:spcPts val="0"/>
              </a:spcAft>
              <a:buSzPts val="1400"/>
              <a:buNone/>
              <a:defRPr/>
            </a:lvl2pPr>
            <a:lvl3pPr lvl="2" algn="l" rtl="0">
              <a:spcBef>
                <a:spcPts val="0"/>
              </a:spcBef>
              <a:spcAft>
                <a:spcPts val="0"/>
              </a:spcAft>
              <a:buSzPts val="1400"/>
              <a:buNone/>
              <a:defRPr/>
            </a:lvl3pPr>
            <a:lvl4pPr lvl="3" algn="l" rtl="0">
              <a:spcBef>
                <a:spcPts val="0"/>
              </a:spcBef>
              <a:spcAft>
                <a:spcPts val="0"/>
              </a:spcAft>
              <a:buSzPts val="1400"/>
              <a:buNone/>
              <a:defRPr/>
            </a:lvl4pPr>
            <a:lvl5pPr lvl="4" algn="l" rtl="0">
              <a:spcBef>
                <a:spcPts val="0"/>
              </a:spcBef>
              <a:spcAft>
                <a:spcPts val="0"/>
              </a:spcAft>
              <a:buSzPts val="1400"/>
              <a:buNone/>
              <a:defRPr/>
            </a:lvl5pPr>
            <a:lvl6pPr lvl="5" algn="l" rtl="0">
              <a:spcBef>
                <a:spcPts val="0"/>
              </a:spcBef>
              <a:spcAft>
                <a:spcPts val="0"/>
              </a:spcAft>
              <a:buSzPts val="1400"/>
              <a:buNone/>
              <a:defRPr/>
            </a:lvl6pPr>
            <a:lvl7pPr lvl="6" algn="l" rtl="0">
              <a:spcBef>
                <a:spcPts val="0"/>
              </a:spcBef>
              <a:spcAft>
                <a:spcPts val="0"/>
              </a:spcAft>
              <a:buSzPts val="1400"/>
              <a:buNone/>
              <a:defRPr/>
            </a:lvl7pPr>
            <a:lvl8pPr lvl="7" algn="l" rtl="0">
              <a:spcBef>
                <a:spcPts val="0"/>
              </a:spcBef>
              <a:spcAft>
                <a:spcPts val="0"/>
              </a:spcAft>
              <a:buSzPts val="1400"/>
              <a:buNone/>
              <a:defRPr/>
            </a:lvl8pPr>
            <a:lvl9pPr lvl="8" algn="l" rtl="0">
              <a:spcBef>
                <a:spcPts val="0"/>
              </a:spcBef>
              <a:spcAft>
                <a:spcPts val="0"/>
              </a:spcAft>
              <a:buSzPts val="1400"/>
              <a:buNone/>
              <a:defRPr/>
            </a:lvl9pPr>
          </a:lstStyle>
          <a:p>
            <a:endParaRPr/>
          </a:p>
        </p:txBody>
      </p:sp>
      <p:sp>
        <p:nvSpPr>
          <p:cNvPr id="58" name="Google Shape;58;p83"/>
          <p:cNvSpPr txBox="1">
            <a:spLocks noGrp="1"/>
          </p:cNvSpPr>
          <p:nvPr>
            <p:ph type="ftr" idx="11"/>
          </p:nvPr>
        </p:nvSpPr>
        <p:spPr>
          <a:xfrm>
            <a:off x="4038600" y="6356351"/>
            <a:ext cx="4114800" cy="365100"/>
          </a:xfrm>
          <a:prstGeom prst="rect">
            <a:avLst/>
          </a:prstGeom>
          <a:noFill/>
          <a:ln>
            <a:noFill/>
          </a:ln>
        </p:spPr>
        <p:txBody>
          <a:bodyPr spcFirstLastPara="1" wrap="square" lIns="91425" tIns="45700" rIns="91425" bIns="45700" anchor="ctr" anchorCtr="0">
            <a:noAutofit/>
          </a:bodyPr>
          <a:lstStyle>
            <a:lvl1pPr lvl="0" algn="ctr" rtl="0">
              <a:spcBef>
                <a:spcPts val="0"/>
              </a:spcBef>
              <a:spcAft>
                <a:spcPts val="0"/>
              </a:spcAft>
              <a:buSzPts val="1400"/>
              <a:buNone/>
              <a:defRPr/>
            </a:lvl1pPr>
            <a:lvl2pPr lvl="1" algn="l" rtl="0">
              <a:spcBef>
                <a:spcPts val="0"/>
              </a:spcBef>
              <a:spcAft>
                <a:spcPts val="0"/>
              </a:spcAft>
              <a:buSzPts val="1400"/>
              <a:buNone/>
              <a:defRPr/>
            </a:lvl2pPr>
            <a:lvl3pPr lvl="2" algn="l" rtl="0">
              <a:spcBef>
                <a:spcPts val="0"/>
              </a:spcBef>
              <a:spcAft>
                <a:spcPts val="0"/>
              </a:spcAft>
              <a:buSzPts val="1400"/>
              <a:buNone/>
              <a:defRPr/>
            </a:lvl3pPr>
            <a:lvl4pPr lvl="3" algn="l" rtl="0">
              <a:spcBef>
                <a:spcPts val="0"/>
              </a:spcBef>
              <a:spcAft>
                <a:spcPts val="0"/>
              </a:spcAft>
              <a:buSzPts val="1400"/>
              <a:buNone/>
              <a:defRPr/>
            </a:lvl4pPr>
            <a:lvl5pPr lvl="4" algn="l" rtl="0">
              <a:spcBef>
                <a:spcPts val="0"/>
              </a:spcBef>
              <a:spcAft>
                <a:spcPts val="0"/>
              </a:spcAft>
              <a:buSzPts val="1400"/>
              <a:buNone/>
              <a:defRPr/>
            </a:lvl5pPr>
            <a:lvl6pPr lvl="5" algn="l" rtl="0">
              <a:spcBef>
                <a:spcPts val="0"/>
              </a:spcBef>
              <a:spcAft>
                <a:spcPts val="0"/>
              </a:spcAft>
              <a:buSzPts val="1400"/>
              <a:buNone/>
              <a:defRPr/>
            </a:lvl6pPr>
            <a:lvl7pPr lvl="6" algn="l" rtl="0">
              <a:spcBef>
                <a:spcPts val="0"/>
              </a:spcBef>
              <a:spcAft>
                <a:spcPts val="0"/>
              </a:spcAft>
              <a:buSzPts val="1400"/>
              <a:buNone/>
              <a:defRPr/>
            </a:lvl7pPr>
            <a:lvl8pPr lvl="7" algn="l" rtl="0">
              <a:spcBef>
                <a:spcPts val="0"/>
              </a:spcBef>
              <a:spcAft>
                <a:spcPts val="0"/>
              </a:spcAft>
              <a:buSzPts val="1400"/>
              <a:buNone/>
              <a:defRPr/>
            </a:lvl8pPr>
            <a:lvl9pPr lvl="8" algn="l" rtl="0">
              <a:spcBef>
                <a:spcPts val="0"/>
              </a:spcBef>
              <a:spcAft>
                <a:spcPts val="0"/>
              </a:spcAft>
              <a:buSzPts val="1400"/>
              <a:buNone/>
              <a:defRPr/>
            </a:lvl9pPr>
          </a:lstStyle>
          <a:p>
            <a:endParaRPr/>
          </a:p>
        </p:txBody>
      </p:sp>
      <p:sp>
        <p:nvSpPr>
          <p:cNvPr id="59" name="Google Shape;59;p83"/>
          <p:cNvSpPr txBox="1">
            <a:spLocks noGrp="1"/>
          </p:cNvSpPr>
          <p:nvPr>
            <p:ph type="sldNum" idx="12"/>
          </p:nvPr>
        </p:nvSpPr>
        <p:spPr>
          <a:xfrm>
            <a:off x="8610600" y="6356351"/>
            <a:ext cx="2743200" cy="365100"/>
          </a:xfrm>
          <a:prstGeom prst="rect">
            <a:avLst/>
          </a:prstGeom>
          <a:noFill/>
          <a:ln>
            <a:noFill/>
          </a:ln>
        </p:spPr>
        <p:txBody>
          <a:bodyPr spcFirstLastPara="1" wrap="square" lIns="91425" tIns="45700" rIns="91425" bIns="45700" anchor="ctr" anchorCtr="0">
            <a:noAutofit/>
          </a:bodyPr>
          <a:lstStyle>
            <a:lvl1pPr marL="0" lvl="0" indent="0" algn="r" rtl="0">
              <a:spcBef>
                <a:spcPts val="0"/>
              </a:spcBef>
              <a:buNone/>
              <a:defRPr>
                <a:solidFill>
                  <a:srgbClr val="888888"/>
                </a:solidFill>
              </a:defRPr>
            </a:lvl1pPr>
            <a:lvl2pPr marL="0" lvl="1" indent="0" algn="r" rtl="0">
              <a:spcBef>
                <a:spcPts val="0"/>
              </a:spcBef>
              <a:buNone/>
              <a:defRPr>
                <a:solidFill>
                  <a:srgbClr val="888888"/>
                </a:solidFill>
              </a:defRPr>
            </a:lvl2pPr>
            <a:lvl3pPr marL="0" lvl="2" indent="0" algn="r" rtl="0">
              <a:spcBef>
                <a:spcPts val="0"/>
              </a:spcBef>
              <a:buNone/>
              <a:defRPr>
                <a:solidFill>
                  <a:srgbClr val="888888"/>
                </a:solidFill>
              </a:defRPr>
            </a:lvl3pPr>
            <a:lvl4pPr marL="0" lvl="3" indent="0" algn="r" rtl="0">
              <a:spcBef>
                <a:spcPts val="0"/>
              </a:spcBef>
              <a:buNone/>
              <a:defRPr>
                <a:solidFill>
                  <a:srgbClr val="888888"/>
                </a:solidFill>
              </a:defRPr>
            </a:lvl4pPr>
            <a:lvl5pPr marL="0" lvl="4" indent="0" algn="r" rtl="0">
              <a:spcBef>
                <a:spcPts val="0"/>
              </a:spcBef>
              <a:buNone/>
              <a:defRPr>
                <a:solidFill>
                  <a:srgbClr val="888888"/>
                </a:solidFill>
              </a:defRPr>
            </a:lvl5pPr>
            <a:lvl6pPr marL="0" lvl="5" indent="0" algn="r" rtl="0">
              <a:spcBef>
                <a:spcPts val="0"/>
              </a:spcBef>
              <a:buNone/>
              <a:defRPr>
                <a:solidFill>
                  <a:srgbClr val="888888"/>
                </a:solidFill>
              </a:defRPr>
            </a:lvl6pPr>
            <a:lvl7pPr marL="0" lvl="6" indent="0" algn="r" rtl="0">
              <a:spcBef>
                <a:spcPts val="0"/>
              </a:spcBef>
              <a:buNone/>
              <a:defRPr>
                <a:solidFill>
                  <a:srgbClr val="888888"/>
                </a:solidFill>
              </a:defRPr>
            </a:lvl7pPr>
            <a:lvl8pPr marL="0" lvl="7" indent="0" algn="r" rtl="0">
              <a:spcBef>
                <a:spcPts val="0"/>
              </a:spcBef>
              <a:buNone/>
              <a:defRPr>
                <a:solidFill>
                  <a:srgbClr val="888888"/>
                </a:solidFill>
              </a:defRPr>
            </a:lvl8pPr>
            <a:lvl9pPr marL="0" lvl="8" indent="0" algn="r" rtl="0">
              <a:spcBef>
                <a:spcPts val="0"/>
              </a:spcBef>
              <a:buNone/>
              <a:defRPr>
                <a:solidFill>
                  <a:srgbClr val="888888"/>
                </a:solidFill>
              </a:defRPr>
            </a:lvl9pPr>
          </a:lstStyle>
          <a:p>
            <a:fld id="{00000000-1234-1234-1234-123412341234}" type="slidenum">
              <a:rPr lang="en-US" smtClean="0"/>
              <a:pPr/>
              <a:t>‹#›</a:t>
            </a:fld>
            <a:endParaRPr lang="en-US"/>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matchingName="Content with Caption" type="objTx">
  <p:cSld name="OBJECT_WITH_CAPTION_TEXT">
    <p:spTree>
      <p:nvGrpSpPr>
        <p:cNvPr id="1" name="Shape 60"/>
        <p:cNvGrpSpPr/>
        <p:nvPr/>
      </p:nvGrpSpPr>
      <p:grpSpPr>
        <a:xfrm>
          <a:off x="0" y="0"/>
          <a:ext cx="0" cy="0"/>
          <a:chOff x="0" y="0"/>
          <a:chExt cx="0" cy="0"/>
        </a:xfrm>
      </p:grpSpPr>
      <p:sp>
        <p:nvSpPr>
          <p:cNvPr id="61" name="Google Shape;61;p84"/>
          <p:cNvSpPr txBox="1">
            <a:spLocks noGrp="1"/>
          </p:cNvSpPr>
          <p:nvPr>
            <p:ph type="title"/>
          </p:nvPr>
        </p:nvSpPr>
        <p:spPr>
          <a:xfrm>
            <a:off x="839788" y="457200"/>
            <a:ext cx="3932400" cy="1600200"/>
          </a:xfrm>
          <a:prstGeom prst="rect">
            <a:avLst/>
          </a:prstGeom>
          <a:noFill/>
          <a:ln>
            <a:noFill/>
          </a:ln>
        </p:spPr>
        <p:txBody>
          <a:bodyPr spcFirstLastPara="1" wrap="square" lIns="91425" tIns="45700" rIns="91425" bIns="45700" anchor="b" anchorCtr="0">
            <a:normAutofit/>
          </a:bodyPr>
          <a:lstStyle>
            <a:lvl1pPr lvl="0" algn="l" rtl="0">
              <a:lnSpc>
                <a:spcPct val="90000"/>
              </a:lnSpc>
              <a:spcBef>
                <a:spcPts val="0"/>
              </a:spcBef>
              <a:spcAft>
                <a:spcPts val="0"/>
              </a:spcAft>
              <a:buClr>
                <a:schemeClr val="dk1"/>
              </a:buClr>
              <a:buSzPts val="2400"/>
              <a:buFont typeface="Calibri"/>
              <a:buNone/>
              <a:defRPr sz="2400"/>
            </a:lvl1pPr>
            <a:lvl2pPr lvl="1" rtl="0">
              <a:spcBef>
                <a:spcPts val="0"/>
              </a:spcBef>
              <a:spcAft>
                <a:spcPts val="0"/>
              </a:spcAft>
              <a:buSzPts val="1400"/>
              <a:buNone/>
              <a:defRPr/>
            </a:lvl2pPr>
            <a:lvl3pPr lvl="2" rtl="0">
              <a:spcBef>
                <a:spcPts val="0"/>
              </a:spcBef>
              <a:spcAft>
                <a:spcPts val="0"/>
              </a:spcAft>
              <a:buSzPts val="1400"/>
              <a:buNone/>
              <a:defRPr/>
            </a:lvl3pPr>
            <a:lvl4pPr lvl="3" rtl="0">
              <a:spcBef>
                <a:spcPts val="0"/>
              </a:spcBef>
              <a:spcAft>
                <a:spcPts val="0"/>
              </a:spcAft>
              <a:buSzPts val="1400"/>
              <a:buNone/>
              <a:defRPr/>
            </a:lvl4pPr>
            <a:lvl5pPr lvl="4" rtl="0">
              <a:spcBef>
                <a:spcPts val="0"/>
              </a:spcBef>
              <a:spcAft>
                <a:spcPts val="0"/>
              </a:spcAft>
              <a:buSzPts val="1400"/>
              <a:buNone/>
              <a:defRPr/>
            </a:lvl5pPr>
            <a:lvl6pPr lvl="5" rtl="0">
              <a:spcBef>
                <a:spcPts val="0"/>
              </a:spcBef>
              <a:spcAft>
                <a:spcPts val="0"/>
              </a:spcAft>
              <a:buSzPts val="1400"/>
              <a:buNone/>
              <a:defRPr/>
            </a:lvl6pPr>
            <a:lvl7pPr lvl="6" rtl="0">
              <a:spcBef>
                <a:spcPts val="0"/>
              </a:spcBef>
              <a:spcAft>
                <a:spcPts val="0"/>
              </a:spcAft>
              <a:buSzPts val="1400"/>
              <a:buNone/>
              <a:defRPr/>
            </a:lvl7pPr>
            <a:lvl8pPr lvl="7" rtl="0">
              <a:spcBef>
                <a:spcPts val="0"/>
              </a:spcBef>
              <a:spcAft>
                <a:spcPts val="0"/>
              </a:spcAft>
              <a:buSzPts val="1400"/>
              <a:buNone/>
              <a:defRPr/>
            </a:lvl8pPr>
            <a:lvl9pPr lvl="8" rtl="0">
              <a:spcBef>
                <a:spcPts val="0"/>
              </a:spcBef>
              <a:spcAft>
                <a:spcPts val="0"/>
              </a:spcAft>
              <a:buSzPts val="1400"/>
              <a:buNone/>
              <a:defRPr/>
            </a:lvl9pPr>
          </a:lstStyle>
          <a:p>
            <a:endParaRPr/>
          </a:p>
        </p:txBody>
      </p:sp>
      <p:sp>
        <p:nvSpPr>
          <p:cNvPr id="62" name="Google Shape;62;p84"/>
          <p:cNvSpPr txBox="1">
            <a:spLocks noGrp="1"/>
          </p:cNvSpPr>
          <p:nvPr>
            <p:ph type="body" idx="1"/>
          </p:nvPr>
        </p:nvSpPr>
        <p:spPr>
          <a:xfrm>
            <a:off x="5183188" y="987426"/>
            <a:ext cx="6172400" cy="4873500"/>
          </a:xfrm>
          <a:prstGeom prst="rect">
            <a:avLst/>
          </a:prstGeom>
          <a:noFill/>
          <a:ln>
            <a:noFill/>
          </a:ln>
        </p:spPr>
        <p:txBody>
          <a:bodyPr spcFirstLastPara="1" wrap="square" lIns="91425" tIns="45700" rIns="91425" bIns="45700" anchor="t" anchorCtr="0">
            <a:normAutofit/>
          </a:bodyPr>
          <a:lstStyle>
            <a:lvl1pPr marL="457200" lvl="0" indent="-381000" algn="l" rtl="0">
              <a:lnSpc>
                <a:spcPct val="90000"/>
              </a:lnSpc>
              <a:spcBef>
                <a:spcPts val="750"/>
              </a:spcBef>
              <a:spcAft>
                <a:spcPts val="0"/>
              </a:spcAft>
              <a:buClr>
                <a:schemeClr val="dk1"/>
              </a:buClr>
              <a:buSzPts val="2400"/>
              <a:buChar char="•"/>
              <a:defRPr sz="2400"/>
            </a:lvl1pPr>
            <a:lvl2pPr marL="914400" lvl="1" indent="-361950" algn="l" rtl="0">
              <a:lnSpc>
                <a:spcPct val="90000"/>
              </a:lnSpc>
              <a:spcBef>
                <a:spcPts val="375"/>
              </a:spcBef>
              <a:spcAft>
                <a:spcPts val="0"/>
              </a:spcAft>
              <a:buClr>
                <a:schemeClr val="dk1"/>
              </a:buClr>
              <a:buSzPts val="2100"/>
              <a:buChar char="•"/>
              <a:defRPr sz="2100"/>
            </a:lvl2pPr>
            <a:lvl3pPr marL="1371600" lvl="2" indent="-342900" algn="l" rtl="0">
              <a:lnSpc>
                <a:spcPct val="90000"/>
              </a:lnSpc>
              <a:spcBef>
                <a:spcPts val="375"/>
              </a:spcBef>
              <a:spcAft>
                <a:spcPts val="0"/>
              </a:spcAft>
              <a:buClr>
                <a:schemeClr val="dk1"/>
              </a:buClr>
              <a:buSzPts val="1800"/>
              <a:buChar char="•"/>
              <a:defRPr sz="1800"/>
            </a:lvl3pPr>
            <a:lvl4pPr marL="1828800" lvl="3" indent="-323850" algn="l" rtl="0">
              <a:lnSpc>
                <a:spcPct val="90000"/>
              </a:lnSpc>
              <a:spcBef>
                <a:spcPts val="375"/>
              </a:spcBef>
              <a:spcAft>
                <a:spcPts val="0"/>
              </a:spcAft>
              <a:buClr>
                <a:schemeClr val="dk1"/>
              </a:buClr>
              <a:buSzPts val="1500"/>
              <a:buChar char="•"/>
              <a:defRPr sz="1500"/>
            </a:lvl4pPr>
            <a:lvl5pPr marL="2286000" lvl="4" indent="-323850" algn="l" rtl="0">
              <a:lnSpc>
                <a:spcPct val="90000"/>
              </a:lnSpc>
              <a:spcBef>
                <a:spcPts val="375"/>
              </a:spcBef>
              <a:spcAft>
                <a:spcPts val="0"/>
              </a:spcAft>
              <a:buClr>
                <a:schemeClr val="dk1"/>
              </a:buClr>
              <a:buSzPts val="1500"/>
              <a:buChar char="•"/>
              <a:defRPr sz="1500"/>
            </a:lvl5pPr>
            <a:lvl6pPr marL="2743200" lvl="5" indent="-323850" algn="l" rtl="0">
              <a:lnSpc>
                <a:spcPct val="90000"/>
              </a:lnSpc>
              <a:spcBef>
                <a:spcPts val="375"/>
              </a:spcBef>
              <a:spcAft>
                <a:spcPts val="0"/>
              </a:spcAft>
              <a:buClr>
                <a:schemeClr val="dk1"/>
              </a:buClr>
              <a:buSzPts val="1500"/>
              <a:buChar char="•"/>
              <a:defRPr sz="1500"/>
            </a:lvl6pPr>
            <a:lvl7pPr marL="3200400" lvl="6" indent="-323850" algn="l" rtl="0">
              <a:lnSpc>
                <a:spcPct val="90000"/>
              </a:lnSpc>
              <a:spcBef>
                <a:spcPts val="375"/>
              </a:spcBef>
              <a:spcAft>
                <a:spcPts val="0"/>
              </a:spcAft>
              <a:buClr>
                <a:schemeClr val="dk1"/>
              </a:buClr>
              <a:buSzPts val="1500"/>
              <a:buChar char="•"/>
              <a:defRPr sz="1500"/>
            </a:lvl7pPr>
            <a:lvl8pPr marL="3657600" lvl="7" indent="-323850" algn="l" rtl="0">
              <a:lnSpc>
                <a:spcPct val="90000"/>
              </a:lnSpc>
              <a:spcBef>
                <a:spcPts val="375"/>
              </a:spcBef>
              <a:spcAft>
                <a:spcPts val="0"/>
              </a:spcAft>
              <a:buClr>
                <a:schemeClr val="dk1"/>
              </a:buClr>
              <a:buSzPts val="1500"/>
              <a:buChar char="•"/>
              <a:defRPr sz="1500"/>
            </a:lvl8pPr>
            <a:lvl9pPr marL="4114800" lvl="8" indent="-323850" algn="l" rtl="0">
              <a:lnSpc>
                <a:spcPct val="90000"/>
              </a:lnSpc>
              <a:spcBef>
                <a:spcPts val="375"/>
              </a:spcBef>
              <a:spcAft>
                <a:spcPts val="0"/>
              </a:spcAft>
              <a:buClr>
                <a:schemeClr val="dk1"/>
              </a:buClr>
              <a:buSzPts val="1500"/>
              <a:buChar char="•"/>
              <a:defRPr sz="1500"/>
            </a:lvl9pPr>
          </a:lstStyle>
          <a:p>
            <a:endParaRPr/>
          </a:p>
        </p:txBody>
      </p:sp>
      <p:sp>
        <p:nvSpPr>
          <p:cNvPr id="63" name="Google Shape;63;p84"/>
          <p:cNvSpPr txBox="1">
            <a:spLocks noGrp="1"/>
          </p:cNvSpPr>
          <p:nvPr>
            <p:ph type="body" idx="2"/>
          </p:nvPr>
        </p:nvSpPr>
        <p:spPr>
          <a:xfrm>
            <a:off x="839788" y="2057400"/>
            <a:ext cx="3932400" cy="3811500"/>
          </a:xfrm>
          <a:prstGeom prst="rect">
            <a:avLst/>
          </a:prstGeom>
          <a:noFill/>
          <a:ln>
            <a:noFill/>
          </a:ln>
        </p:spPr>
        <p:txBody>
          <a:bodyPr spcFirstLastPara="1" wrap="square" lIns="91425" tIns="45700" rIns="91425" bIns="45700" anchor="t" anchorCtr="0">
            <a:normAutofit/>
          </a:bodyPr>
          <a:lstStyle>
            <a:lvl1pPr marL="457200" lvl="0" indent="-228600" algn="l" rtl="0">
              <a:lnSpc>
                <a:spcPct val="90000"/>
              </a:lnSpc>
              <a:spcBef>
                <a:spcPts val="750"/>
              </a:spcBef>
              <a:spcAft>
                <a:spcPts val="0"/>
              </a:spcAft>
              <a:buClr>
                <a:schemeClr val="dk1"/>
              </a:buClr>
              <a:buSzPts val="1200"/>
              <a:buNone/>
              <a:defRPr sz="1200"/>
            </a:lvl1pPr>
            <a:lvl2pPr marL="914400" lvl="1" indent="-228600" algn="l" rtl="0">
              <a:lnSpc>
                <a:spcPct val="90000"/>
              </a:lnSpc>
              <a:spcBef>
                <a:spcPts val="375"/>
              </a:spcBef>
              <a:spcAft>
                <a:spcPts val="0"/>
              </a:spcAft>
              <a:buClr>
                <a:schemeClr val="dk1"/>
              </a:buClr>
              <a:buSzPts val="1050"/>
              <a:buNone/>
              <a:defRPr sz="1050"/>
            </a:lvl2pPr>
            <a:lvl3pPr marL="1371600" lvl="2" indent="-228600" algn="l" rtl="0">
              <a:lnSpc>
                <a:spcPct val="90000"/>
              </a:lnSpc>
              <a:spcBef>
                <a:spcPts val="375"/>
              </a:spcBef>
              <a:spcAft>
                <a:spcPts val="0"/>
              </a:spcAft>
              <a:buClr>
                <a:schemeClr val="dk1"/>
              </a:buClr>
              <a:buSzPts val="900"/>
              <a:buNone/>
              <a:defRPr sz="900"/>
            </a:lvl3pPr>
            <a:lvl4pPr marL="1828800" lvl="3" indent="-228600" algn="l" rtl="0">
              <a:lnSpc>
                <a:spcPct val="90000"/>
              </a:lnSpc>
              <a:spcBef>
                <a:spcPts val="375"/>
              </a:spcBef>
              <a:spcAft>
                <a:spcPts val="0"/>
              </a:spcAft>
              <a:buClr>
                <a:schemeClr val="dk1"/>
              </a:buClr>
              <a:buSzPts val="750"/>
              <a:buNone/>
              <a:defRPr sz="750"/>
            </a:lvl4pPr>
            <a:lvl5pPr marL="2286000" lvl="4" indent="-228600" algn="l" rtl="0">
              <a:lnSpc>
                <a:spcPct val="90000"/>
              </a:lnSpc>
              <a:spcBef>
                <a:spcPts val="375"/>
              </a:spcBef>
              <a:spcAft>
                <a:spcPts val="0"/>
              </a:spcAft>
              <a:buClr>
                <a:schemeClr val="dk1"/>
              </a:buClr>
              <a:buSzPts val="750"/>
              <a:buNone/>
              <a:defRPr sz="750"/>
            </a:lvl5pPr>
            <a:lvl6pPr marL="2743200" lvl="5" indent="-228600" algn="l" rtl="0">
              <a:lnSpc>
                <a:spcPct val="90000"/>
              </a:lnSpc>
              <a:spcBef>
                <a:spcPts val="375"/>
              </a:spcBef>
              <a:spcAft>
                <a:spcPts val="0"/>
              </a:spcAft>
              <a:buClr>
                <a:schemeClr val="dk1"/>
              </a:buClr>
              <a:buSzPts val="750"/>
              <a:buNone/>
              <a:defRPr sz="750"/>
            </a:lvl6pPr>
            <a:lvl7pPr marL="3200400" lvl="6" indent="-228600" algn="l" rtl="0">
              <a:lnSpc>
                <a:spcPct val="90000"/>
              </a:lnSpc>
              <a:spcBef>
                <a:spcPts val="375"/>
              </a:spcBef>
              <a:spcAft>
                <a:spcPts val="0"/>
              </a:spcAft>
              <a:buClr>
                <a:schemeClr val="dk1"/>
              </a:buClr>
              <a:buSzPts val="750"/>
              <a:buNone/>
              <a:defRPr sz="750"/>
            </a:lvl7pPr>
            <a:lvl8pPr marL="3657600" lvl="7" indent="-228600" algn="l" rtl="0">
              <a:lnSpc>
                <a:spcPct val="90000"/>
              </a:lnSpc>
              <a:spcBef>
                <a:spcPts val="375"/>
              </a:spcBef>
              <a:spcAft>
                <a:spcPts val="0"/>
              </a:spcAft>
              <a:buClr>
                <a:schemeClr val="dk1"/>
              </a:buClr>
              <a:buSzPts val="750"/>
              <a:buNone/>
              <a:defRPr sz="750"/>
            </a:lvl8pPr>
            <a:lvl9pPr marL="4114800" lvl="8" indent="-228600" algn="l" rtl="0">
              <a:lnSpc>
                <a:spcPct val="90000"/>
              </a:lnSpc>
              <a:spcBef>
                <a:spcPts val="375"/>
              </a:spcBef>
              <a:spcAft>
                <a:spcPts val="0"/>
              </a:spcAft>
              <a:buClr>
                <a:schemeClr val="dk1"/>
              </a:buClr>
              <a:buSzPts val="750"/>
              <a:buNone/>
              <a:defRPr sz="750"/>
            </a:lvl9pPr>
          </a:lstStyle>
          <a:p>
            <a:endParaRPr/>
          </a:p>
        </p:txBody>
      </p:sp>
      <p:sp>
        <p:nvSpPr>
          <p:cNvPr id="64" name="Google Shape;64;p84"/>
          <p:cNvSpPr txBox="1">
            <a:spLocks noGrp="1"/>
          </p:cNvSpPr>
          <p:nvPr>
            <p:ph type="dt" idx="10"/>
          </p:nvPr>
        </p:nvSpPr>
        <p:spPr>
          <a:xfrm>
            <a:off x="838200" y="6356351"/>
            <a:ext cx="2743200" cy="365100"/>
          </a:xfrm>
          <a:prstGeom prst="rect">
            <a:avLst/>
          </a:prstGeom>
          <a:noFill/>
          <a:ln>
            <a:noFill/>
          </a:ln>
        </p:spPr>
        <p:txBody>
          <a:bodyPr spcFirstLastPara="1" wrap="square" lIns="91425" tIns="45700" rIns="91425" bIns="45700" anchor="ctr" anchorCtr="0">
            <a:noAutofit/>
          </a:bodyPr>
          <a:lstStyle>
            <a:lvl1pPr lvl="0" algn="l" rtl="0">
              <a:spcBef>
                <a:spcPts val="0"/>
              </a:spcBef>
              <a:spcAft>
                <a:spcPts val="0"/>
              </a:spcAft>
              <a:buSzPts val="1400"/>
              <a:buNone/>
              <a:defRPr/>
            </a:lvl1pPr>
            <a:lvl2pPr lvl="1" algn="l" rtl="0">
              <a:spcBef>
                <a:spcPts val="0"/>
              </a:spcBef>
              <a:spcAft>
                <a:spcPts val="0"/>
              </a:spcAft>
              <a:buSzPts val="1400"/>
              <a:buNone/>
              <a:defRPr/>
            </a:lvl2pPr>
            <a:lvl3pPr lvl="2" algn="l" rtl="0">
              <a:spcBef>
                <a:spcPts val="0"/>
              </a:spcBef>
              <a:spcAft>
                <a:spcPts val="0"/>
              </a:spcAft>
              <a:buSzPts val="1400"/>
              <a:buNone/>
              <a:defRPr/>
            </a:lvl3pPr>
            <a:lvl4pPr lvl="3" algn="l" rtl="0">
              <a:spcBef>
                <a:spcPts val="0"/>
              </a:spcBef>
              <a:spcAft>
                <a:spcPts val="0"/>
              </a:spcAft>
              <a:buSzPts val="1400"/>
              <a:buNone/>
              <a:defRPr/>
            </a:lvl4pPr>
            <a:lvl5pPr lvl="4" algn="l" rtl="0">
              <a:spcBef>
                <a:spcPts val="0"/>
              </a:spcBef>
              <a:spcAft>
                <a:spcPts val="0"/>
              </a:spcAft>
              <a:buSzPts val="1400"/>
              <a:buNone/>
              <a:defRPr/>
            </a:lvl5pPr>
            <a:lvl6pPr lvl="5" algn="l" rtl="0">
              <a:spcBef>
                <a:spcPts val="0"/>
              </a:spcBef>
              <a:spcAft>
                <a:spcPts val="0"/>
              </a:spcAft>
              <a:buSzPts val="1400"/>
              <a:buNone/>
              <a:defRPr/>
            </a:lvl6pPr>
            <a:lvl7pPr lvl="6" algn="l" rtl="0">
              <a:spcBef>
                <a:spcPts val="0"/>
              </a:spcBef>
              <a:spcAft>
                <a:spcPts val="0"/>
              </a:spcAft>
              <a:buSzPts val="1400"/>
              <a:buNone/>
              <a:defRPr/>
            </a:lvl7pPr>
            <a:lvl8pPr lvl="7" algn="l" rtl="0">
              <a:spcBef>
                <a:spcPts val="0"/>
              </a:spcBef>
              <a:spcAft>
                <a:spcPts val="0"/>
              </a:spcAft>
              <a:buSzPts val="1400"/>
              <a:buNone/>
              <a:defRPr/>
            </a:lvl8pPr>
            <a:lvl9pPr lvl="8" algn="l" rtl="0">
              <a:spcBef>
                <a:spcPts val="0"/>
              </a:spcBef>
              <a:spcAft>
                <a:spcPts val="0"/>
              </a:spcAft>
              <a:buSzPts val="1400"/>
              <a:buNone/>
              <a:defRPr/>
            </a:lvl9pPr>
          </a:lstStyle>
          <a:p>
            <a:endParaRPr/>
          </a:p>
        </p:txBody>
      </p:sp>
      <p:sp>
        <p:nvSpPr>
          <p:cNvPr id="65" name="Google Shape;65;p84"/>
          <p:cNvSpPr txBox="1">
            <a:spLocks noGrp="1"/>
          </p:cNvSpPr>
          <p:nvPr>
            <p:ph type="ftr" idx="11"/>
          </p:nvPr>
        </p:nvSpPr>
        <p:spPr>
          <a:xfrm>
            <a:off x="4038600" y="6356351"/>
            <a:ext cx="4114800" cy="365100"/>
          </a:xfrm>
          <a:prstGeom prst="rect">
            <a:avLst/>
          </a:prstGeom>
          <a:noFill/>
          <a:ln>
            <a:noFill/>
          </a:ln>
        </p:spPr>
        <p:txBody>
          <a:bodyPr spcFirstLastPara="1" wrap="square" lIns="91425" tIns="45700" rIns="91425" bIns="45700" anchor="ctr" anchorCtr="0">
            <a:noAutofit/>
          </a:bodyPr>
          <a:lstStyle>
            <a:lvl1pPr lvl="0" algn="ctr" rtl="0">
              <a:spcBef>
                <a:spcPts val="0"/>
              </a:spcBef>
              <a:spcAft>
                <a:spcPts val="0"/>
              </a:spcAft>
              <a:buSzPts val="1400"/>
              <a:buNone/>
              <a:defRPr/>
            </a:lvl1pPr>
            <a:lvl2pPr lvl="1" algn="l" rtl="0">
              <a:spcBef>
                <a:spcPts val="0"/>
              </a:spcBef>
              <a:spcAft>
                <a:spcPts val="0"/>
              </a:spcAft>
              <a:buSzPts val="1400"/>
              <a:buNone/>
              <a:defRPr/>
            </a:lvl2pPr>
            <a:lvl3pPr lvl="2" algn="l" rtl="0">
              <a:spcBef>
                <a:spcPts val="0"/>
              </a:spcBef>
              <a:spcAft>
                <a:spcPts val="0"/>
              </a:spcAft>
              <a:buSzPts val="1400"/>
              <a:buNone/>
              <a:defRPr/>
            </a:lvl3pPr>
            <a:lvl4pPr lvl="3" algn="l" rtl="0">
              <a:spcBef>
                <a:spcPts val="0"/>
              </a:spcBef>
              <a:spcAft>
                <a:spcPts val="0"/>
              </a:spcAft>
              <a:buSzPts val="1400"/>
              <a:buNone/>
              <a:defRPr/>
            </a:lvl4pPr>
            <a:lvl5pPr lvl="4" algn="l" rtl="0">
              <a:spcBef>
                <a:spcPts val="0"/>
              </a:spcBef>
              <a:spcAft>
                <a:spcPts val="0"/>
              </a:spcAft>
              <a:buSzPts val="1400"/>
              <a:buNone/>
              <a:defRPr/>
            </a:lvl5pPr>
            <a:lvl6pPr lvl="5" algn="l" rtl="0">
              <a:spcBef>
                <a:spcPts val="0"/>
              </a:spcBef>
              <a:spcAft>
                <a:spcPts val="0"/>
              </a:spcAft>
              <a:buSzPts val="1400"/>
              <a:buNone/>
              <a:defRPr/>
            </a:lvl6pPr>
            <a:lvl7pPr lvl="6" algn="l" rtl="0">
              <a:spcBef>
                <a:spcPts val="0"/>
              </a:spcBef>
              <a:spcAft>
                <a:spcPts val="0"/>
              </a:spcAft>
              <a:buSzPts val="1400"/>
              <a:buNone/>
              <a:defRPr/>
            </a:lvl7pPr>
            <a:lvl8pPr lvl="7" algn="l" rtl="0">
              <a:spcBef>
                <a:spcPts val="0"/>
              </a:spcBef>
              <a:spcAft>
                <a:spcPts val="0"/>
              </a:spcAft>
              <a:buSzPts val="1400"/>
              <a:buNone/>
              <a:defRPr/>
            </a:lvl8pPr>
            <a:lvl9pPr lvl="8" algn="l" rtl="0">
              <a:spcBef>
                <a:spcPts val="0"/>
              </a:spcBef>
              <a:spcAft>
                <a:spcPts val="0"/>
              </a:spcAft>
              <a:buSzPts val="1400"/>
              <a:buNone/>
              <a:defRPr/>
            </a:lvl9pPr>
          </a:lstStyle>
          <a:p>
            <a:endParaRPr/>
          </a:p>
        </p:txBody>
      </p:sp>
      <p:sp>
        <p:nvSpPr>
          <p:cNvPr id="66" name="Google Shape;66;p84"/>
          <p:cNvSpPr txBox="1">
            <a:spLocks noGrp="1"/>
          </p:cNvSpPr>
          <p:nvPr>
            <p:ph type="sldNum" idx="12"/>
          </p:nvPr>
        </p:nvSpPr>
        <p:spPr>
          <a:xfrm>
            <a:off x="8610600" y="6356351"/>
            <a:ext cx="2743200" cy="365100"/>
          </a:xfrm>
          <a:prstGeom prst="rect">
            <a:avLst/>
          </a:prstGeom>
          <a:noFill/>
          <a:ln>
            <a:noFill/>
          </a:ln>
        </p:spPr>
        <p:txBody>
          <a:bodyPr spcFirstLastPara="1" wrap="square" lIns="91425" tIns="45700" rIns="91425" bIns="45700" anchor="ctr" anchorCtr="0">
            <a:noAutofit/>
          </a:bodyPr>
          <a:lstStyle>
            <a:lvl1pPr marL="0" lvl="0" indent="0" algn="r" rtl="0">
              <a:spcBef>
                <a:spcPts val="0"/>
              </a:spcBef>
              <a:buNone/>
              <a:defRPr>
                <a:solidFill>
                  <a:srgbClr val="888888"/>
                </a:solidFill>
              </a:defRPr>
            </a:lvl1pPr>
            <a:lvl2pPr marL="0" lvl="1" indent="0" algn="r" rtl="0">
              <a:spcBef>
                <a:spcPts val="0"/>
              </a:spcBef>
              <a:buNone/>
              <a:defRPr>
                <a:solidFill>
                  <a:srgbClr val="888888"/>
                </a:solidFill>
              </a:defRPr>
            </a:lvl2pPr>
            <a:lvl3pPr marL="0" lvl="2" indent="0" algn="r" rtl="0">
              <a:spcBef>
                <a:spcPts val="0"/>
              </a:spcBef>
              <a:buNone/>
              <a:defRPr>
                <a:solidFill>
                  <a:srgbClr val="888888"/>
                </a:solidFill>
              </a:defRPr>
            </a:lvl3pPr>
            <a:lvl4pPr marL="0" lvl="3" indent="0" algn="r" rtl="0">
              <a:spcBef>
                <a:spcPts val="0"/>
              </a:spcBef>
              <a:buNone/>
              <a:defRPr>
                <a:solidFill>
                  <a:srgbClr val="888888"/>
                </a:solidFill>
              </a:defRPr>
            </a:lvl4pPr>
            <a:lvl5pPr marL="0" lvl="4" indent="0" algn="r" rtl="0">
              <a:spcBef>
                <a:spcPts val="0"/>
              </a:spcBef>
              <a:buNone/>
              <a:defRPr>
                <a:solidFill>
                  <a:srgbClr val="888888"/>
                </a:solidFill>
              </a:defRPr>
            </a:lvl5pPr>
            <a:lvl6pPr marL="0" lvl="5" indent="0" algn="r" rtl="0">
              <a:spcBef>
                <a:spcPts val="0"/>
              </a:spcBef>
              <a:buNone/>
              <a:defRPr>
                <a:solidFill>
                  <a:srgbClr val="888888"/>
                </a:solidFill>
              </a:defRPr>
            </a:lvl6pPr>
            <a:lvl7pPr marL="0" lvl="6" indent="0" algn="r" rtl="0">
              <a:spcBef>
                <a:spcPts val="0"/>
              </a:spcBef>
              <a:buNone/>
              <a:defRPr>
                <a:solidFill>
                  <a:srgbClr val="888888"/>
                </a:solidFill>
              </a:defRPr>
            </a:lvl7pPr>
            <a:lvl8pPr marL="0" lvl="7" indent="0" algn="r" rtl="0">
              <a:spcBef>
                <a:spcPts val="0"/>
              </a:spcBef>
              <a:buNone/>
              <a:defRPr>
                <a:solidFill>
                  <a:srgbClr val="888888"/>
                </a:solidFill>
              </a:defRPr>
            </a:lvl8pPr>
            <a:lvl9pPr marL="0" lvl="8" indent="0" algn="r" rtl="0">
              <a:spcBef>
                <a:spcPts val="0"/>
              </a:spcBef>
              <a:buNone/>
              <a:defRPr>
                <a:solidFill>
                  <a:srgbClr val="888888"/>
                </a:solidFill>
              </a:defRPr>
            </a:lvl9pPr>
          </a:lstStyle>
          <a:p>
            <a:fld id="{00000000-1234-1234-1234-123412341234}" type="slidenum">
              <a:rPr lang="en-US" smtClean="0"/>
              <a:pPr/>
              <a:t>‹#›</a:t>
            </a:fld>
            <a:endParaRPr lang="en-US"/>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matchingName="Picture with Caption" type="picTx">
  <p:cSld name="PICTURE_WITH_CAPTION_TEXT">
    <p:spTree>
      <p:nvGrpSpPr>
        <p:cNvPr id="1" name="Shape 67"/>
        <p:cNvGrpSpPr/>
        <p:nvPr/>
      </p:nvGrpSpPr>
      <p:grpSpPr>
        <a:xfrm>
          <a:off x="0" y="0"/>
          <a:ext cx="0" cy="0"/>
          <a:chOff x="0" y="0"/>
          <a:chExt cx="0" cy="0"/>
        </a:xfrm>
      </p:grpSpPr>
      <p:sp>
        <p:nvSpPr>
          <p:cNvPr id="68" name="Google Shape;68;p85"/>
          <p:cNvSpPr txBox="1">
            <a:spLocks noGrp="1"/>
          </p:cNvSpPr>
          <p:nvPr>
            <p:ph type="title"/>
          </p:nvPr>
        </p:nvSpPr>
        <p:spPr>
          <a:xfrm>
            <a:off x="839788" y="457200"/>
            <a:ext cx="3932400" cy="1600200"/>
          </a:xfrm>
          <a:prstGeom prst="rect">
            <a:avLst/>
          </a:prstGeom>
          <a:noFill/>
          <a:ln>
            <a:noFill/>
          </a:ln>
        </p:spPr>
        <p:txBody>
          <a:bodyPr spcFirstLastPara="1" wrap="square" lIns="91425" tIns="45700" rIns="91425" bIns="45700" anchor="b" anchorCtr="0">
            <a:normAutofit/>
          </a:bodyPr>
          <a:lstStyle>
            <a:lvl1pPr lvl="0" algn="l" rtl="0">
              <a:lnSpc>
                <a:spcPct val="90000"/>
              </a:lnSpc>
              <a:spcBef>
                <a:spcPts val="0"/>
              </a:spcBef>
              <a:spcAft>
                <a:spcPts val="0"/>
              </a:spcAft>
              <a:buClr>
                <a:schemeClr val="dk1"/>
              </a:buClr>
              <a:buSzPts val="2400"/>
              <a:buFont typeface="Calibri"/>
              <a:buNone/>
              <a:defRPr sz="2400"/>
            </a:lvl1pPr>
            <a:lvl2pPr lvl="1" rtl="0">
              <a:spcBef>
                <a:spcPts val="0"/>
              </a:spcBef>
              <a:spcAft>
                <a:spcPts val="0"/>
              </a:spcAft>
              <a:buSzPts val="1400"/>
              <a:buNone/>
              <a:defRPr/>
            </a:lvl2pPr>
            <a:lvl3pPr lvl="2" rtl="0">
              <a:spcBef>
                <a:spcPts val="0"/>
              </a:spcBef>
              <a:spcAft>
                <a:spcPts val="0"/>
              </a:spcAft>
              <a:buSzPts val="1400"/>
              <a:buNone/>
              <a:defRPr/>
            </a:lvl3pPr>
            <a:lvl4pPr lvl="3" rtl="0">
              <a:spcBef>
                <a:spcPts val="0"/>
              </a:spcBef>
              <a:spcAft>
                <a:spcPts val="0"/>
              </a:spcAft>
              <a:buSzPts val="1400"/>
              <a:buNone/>
              <a:defRPr/>
            </a:lvl4pPr>
            <a:lvl5pPr lvl="4" rtl="0">
              <a:spcBef>
                <a:spcPts val="0"/>
              </a:spcBef>
              <a:spcAft>
                <a:spcPts val="0"/>
              </a:spcAft>
              <a:buSzPts val="1400"/>
              <a:buNone/>
              <a:defRPr/>
            </a:lvl5pPr>
            <a:lvl6pPr lvl="5" rtl="0">
              <a:spcBef>
                <a:spcPts val="0"/>
              </a:spcBef>
              <a:spcAft>
                <a:spcPts val="0"/>
              </a:spcAft>
              <a:buSzPts val="1400"/>
              <a:buNone/>
              <a:defRPr/>
            </a:lvl6pPr>
            <a:lvl7pPr lvl="6" rtl="0">
              <a:spcBef>
                <a:spcPts val="0"/>
              </a:spcBef>
              <a:spcAft>
                <a:spcPts val="0"/>
              </a:spcAft>
              <a:buSzPts val="1400"/>
              <a:buNone/>
              <a:defRPr/>
            </a:lvl7pPr>
            <a:lvl8pPr lvl="7" rtl="0">
              <a:spcBef>
                <a:spcPts val="0"/>
              </a:spcBef>
              <a:spcAft>
                <a:spcPts val="0"/>
              </a:spcAft>
              <a:buSzPts val="1400"/>
              <a:buNone/>
              <a:defRPr/>
            </a:lvl8pPr>
            <a:lvl9pPr lvl="8" rtl="0">
              <a:spcBef>
                <a:spcPts val="0"/>
              </a:spcBef>
              <a:spcAft>
                <a:spcPts val="0"/>
              </a:spcAft>
              <a:buSzPts val="1400"/>
              <a:buNone/>
              <a:defRPr/>
            </a:lvl9pPr>
          </a:lstStyle>
          <a:p>
            <a:endParaRPr/>
          </a:p>
        </p:txBody>
      </p:sp>
      <p:sp>
        <p:nvSpPr>
          <p:cNvPr id="69" name="Google Shape;69;p85"/>
          <p:cNvSpPr>
            <a:spLocks noGrp="1"/>
          </p:cNvSpPr>
          <p:nvPr>
            <p:ph type="pic" idx="2"/>
          </p:nvPr>
        </p:nvSpPr>
        <p:spPr>
          <a:xfrm>
            <a:off x="5183188" y="987426"/>
            <a:ext cx="6172400" cy="4873500"/>
          </a:xfrm>
          <a:prstGeom prst="rect">
            <a:avLst/>
          </a:prstGeom>
          <a:noFill/>
          <a:ln>
            <a:noFill/>
          </a:ln>
        </p:spPr>
      </p:sp>
      <p:sp>
        <p:nvSpPr>
          <p:cNvPr id="70" name="Google Shape;70;p85"/>
          <p:cNvSpPr txBox="1">
            <a:spLocks noGrp="1"/>
          </p:cNvSpPr>
          <p:nvPr>
            <p:ph type="body" idx="1"/>
          </p:nvPr>
        </p:nvSpPr>
        <p:spPr>
          <a:xfrm>
            <a:off x="839788" y="2057400"/>
            <a:ext cx="3932400" cy="3811500"/>
          </a:xfrm>
          <a:prstGeom prst="rect">
            <a:avLst/>
          </a:prstGeom>
          <a:noFill/>
          <a:ln>
            <a:noFill/>
          </a:ln>
        </p:spPr>
        <p:txBody>
          <a:bodyPr spcFirstLastPara="1" wrap="square" lIns="91425" tIns="45700" rIns="91425" bIns="45700" anchor="t" anchorCtr="0">
            <a:normAutofit/>
          </a:bodyPr>
          <a:lstStyle>
            <a:lvl1pPr marL="457200" lvl="0" indent="-228600" algn="l" rtl="0">
              <a:lnSpc>
                <a:spcPct val="90000"/>
              </a:lnSpc>
              <a:spcBef>
                <a:spcPts val="750"/>
              </a:spcBef>
              <a:spcAft>
                <a:spcPts val="0"/>
              </a:spcAft>
              <a:buClr>
                <a:schemeClr val="dk1"/>
              </a:buClr>
              <a:buSzPts val="1200"/>
              <a:buNone/>
              <a:defRPr sz="1200"/>
            </a:lvl1pPr>
            <a:lvl2pPr marL="914400" lvl="1" indent="-228600" algn="l" rtl="0">
              <a:lnSpc>
                <a:spcPct val="90000"/>
              </a:lnSpc>
              <a:spcBef>
                <a:spcPts val="375"/>
              </a:spcBef>
              <a:spcAft>
                <a:spcPts val="0"/>
              </a:spcAft>
              <a:buClr>
                <a:schemeClr val="dk1"/>
              </a:buClr>
              <a:buSzPts val="1050"/>
              <a:buNone/>
              <a:defRPr sz="1050"/>
            </a:lvl2pPr>
            <a:lvl3pPr marL="1371600" lvl="2" indent="-228600" algn="l" rtl="0">
              <a:lnSpc>
                <a:spcPct val="90000"/>
              </a:lnSpc>
              <a:spcBef>
                <a:spcPts val="375"/>
              </a:spcBef>
              <a:spcAft>
                <a:spcPts val="0"/>
              </a:spcAft>
              <a:buClr>
                <a:schemeClr val="dk1"/>
              </a:buClr>
              <a:buSzPts val="900"/>
              <a:buNone/>
              <a:defRPr sz="900"/>
            </a:lvl3pPr>
            <a:lvl4pPr marL="1828800" lvl="3" indent="-228600" algn="l" rtl="0">
              <a:lnSpc>
                <a:spcPct val="90000"/>
              </a:lnSpc>
              <a:spcBef>
                <a:spcPts val="375"/>
              </a:spcBef>
              <a:spcAft>
                <a:spcPts val="0"/>
              </a:spcAft>
              <a:buClr>
                <a:schemeClr val="dk1"/>
              </a:buClr>
              <a:buSzPts val="750"/>
              <a:buNone/>
              <a:defRPr sz="750"/>
            </a:lvl4pPr>
            <a:lvl5pPr marL="2286000" lvl="4" indent="-228600" algn="l" rtl="0">
              <a:lnSpc>
                <a:spcPct val="90000"/>
              </a:lnSpc>
              <a:spcBef>
                <a:spcPts val="375"/>
              </a:spcBef>
              <a:spcAft>
                <a:spcPts val="0"/>
              </a:spcAft>
              <a:buClr>
                <a:schemeClr val="dk1"/>
              </a:buClr>
              <a:buSzPts val="750"/>
              <a:buNone/>
              <a:defRPr sz="750"/>
            </a:lvl5pPr>
            <a:lvl6pPr marL="2743200" lvl="5" indent="-228600" algn="l" rtl="0">
              <a:lnSpc>
                <a:spcPct val="90000"/>
              </a:lnSpc>
              <a:spcBef>
                <a:spcPts val="375"/>
              </a:spcBef>
              <a:spcAft>
                <a:spcPts val="0"/>
              </a:spcAft>
              <a:buClr>
                <a:schemeClr val="dk1"/>
              </a:buClr>
              <a:buSzPts val="750"/>
              <a:buNone/>
              <a:defRPr sz="750"/>
            </a:lvl6pPr>
            <a:lvl7pPr marL="3200400" lvl="6" indent="-228600" algn="l" rtl="0">
              <a:lnSpc>
                <a:spcPct val="90000"/>
              </a:lnSpc>
              <a:spcBef>
                <a:spcPts val="375"/>
              </a:spcBef>
              <a:spcAft>
                <a:spcPts val="0"/>
              </a:spcAft>
              <a:buClr>
                <a:schemeClr val="dk1"/>
              </a:buClr>
              <a:buSzPts val="750"/>
              <a:buNone/>
              <a:defRPr sz="750"/>
            </a:lvl7pPr>
            <a:lvl8pPr marL="3657600" lvl="7" indent="-228600" algn="l" rtl="0">
              <a:lnSpc>
                <a:spcPct val="90000"/>
              </a:lnSpc>
              <a:spcBef>
                <a:spcPts val="375"/>
              </a:spcBef>
              <a:spcAft>
                <a:spcPts val="0"/>
              </a:spcAft>
              <a:buClr>
                <a:schemeClr val="dk1"/>
              </a:buClr>
              <a:buSzPts val="750"/>
              <a:buNone/>
              <a:defRPr sz="750"/>
            </a:lvl8pPr>
            <a:lvl9pPr marL="4114800" lvl="8" indent="-228600" algn="l" rtl="0">
              <a:lnSpc>
                <a:spcPct val="90000"/>
              </a:lnSpc>
              <a:spcBef>
                <a:spcPts val="375"/>
              </a:spcBef>
              <a:spcAft>
                <a:spcPts val="0"/>
              </a:spcAft>
              <a:buClr>
                <a:schemeClr val="dk1"/>
              </a:buClr>
              <a:buSzPts val="750"/>
              <a:buNone/>
              <a:defRPr sz="750"/>
            </a:lvl9pPr>
          </a:lstStyle>
          <a:p>
            <a:endParaRPr/>
          </a:p>
        </p:txBody>
      </p:sp>
      <p:sp>
        <p:nvSpPr>
          <p:cNvPr id="71" name="Google Shape;71;p85"/>
          <p:cNvSpPr txBox="1">
            <a:spLocks noGrp="1"/>
          </p:cNvSpPr>
          <p:nvPr>
            <p:ph type="dt" idx="10"/>
          </p:nvPr>
        </p:nvSpPr>
        <p:spPr>
          <a:xfrm>
            <a:off x="838200" y="6356351"/>
            <a:ext cx="2743200" cy="365100"/>
          </a:xfrm>
          <a:prstGeom prst="rect">
            <a:avLst/>
          </a:prstGeom>
          <a:noFill/>
          <a:ln>
            <a:noFill/>
          </a:ln>
        </p:spPr>
        <p:txBody>
          <a:bodyPr spcFirstLastPara="1" wrap="square" lIns="91425" tIns="45700" rIns="91425" bIns="45700" anchor="ctr" anchorCtr="0">
            <a:noAutofit/>
          </a:bodyPr>
          <a:lstStyle>
            <a:lvl1pPr lvl="0" algn="l" rtl="0">
              <a:spcBef>
                <a:spcPts val="0"/>
              </a:spcBef>
              <a:spcAft>
                <a:spcPts val="0"/>
              </a:spcAft>
              <a:buSzPts val="1400"/>
              <a:buNone/>
              <a:defRPr/>
            </a:lvl1pPr>
            <a:lvl2pPr lvl="1" algn="l" rtl="0">
              <a:spcBef>
                <a:spcPts val="0"/>
              </a:spcBef>
              <a:spcAft>
                <a:spcPts val="0"/>
              </a:spcAft>
              <a:buSzPts val="1400"/>
              <a:buNone/>
              <a:defRPr/>
            </a:lvl2pPr>
            <a:lvl3pPr lvl="2" algn="l" rtl="0">
              <a:spcBef>
                <a:spcPts val="0"/>
              </a:spcBef>
              <a:spcAft>
                <a:spcPts val="0"/>
              </a:spcAft>
              <a:buSzPts val="1400"/>
              <a:buNone/>
              <a:defRPr/>
            </a:lvl3pPr>
            <a:lvl4pPr lvl="3" algn="l" rtl="0">
              <a:spcBef>
                <a:spcPts val="0"/>
              </a:spcBef>
              <a:spcAft>
                <a:spcPts val="0"/>
              </a:spcAft>
              <a:buSzPts val="1400"/>
              <a:buNone/>
              <a:defRPr/>
            </a:lvl4pPr>
            <a:lvl5pPr lvl="4" algn="l" rtl="0">
              <a:spcBef>
                <a:spcPts val="0"/>
              </a:spcBef>
              <a:spcAft>
                <a:spcPts val="0"/>
              </a:spcAft>
              <a:buSzPts val="1400"/>
              <a:buNone/>
              <a:defRPr/>
            </a:lvl5pPr>
            <a:lvl6pPr lvl="5" algn="l" rtl="0">
              <a:spcBef>
                <a:spcPts val="0"/>
              </a:spcBef>
              <a:spcAft>
                <a:spcPts val="0"/>
              </a:spcAft>
              <a:buSzPts val="1400"/>
              <a:buNone/>
              <a:defRPr/>
            </a:lvl6pPr>
            <a:lvl7pPr lvl="6" algn="l" rtl="0">
              <a:spcBef>
                <a:spcPts val="0"/>
              </a:spcBef>
              <a:spcAft>
                <a:spcPts val="0"/>
              </a:spcAft>
              <a:buSzPts val="1400"/>
              <a:buNone/>
              <a:defRPr/>
            </a:lvl7pPr>
            <a:lvl8pPr lvl="7" algn="l" rtl="0">
              <a:spcBef>
                <a:spcPts val="0"/>
              </a:spcBef>
              <a:spcAft>
                <a:spcPts val="0"/>
              </a:spcAft>
              <a:buSzPts val="1400"/>
              <a:buNone/>
              <a:defRPr/>
            </a:lvl8pPr>
            <a:lvl9pPr lvl="8" algn="l" rtl="0">
              <a:spcBef>
                <a:spcPts val="0"/>
              </a:spcBef>
              <a:spcAft>
                <a:spcPts val="0"/>
              </a:spcAft>
              <a:buSzPts val="1400"/>
              <a:buNone/>
              <a:defRPr/>
            </a:lvl9pPr>
          </a:lstStyle>
          <a:p>
            <a:endParaRPr/>
          </a:p>
        </p:txBody>
      </p:sp>
      <p:sp>
        <p:nvSpPr>
          <p:cNvPr id="72" name="Google Shape;72;p85"/>
          <p:cNvSpPr txBox="1">
            <a:spLocks noGrp="1"/>
          </p:cNvSpPr>
          <p:nvPr>
            <p:ph type="ftr" idx="11"/>
          </p:nvPr>
        </p:nvSpPr>
        <p:spPr>
          <a:xfrm>
            <a:off x="4038600" y="6356351"/>
            <a:ext cx="4114800" cy="365100"/>
          </a:xfrm>
          <a:prstGeom prst="rect">
            <a:avLst/>
          </a:prstGeom>
          <a:noFill/>
          <a:ln>
            <a:noFill/>
          </a:ln>
        </p:spPr>
        <p:txBody>
          <a:bodyPr spcFirstLastPara="1" wrap="square" lIns="91425" tIns="45700" rIns="91425" bIns="45700" anchor="ctr" anchorCtr="0">
            <a:noAutofit/>
          </a:bodyPr>
          <a:lstStyle>
            <a:lvl1pPr lvl="0" algn="ctr" rtl="0">
              <a:spcBef>
                <a:spcPts val="0"/>
              </a:spcBef>
              <a:spcAft>
                <a:spcPts val="0"/>
              </a:spcAft>
              <a:buSzPts val="1400"/>
              <a:buNone/>
              <a:defRPr/>
            </a:lvl1pPr>
            <a:lvl2pPr lvl="1" algn="l" rtl="0">
              <a:spcBef>
                <a:spcPts val="0"/>
              </a:spcBef>
              <a:spcAft>
                <a:spcPts val="0"/>
              </a:spcAft>
              <a:buSzPts val="1400"/>
              <a:buNone/>
              <a:defRPr/>
            </a:lvl2pPr>
            <a:lvl3pPr lvl="2" algn="l" rtl="0">
              <a:spcBef>
                <a:spcPts val="0"/>
              </a:spcBef>
              <a:spcAft>
                <a:spcPts val="0"/>
              </a:spcAft>
              <a:buSzPts val="1400"/>
              <a:buNone/>
              <a:defRPr/>
            </a:lvl3pPr>
            <a:lvl4pPr lvl="3" algn="l" rtl="0">
              <a:spcBef>
                <a:spcPts val="0"/>
              </a:spcBef>
              <a:spcAft>
                <a:spcPts val="0"/>
              </a:spcAft>
              <a:buSzPts val="1400"/>
              <a:buNone/>
              <a:defRPr/>
            </a:lvl4pPr>
            <a:lvl5pPr lvl="4" algn="l" rtl="0">
              <a:spcBef>
                <a:spcPts val="0"/>
              </a:spcBef>
              <a:spcAft>
                <a:spcPts val="0"/>
              </a:spcAft>
              <a:buSzPts val="1400"/>
              <a:buNone/>
              <a:defRPr/>
            </a:lvl5pPr>
            <a:lvl6pPr lvl="5" algn="l" rtl="0">
              <a:spcBef>
                <a:spcPts val="0"/>
              </a:spcBef>
              <a:spcAft>
                <a:spcPts val="0"/>
              </a:spcAft>
              <a:buSzPts val="1400"/>
              <a:buNone/>
              <a:defRPr/>
            </a:lvl6pPr>
            <a:lvl7pPr lvl="6" algn="l" rtl="0">
              <a:spcBef>
                <a:spcPts val="0"/>
              </a:spcBef>
              <a:spcAft>
                <a:spcPts val="0"/>
              </a:spcAft>
              <a:buSzPts val="1400"/>
              <a:buNone/>
              <a:defRPr/>
            </a:lvl7pPr>
            <a:lvl8pPr lvl="7" algn="l" rtl="0">
              <a:spcBef>
                <a:spcPts val="0"/>
              </a:spcBef>
              <a:spcAft>
                <a:spcPts val="0"/>
              </a:spcAft>
              <a:buSzPts val="1400"/>
              <a:buNone/>
              <a:defRPr/>
            </a:lvl8pPr>
            <a:lvl9pPr lvl="8" algn="l" rtl="0">
              <a:spcBef>
                <a:spcPts val="0"/>
              </a:spcBef>
              <a:spcAft>
                <a:spcPts val="0"/>
              </a:spcAft>
              <a:buSzPts val="1400"/>
              <a:buNone/>
              <a:defRPr/>
            </a:lvl9pPr>
          </a:lstStyle>
          <a:p>
            <a:endParaRPr/>
          </a:p>
        </p:txBody>
      </p:sp>
      <p:sp>
        <p:nvSpPr>
          <p:cNvPr id="73" name="Google Shape;73;p85"/>
          <p:cNvSpPr txBox="1">
            <a:spLocks noGrp="1"/>
          </p:cNvSpPr>
          <p:nvPr>
            <p:ph type="sldNum" idx="12"/>
          </p:nvPr>
        </p:nvSpPr>
        <p:spPr>
          <a:xfrm>
            <a:off x="8610600" y="6356351"/>
            <a:ext cx="2743200" cy="365100"/>
          </a:xfrm>
          <a:prstGeom prst="rect">
            <a:avLst/>
          </a:prstGeom>
          <a:noFill/>
          <a:ln>
            <a:noFill/>
          </a:ln>
        </p:spPr>
        <p:txBody>
          <a:bodyPr spcFirstLastPara="1" wrap="square" lIns="91425" tIns="45700" rIns="91425" bIns="45700" anchor="ctr" anchorCtr="0">
            <a:noAutofit/>
          </a:bodyPr>
          <a:lstStyle>
            <a:lvl1pPr marL="0" lvl="0" indent="0" algn="r" rtl="0">
              <a:spcBef>
                <a:spcPts val="0"/>
              </a:spcBef>
              <a:buNone/>
              <a:defRPr>
                <a:solidFill>
                  <a:srgbClr val="888888"/>
                </a:solidFill>
              </a:defRPr>
            </a:lvl1pPr>
            <a:lvl2pPr marL="0" lvl="1" indent="0" algn="r" rtl="0">
              <a:spcBef>
                <a:spcPts val="0"/>
              </a:spcBef>
              <a:buNone/>
              <a:defRPr>
                <a:solidFill>
                  <a:srgbClr val="888888"/>
                </a:solidFill>
              </a:defRPr>
            </a:lvl2pPr>
            <a:lvl3pPr marL="0" lvl="2" indent="0" algn="r" rtl="0">
              <a:spcBef>
                <a:spcPts val="0"/>
              </a:spcBef>
              <a:buNone/>
              <a:defRPr>
                <a:solidFill>
                  <a:srgbClr val="888888"/>
                </a:solidFill>
              </a:defRPr>
            </a:lvl3pPr>
            <a:lvl4pPr marL="0" lvl="3" indent="0" algn="r" rtl="0">
              <a:spcBef>
                <a:spcPts val="0"/>
              </a:spcBef>
              <a:buNone/>
              <a:defRPr>
                <a:solidFill>
                  <a:srgbClr val="888888"/>
                </a:solidFill>
              </a:defRPr>
            </a:lvl4pPr>
            <a:lvl5pPr marL="0" lvl="4" indent="0" algn="r" rtl="0">
              <a:spcBef>
                <a:spcPts val="0"/>
              </a:spcBef>
              <a:buNone/>
              <a:defRPr>
                <a:solidFill>
                  <a:srgbClr val="888888"/>
                </a:solidFill>
              </a:defRPr>
            </a:lvl5pPr>
            <a:lvl6pPr marL="0" lvl="5" indent="0" algn="r" rtl="0">
              <a:spcBef>
                <a:spcPts val="0"/>
              </a:spcBef>
              <a:buNone/>
              <a:defRPr>
                <a:solidFill>
                  <a:srgbClr val="888888"/>
                </a:solidFill>
              </a:defRPr>
            </a:lvl6pPr>
            <a:lvl7pPr marL="0" lvl="6" indent="0" algn="r" rtl="0">
              <a:spcBef>
                <a:spcPts val="0"/>
              </a:spcBef>
              <a:buNone/>
              <a:defRPr>
                <a:solidFill>
                  <a:srgbClr val="888888"/>
                </a:solidFill>
              </a:defRPr>
            </a:lvl7pPr>
            <a:lvl8pPr marL="0" lvl="7" indent="0" algn="r" rtl="0">
              <a:spcBef>
                <a:spcPts val="0"/>
              </a:spcBef>
              <a:buNone/>
              <a:defRPr>
                <a:solidFill>
                  <a:srgbClr val="888888"/>
                </a:solidFill>
              </a:defRPr>
            </a:lvl8pPr>
            <a:lvl9pPr marL="0" lvl="8" indent="0" algn="r" rtl="0">
              <a:spcBef>
                <a:spcPts val="0"/>
              </a:spcBef>
              <a:buNone/>
              <a:defRPr>
                <a:solidFill>
                  <a:srgbClr val="888888"/>
                </a:solidFill>
              </a:defRPr>
            </a:lvl9pPr>
          </a:lstStyle>
          <a:p>
            <a:fld id="{00000000-1234-1234-1234-123412341234}" type="slidenum">
              <a:rPr lang="en-US" smtClean="0"/>
              <a:pPr/>
              <a:t>‹#›</a:t>
            </a:fld>
            <a:endParaRPr lang="en-US"/>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matchingName="Title and Vertical Text" type="vertTx">
  <p:cSld name="VERTICAL_TEXT">
    <p:spTree>
      <p:nvGrpSpPr>
        <p:cNvPr id="1" name="Shape 74"/>
        <p:cNvGrpSpPr/>
        <p:nvPr/>
      </p:nvGrpSpPr>
      <p:grpSpPr>
        <a:xfrm>
          <a:off x="0" y="0"/>
          <a:ext cx="0" cy="0"/>
          <a:chOff x="0" y="0"/>
          <a:chExt cx="0" cy="0"/>
        </a:xfrm>
      </p:grpSpPr>
      <p:sp>
        <p:nvSpPr>
          <p:cNvPr id="75" name="Google Shape;75;p86"/>
          <p:cNvSpPr txBox="1">
            <a:spLocks noGrp="1"/>
          </p:cNvSpPr>
          <p:nvPr>
            <p:ph type="title"/>
          </p:nvPr>
        </p:nvSpPr>
        <p:spPr>
          <a:xfrm>
            <a:off x="838200" y="365126"/>
            <a:ext cx="10515600" cy="1325700"/>
          </a:xfrm>
          <a:prstGeom prst="rect">
            <a:avLst/>
          </a:prstGeom>
          <a:noFill/>
          <a:ln>
            <a:noFill/>
          </a:ln>
        </p:spPr>
        <p:txBody>
          <a:bodyPr spcFirstLastPara="1" wrap="square" lIns="91425" tIns="45700" rIns="91425" bIns="45700" anchor="ctr" anchorCtr="0">
            <a:normAutofit/>
          </a:bodyPr>
          <a:lstStyle>
            <a:lvl1pPr lvl="0" algn="l" rtl="0">
              <a:lnSpc>
                <a:spcPct val="90000"/>
              </a:lnSpc>
              <a:spcBef>
                <a:spcPts val="0"/>
              </a:spcBef>
              <a:spcAft>
                <a:spcPts val="0"/>
              </a:spcAft>
              <a:buClr>
                <a:schemeClr val="dk1"/>
              </a:buClr>
              <a:buSzPts val="1800"/>
              <a:buNone/>
              <a:defRPr/>
            </a:lvl1pPr>
            <a:lvl2pPr lvl="1" rtl="0">
              <a:spcBef>
                <a:spcPts val="0"/>
              </a:spcBef>
              <a:spcAft>
                <a:spcPts val="0"/>
              </a:spcAft>
              <a:buSzPts val="1400"/>
              <a:buNone/>
              <a:defRPr/>
            </a:lvl2pPr>
            <a:lvl3pPr lvl="2" rtl="0">
              <a:spcBef>
                <a:spcPts val="0"/>
              </a:spcBef>
              <a:spcAft>
                <a:spcPts val="0"/>
              </a:spcAft>
              <a:buSzPts val="1400"/>
              <a:buNone/>
              <a:defRPr/>
            </a:lvl3pPr>
            <a:lvl4pPr lvl="3" rtl="0">
              <a:spcBef>
                <a:spcPts val="0"/>
              </a:spcBef>
              <a:spcAft>
                <a:spcPts val="0"/>
              </a:spcAft>
              <a:buSzPts val="1400"/>
              <a:buNone/>
              <a:defRPr/>
            </a:lvl4pPr>
            <a:lvl5pPr lvl="4" rtl="0">
              <a:spcBef>
                <a:spcPts val="0"/>
              </a:spcBef>
              <a:spcAft>
                <a:spcPts val="0"/>
              </a:spcAft>
              <a:buSzPts val="1400"/>
              <a:buNone/>
              <a:defRPr/>
            </a:lvl5pPr>
            <a:lvl6pPr lvl="5" rtl="0">
              <a:spcBef>
                <a:spcPts val="0"/>
              </a:spcBef>
              <a:spcAft>
                <a:spcPts val="0"/>
              </a:spcAft>
              <a:buSzPts val="1400"/>
              <a:buNone/>
              <a:defRPr/>
            </a:lvl6pPr>
            <a:lvl7pPr lvl="6" rtl="0">
              <a:spcBef>
                <a:spcPts val="0"/>
              </a:spcBef>
              <a:spcAft>
                <a:spcPts val="0"/>
              </a:spcAft>
              <a:buSzPts val="1400"/>
              <a:buNone/>
              <a:defRPr/>
            </a:lvl7pPr>
            <a:lvl8pPr lvl="7" rtl="0">
              <a:spcBef>
                <a:spcPts val="0"/>
              </a:spcBef>
              <a:spcAft>
                <a:spcPts val="0"/>
              </a:spcAft>
              <a:buSzPts val="1400"/>
              <a:buNone/>
              <a:defRPr/>
            </a:lvl8pPr>
            <a:lvl9pPr lvl="8" rtl="0">
              <a:spcBef>
                <a:spcPts val="0"/>
              </a:spcBef>
              <a:spcAft>
                <a:spcPts val="0"/>
              </a:spcAft>
              <a:buSzPts val="1400"/>
              <a:buNone/>
              <a:defRPr/>
            </a:lvl9pPr>
          </a:lstStyle>
          <a:p>
            <a:endParaRPr/>
          </a:p>
        </p:txBody>
      </p:sp>
      <p:sp>
        <p:nvSpPr>
          <p:cNvPr id="76" name="Google Shape;76;p86"/>
          <p:cNvSpPr txBox="1">
            <a:spLocks noGrp="1"/>
          </p:cNvSpPr>
          <p:nvPr>
            <p:ph type="body" idx="1"/>
          </p:nvPr>
        </p:nvSpPr>
        <p:spPr>
          <a:xfrm rot="5400000">
            <a:off x="3920400" y="-1256575"/>
            <a:ext cx="4351200" cy="10515600"/>
          </a:xfrm>
          <a:prstGeom prst="rect">
            <a:avLst/>
          </a:prstGeom>
          <a:noFill/>
          <a:ln>
            <a:noFill/>
          </a:ln>
        </p:spPr>
        <p:txBody>
          <a:bodyPr spcFirstLastPara="1" wrap="square" lIns="91425" tIns="45700" rIns="91425" bIns="45700" anchor="t" anchorCtr="0">
            <a:normAutofit/>
          </a:bodyPr>
          <a:lstStyle>
            <a:lvl1pPr marL="457200" lvl="0" indent="-342900" algn="l" rtl="0">
              <a:lnSpc>
                <a:spcPct val="90000"/>
              </a:lnSpc>
              <a:spcBef>
                <a:spcPts val="750"/>
              </a:spcBef>
              <a:spcAft>
                <a:spcPts val="0"/>
              </a:spcAft>
              <a:buClr>
                <a:schemeClr val="dk1"/>
              </a:buClr>
              <a:buSzPts val="1800"/>
              <a:buChar char="•"/>
              <a:defRPr/>
            </a:lvl1pPr>
            <a:lvl2pPr marL="914400" lvl="1" indent="-342900" algn="l" rtl="0">
              <a:lnSpc>
                <a:spcPct val="90000"/>
              </a:lnSpc>
              <a:spcBef>
                <a:spcPts val="375"/>
              </a:spcBef>
              <a:spcAft>
                <a:spcPts val="0"/>
              </a:spcAft>
              <a:buClr>
                <a:schemeClr val="dk1"/>
              </a:buClr>
              <a:buSzPts val="1800"/>
              <a:buChar char="•"/>
              <a:defRPr/>
            </a:lvl2pPr>
            <a:lvl3pPr marL="1371600" lvl="2" indent="-342900" algn="l" rtl="0">
              <a:lnSpc>
                <a:spcPct val="90000"/>
              </a:lnSpc>
              <a:spcBef>
                <a:spcPts val="375"/>
              </a:spcBef>
              <a:spcAft>
                <a:spcPts val="0"/>
              </a:spcAft>
              <a:buClr>
                <a:schemeClr val="dk1"/>
              </a:buClr>
              <a:buSzPts val="1800"/>
              <a:buChar char="•"/>
              <a:defRPr/>
            </a:lvl3pPr>
            <a:lvl4pPr marL="1828800" lvl="3" indent="-342900" algn="l" rtl="0">
              <a:lnSpc>
                <a:spcPct val="90000"/>
              </a:lnSpc>
              <a:spcBef>
                <a:spcPts val="375"/>
              </a:spcBef>
              <a:spcAft>
                <a:spcPts val="0"/>
              </a:spcAft>
              <a:buClr>
                <a:schemeClr val="dk1"/>
              </a:buClr>
              <a:buSzPts val="1800"/>
              <a:buChar char="•"/>
              <a:defRPr/>
            </a:lvl4pPr>
            <a:lvl5pPr marL="2286000" lvl="4" indent="-342900" algn="l" rtl="0">
              <a:lnSpc>
                <a:spcPct val="90000"/>
              </a:lnSpc>
              <a:spcBef>
                <a:spcPts val="375"/>
              </a:spcBef>
              <a:spcAft>
                <a:spcPts val="0"/>
              </a:spcAft>
              <a:buClr>
                <a:schemeClr val="dk1"/>
              </a:buClr>
              <a:buSzPts val="1800"/>
              <a:buChar char="•"/>
              <a:defRPr/>
            </a:lvl5pPr>
            <a:lvl6pPr marL="2743200" lvl="5" indent="-342900" algn="l" rtl="0">
              <a:lnSpc>
                <a:spcPct val="90000"/>
              </a:lnSpc>
              <a:spcBef>
                <a:spcPts val="375"/>
              </a:spcBef>
              <a:spcAft>
                <a:spcPts val="0"/>
              </a:spcAft>
              <a:buClr>
                <a:schemeClr val="dk1"/>
              </a:buClr>
              <a:buSzPts val="1800"/>
              <a:buChar char="•"/>
              <a:defRPr/>
            </a:lvl6pPr>
            <a:lvl7pPr marL="3200400" lvl="6" indent="-342900" algn="l" rtl="0">
              <a:lnSpc>
                <a:spcPct val="90000"/>
              </a:lnSpc>
              <a:spcBef>
                <a:spcPts val="375"/>
              </a:spcBef>
              <a:spcAft>
                <a:spcPts val="0"/>
              </a:spcAft>
              <a:buClr>
                <a:schemeClr val="dk1"/>
              </a:buClr>
              <a:buSzPts val="1800"/>
              <a:buChar char="•"/>
              <a:defRPr/>
            </a:lvl7pPr>
            <a:lvl8pPr marL="3657600" lvl="7" indent="-342900" algn="l" rtl="0">
              <a:lnSpc>
                <a:spcPct val="90000"/>
              </a:lnSpc>
              <a:spcBef>
                <a:spcPts val="375"/>
              </a:spcBef>
              <a:spcAft>
                <a:spcPts val="0"/>
              </a:spcAft>
              <a:buClr>
                <a:schemeClr val="dk1"/>
              </a:buClr>
              <a:buSzPts val="1800"/>
              <a:buChar char="•"/>
              <a:defRPr/>
            </a:lvl8pPr>
            <a:lvl9pPr marL="4114800" lvl="8" indent="-342900" algn="l" rtl="0">
              <a:lnSpc>
                <a:spcPct val="90000"/>
              </a:lnSpc>
              <a:spcBef>
                <a:spcPts val="375"/>
              </a:spcBef>
              <a:spcAft>
                <a:spcPts val="0"/>
              </a:spcAft>
              <a:buClr>
                <a:schemeClr val="dk1"/>
              </a:buClr>
              <a:buSzPts val="1800"/>
              <a:buChar char="•"/>
              <a:defRPr/>
            </a:lvl9pPr>
          </a:lstStyle>
          <a:p>
            <a:endParaRPr/>
          </a:p>
        </p:txBody>
      </p:sp>
      <p:sp>
        <p:nvSpPr>
          <p:cNvPr id="77" name="Google Shape;77;p86"/>
          <p:cNvSpPr txBox="1">
            <a:spLocks noGrp="1"/>
          </p:cNvSpPr>
          <p:nvPr>
            <p:ph type="dt" idx="10"/>
          </p:nvPr>
        </p:nvSpPr>
        <p:spPr>
          <a:xfrm>
            <a:off x="838200" y="6356351"/>
            <a:ext cx="2743200" cy="365100"/>
          </a:xfrm>
          <a:prstGeom prst="rect">
            <a:avLst/>
          </a:prstGeom>
          <a:noFill/>
          <a:ln>
            <a:noFill/>
          </a:ln>
        </p:spPr>
        <p:txBody>
          <a:bodyPr spcFirstLastPara="1" wrap="square" lIns="91425" tIns="45700" rIns="91425" bIns="45700" anchor="ctr" anchorCtr="0">
            <a:noAutofit/>
          </a:bodyPr>
          <a:lstStyle>
            <a:lvl1pPr lvl="0" algn="l" rtl="0">
              <a:spcBef>
                <a:spcPts val="0"/>
              </a:spcBef>
              <a:spcAft>
                <a:spcPts val="0"/>
              </a:spcAft>
              <a:buSzPts val="1400"/>
              <a:buNone/>
              <a:defRPr/>
            </a:lvl1pPr>
            <a:lvl2pPr lvl="1" algn="l" rtl="0">
              <a:spcBef>
                <a:spcPts val="0"/>
              </a:spcBef>
              <a:spcAft>
                <a:spcPts val="0"/>
              </a:spcAft>
              <a:buSzPts val="1400"/>
              <a:buNone/>
              <a:defRPr/>
            </a:lvl2pPr>
            <a:lvl3pPr lvl="2" algn="l" rtl="0">
              <a:spcBef>
                <a:spcPts val="0"/>
              </a:spcBef>
              <a:spcAft>
                <a:spcPts val="0"/>
              </a:spcAft>
              <a:buSzPts val="1400"/>
              <a:buNone/>
              <a:defRPr/>
            </a:lvl3pPr>
            <a:lvl4pPr lvl="3" algn="l" rtl="0">
              <a:spcBef>
                <a:spcPts val="0"/>
              </a:spcBef>
              <a:spcAft>
                <a:spcPts val="0"/>
              </a:spcAft>
              <a:buSzPts val="1400"/>
              <a:buNone/>
              <a:defRPr/>
            </a:lvl4pPr>
            <a:lvl5pPr lvl="4" algn="l" rtl="0">
              <a:spcBef>
                <a:spcPts val="0"/>
              </a:spcBef>
              <a:spcAft>
                <a:spcPts val="0"/>
              </a:spcAft>
              <a:buSzPts val="1400"/>
              <a:buNone/>
              <a:defRPr/>
            </a:lvl5pPr>
            <a:lvl6pPr lvl="5" algn="l" rtl="0">
              <a:spcBef>
                <a:spcPts val="0"/>
              </a:spcBef>
              <a:spcAft>
                <a:spcPts val="0"/>
              </a:spcAft>
              <a:buSzPts val="1400"/>
              <a:buNone/>
              <a:defRPr/>
            </a:lvl6pPr>
            <a:lvl7pPr lvl="6" algn="l" rtl="0">
              <a:spcBef>
                <a:spcPts val="0"/>
              </a:spcBef>
              <a:spcAft>
                <a:spcPts val="0"/>
              </a:spcAft>
              <a:buSzPts val="1400"/>
              <a:buNone/>
              <a:defRPr/>
            </a:lvl7pPr>
            <a:lvl8pPr lvl="7" algn="l" rtl="0">
              <a:spcBef>
                <a:spcPts val="0"/>
              </a:spcBef>
              <a:spcAft>
                <a:spcPts val="0"/>
              </a:spcAft>
              <a:buSzPts val="1400"/>
              <a:buNone/>
              <a:defRPr/>
            </a:lvl8pPr>
            <a:lvl9pPr lvl="8" algn="l" rtl="0">
              <a:spcBef>
                <a:spcPts val="0"/>
              </a:spcBef>
              <a:spcAft>
                <a:spcPts val="0"/>
              </a:spcAft>
              <a:buSzPts val="1400"/>
              <a:buNone/>
              <a:defRPr/>
            </a:lvl9pPr>
          </a:lstStyle>
          <a:p>
            <a:endParaRPr/>
          </a:p>
        </p:txBody>
      </p:sp>
      <p:sp>
        <p:nvSpPr>
          <p:cNvPr id="78" name="Google Shape;78;p86"/>
          <p:cNvSpPr txBox="1">
            <a:spLocks noGrp="1"/>
          </p:cNvSpPr>
          <p:nvPr>
            <p:ph type="ftr" idx="11"/>
          </p:nvPr>
        </p:nvSpPr>
        <p:spPr>
          <a:xfrm>
            <a:off x="4038600" y="6356351"/>
            <a:ext cx="4114800" cy="365100"/>
          </a:xfrm>
          <a:prstGeom prst="rect">
            <a:avLst/>
          </a:prstGeom>
          <a:noFill/>
          <a:ln>
            <a:noFill/>
          </a:ln>
        </p:spPr>
        <p:txBody>
          <a:bodyPr spcFirstLastPara="1" wrap="square" lIns="91425" tIns="45700" rIns="91425" bIns="45700" anchor="ctr" anchorCtr="0">
            <a:noAutofit/>
          </a:bodyPr>
          <a:lstStyle>
            <a:lvl1pPr lvl="0" algn="ctr" rtl="0">
              <a:spcBef>
                <a:spcPts val="0"/>
              </a:spcBef>
              <a:spcAft>
                <a:spcPts val="0"/>
              </a:spcAft>
              <a:buSzPts val="1400"/>
              <a:buNone/>
              <a:defRPr/>
            </a:lvl1pPr>
            <a:lvl2pPr lvl="1" algn="l" rtl="0">
              <a:spcBef>
                <a:spcPts val="0"/>
              </a:spcBef>
              <a:spcAft>
                <a:spcPts val="0"/>
              </a:spcAft>
              <a:buSzPts val="1400"/>
              <a:buNone/>
              <a:defRPr/>
            </a:lvl2pPr>
            <a:lvl3pPr lvl="2" algn="l" rtl="0">
              <a:spcBef>
                <a:spcPts val="0"/>
              </a:spcBef>
              <a:spcAft>
                <a:spcPts val="0"/>
              </a:spcAft>
              <a:buSzPts val="1400"/>
              <a:buNone/>
              <a:defRPr/>
            </a:lvl3pPr>
            <a:lvl4pPr lvl="3" algn="l" rtl="0">
              <a:spcBef>
                <a:spcPts val="0"/>
              </a:spcBef>
              <a:spcAft>
                <a:spcPts val="0"/>
              </a:spcAft>
              <a:buSzPts val="1400"/>
              <a:buNone/>
              <a:defRPr/>
            </a:lvl4pPr>
            <a:lvl5pPr lvl="4" algn="l" rtl="0">
              <a:spcBef>
                <a:spcPts val="0"/>
              </a:spcBef>
              <a:spcAft>
                <a:spcPts val="0"/>
              </a:spcAft>
              <a:buSzPts val="1400"/>
              <a:buNone/>
              <a:defRPr/>
            </a:lvl5pPr>
            <a:lvl6pPr lvl="5" algn="l" rtl="0">
              <a:spcBef>
                <a:spcPts val="0"/>
              </a:spcBef>
              <a:spcAft>
                <a:spcPts val="0"/>
              </a:spcAft>
              <a:buSzPts val="1400"/>
              <a:buNone/>
              <a:defRPr/>
            </a:lvl6pPr>
            <a:lvl7pPr lvl="6" algn="l" rtl="0">
              <a:spcBef>
                <a:spcPts val="0"/>
              </a:spcBef>
              <a:spcAft>
                <a:spcPts val="0"/>
              </a:spcAft>
              <a:buSzPts val="1400"/>
              <a:buNone/>
              <a:defRPr/>
            </a:lvl7pPr>
            <a:lvl8pPr lvl="7" algn="l" rtl="0">
              <a:spcBef>
                <a:spcPts val="0"/>
              </a:spcBef>
              <a:spcAft>
                <a:spcPts val="0"/>
              </a:spcAft>
              <a:buSzPts val="1400"/>
              <a:buNone/>
              <a:defRPr/>
            </a:lvl8pPr>
            <a:lvl9pPr lvl="8" algn="l" rtl="0">
              <a:spcBef>
                <a:spcPts val="0"/>
              </a:spcBef>
              <a:spcAft>
                <a:spcPts val="0"/>
              </a:spcAft>
              <a:buSzPts val="1400"/>
              <a:buNone/>
              <a:defRPr/>
            </a:lvl9pPr>
          </a:lstStyle>
          <a:p>
            <a:endParaRPr/>
          </a:p>
        </p:txBody>
      </p:sp>
      <p:sp>
        <p:nvSpPr>
          <p:cNvPr id="79" name="Google Shape;79;p86"/>
          <p:cNvSpPr txBox="1">
            <a:spLocks noGrp="1"/>
          </p:cNvSpPr>
          <p:nvPr>
            <p:ph type="sldNum" idx="12"/>
          </p:nvPr>
        </p:nvSpPr>
        <p:spPr>
          <a:xfrm>
            <a:off x="8610600" y="6356351"/>
            <a:ext cx="2743200" cy="365100"/>
          </a:xfrm>
          <a:prstGeom prst="rect">
            <a:avLst/>
          </a:prstGeom>
          <a:noFill/>
          <a:ln>
            <a:noFill/>
          </a:ln>
        </p:spPr>
        <p:txBody>
          <a:bodyPr spcFirstLastPara="1" wrap="square" lIns="91425" tIns="45700" rIns="91425" bIns="45700" anchor="ctr" anchorCtr="0">
            <a:noAutofit/>
          </a:bodyPr>
          <a:lstStyle>
            <a:lvl1pPr marL="0" lvl="0" indent="0" algn="r" rtl="0">
              <a:spcBef>
                <a:spcPts val="0"/>
              </a:spcBef>
              <a:buNone/>
              <a:defRPr>
                <a:solidFill>
                  <a:srgbClr val="888888"/>
                </a:solidFill>
              </a:defRPr>
            </a:lvl1pPr>
            <a:lvl2pPr marL="0" lvl="1" indent="0" algn="r" rtl="0">
              <a:spcBef>
                <a:spcPts val="0"/>
              </a:spcBef>
              <a:buNone/>
              <a:defRPr>
                <a:solidFill>
                  <a:srgbClr val="888888"/>
                </a:solidFill>
              </a:defRPr>
            </a:lvl2pPr>
            <a:lvl3pPr marL="0" lvl="2" indent="0" algn="r" rtl="0">
              <a:spcBef>
                <a:spcPts val="0"/>
              </a:spcBef>
              <a:buNone/>
              <a:defRPr>
                <a:solidFill>
                  <a:srgbClr val="888888"/>
                </a:solidFill>
              </a:defRPr>
            </a:lvl3pPr>
            <a:lvl4pPr marL="0" lvl="3" indent="0" algn="r" rtl="0">
              <a:spcBef>
                <a:spcPts val="0"/>
              </a:spcBef>
              <a:buNone/>
              <a:defRPr>
                <a:solidFill>
                  <a:srgbClr val="888888"/>
                </a:solidFill>
              </a:defRPr>
            </a:lvl4pPr>
            <a:lvl5pPr marL="0" lvl="4" indent="0" algn="r" rtl="0">
              <a:spcBef>
                <a:spcPts val="0"/>
              </a:spcBef>
              <a:buNone/>
              <a:defRPr>
                <a:solidFill>
                  <a:srgbClr val="888888"/>
                </a:solidFill>
              </a:defRPr>
            </a:lvl5pPr>
            <a:lvl6pPr marL="0" lvl="5" indent="0" algn="r" rtl="0">
              <a:spcBef>
                <a:spcPts val="0"/>
              </a:spcBef>
              <a:buNone/>
              <a:defRPr>
                <a:solidFill>
                  <a:srgbClr val="888888"/>
                </a:solidFill>
              </a:defRPr>
            </a:lvl6pPr>
            <a:lvl7pPr marL="0" lvl="6" indent="0" algn="r" rtl="0">
              <a:spcBef>
                <a:spcPts val="0"/>
              </a:spcBef>
              <a:buNone/>
              <a:defRPr>
                <a:solidFill>
                  <a:srgbClr val="888888"/>
                </a:solidFill>
              </a:defRPr>
            </a:lvl7pPr>
            <a:lvl8pPr marL="0" lvl="7" indent="0" algn="r" rtl="0">
              <a:spcBef>
                <a:spcPts val="0"/>
              </a:spcBef>
              <a:buNone/>
              <a:defRPr>
                <a:solidFill>
                  <a:srgbClr val="888888"/>
                </a:solidFill>
              </a:defRPr>
            </a:lvl8pPr>
            <a:lvl9pPr marL="0" lvl="8" indent="0" algn="r" rtl="0">
              <a:spcBef>
                <a:spcPts val="0"/>
              </a:spcBef>
              <a:buNone/>
              <a:defRPr>
                <a:solidFill>
                  <a:srgbClr val="888888"/>
                </a:solidFill>
              </a:defRPr>
            </a:lvl9pPr>
          </a:lstStyle>
          <a:p>
            <a:fld id="{00000000-1234-1234-1234-123412341234}" type="slidenum">
              <a:rPr lang="en-US" smtClean="0"/>
              <a:pPr/>
              <a:t>‹#›</a:t>
            </a:fld>
            <a:endParaRPr lang="en-US"/>
          </a:p>
        </p:txBody>
      </p:sp>
    </p:spTree>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matchingName="Vertical Title and Text" type="vertTitleAndTx">
  <p:cSld name="VERTICAL_TITLE_AND_VERTICAL_TEXT">
    <p:spTree>
      <p:nvGrpSpPr>
        <p:cNvPr id="1" name="Shape 80"/>
        <p:cNvGrpSpPr/>
        <p:nvPr/>
      </p:nvGrpSpPr>
      <p:grpSpPr>
        <a:xfrm>
          <a:off x="0" y="0"/>
          <a:ext cx="0" cy="0"/>
          <a:chOff x="0" y="0"/>
          <a:chExt cx="0" cy="0"/>
        </a:xfrm>
      </p:grpSpPr>
      <p:sp>
        <p:nvSpPr>
          <p:cNvPr id="81" name="Google Shape;81;p87"/>
          <p:cNvSpPr txBox="1">
            <a:spLocks noGrp="1"/>
          </p:cNvSpPr>
          <p:nvPr>
            <p:ph type="title"/>
          </p:nvPr>
        </p:nvSpPr>
        <p:spPr>
          <a:xfrm rot="5400000">
            <a:off x="7133450" y="1956675"/>
            <a:ext cx="5811900" cy="2628800"/>
          </a:xfrm>
          <a:prstGeom prst="rect">
            <a:avLst/>
          </a:prstGeom>
          <a:noFill/>
          <a:ln>
            <a:noFill/>
          </a:ln>
        </p:spPr>
        <p:txBody>
          <a:bodyPr spcFirstLastPara="1" wrap="square" lIns="91425" tIns="45700" rIns="91425" bIns="45700" anchor="ctr" anchorCtr="0">
            <a:normAutofit/>
          </a:bodyPr>
          <a:lstStyle>
            <a:lvl1pPr lvl="0" algn="l" rtl="0">
              <a:lnSpc>
                <a:spcPct val="90000"/>
              </a:lnSpc>
              <a:spcBef>
                <a:spcPts val="0"/>
              </a:spcBef>
              <a:spcAft>
                <a:spcPts val="0"/>
              </a:spcAft>
              <a:buClr>
                <a:schemeClr val="dk1"/>
              </a:buClr>
              <a:buSzPts val="1800"/>
              <a:buNone/>
              <a:defRPr/>
            </a:lvl1pPr>
            <a:lvl2pPr lvl="1" rtl="0">
              <a:spcBef>
                <a:spcPts val="0"/>
              </a:spcBef>
              <a:spcAft>
                <a:spcPts val="0"/>
              </a:spcAft>
              <a:buSzPts val="1400"/>
              <a:buNone/>
              <a:defRPr/>
            </a:lvl2pPr>
            <a:lvl3pPr lvl="2" rtl="0">
              <a:spcBef>
                <a:spcPts val="0"/>
              </a:spcBef>
              <a:spcAft>
                <a:spcPts val="0"/>
              </a:spcAft>
              <a:buSzPts val="1400"/>
              <a:buNone/>
              <a:defRPr/>
            </a:lvl3pPr>
            <a:lvl4pPr lvl="3" rtl="0">
              <a:spcBef>
                <a:spcPts val="0"/>
              </a:spcBef>
              <a:spcAft>
                <a:spcPts val="0"/>
              </a:spcAft>
              <a:buSzPts val="1400"/>
              <a:buNone/>
              <a:defRPr/>
            </a:lvl4pPr>
            <a:lvl5pPr lvl="4" rtl="0">
              <a:spcBef>
                <a:spcPts val="0"/>
              </a:spcBef>
              <a:spcAft>
                <a:spcPts val="0"/>
              </a:spcAft>
              <a:buSzPts val="1400"/>
              <a:buNone/>
              <a:defRPr/>
            </a:lvl5pPr>
            <a:lvl6pPr lvl="5" rtl="0">
              <a:spcBef>
                <a:spcPts val="0"/>
              </a:spcBef>
              <a:spcAft>
                <a:spcPts val="0"/>
              </a:spcAft>
              <a:buSzPts val="1400"/>
              <a:buNone/>
              <a:defRPr/>
            </a:lvl6pPr>
            <a:lvl7pPr lvl="6" rtl="0">
              <a:spcBef>
                <a:spcPts val="0"/>
              </a:spcBef>
              <a:spcAft>
                <a:spcPts val="0"/>
              </a:spcAft>
              <a:buSzPts val="1400"/>
              <a:buNone/>
              <a:defRPr/>
            </a:lvl7pPr>
            <a:lvl8pPr lvl="7" rtl="0">
              <a:spcBef>
                <a:spcPts val="0"/>
              </a:spcBef>
              <a:spcAft>
                <a:spcPts val="0"/>
              </a:spcAft>
              <a:buSzPts val="1400"/>
              <a:buNone/>
              <a:defRPr/>
            </a:lvl8pPr>
            <a:lvl9pPr lvl="8" rtl="0">
              <a:spcBef>
                <a:spcPts val="0"/>
              </a:spcBef>
              <a:spcAft>
                <a:spcPts val="0"/>
              </a:spcAft>
              <a:buSzPts val="1400"/>
              <a:buNone/>
              <a:defRPr/>
            </a:lvl9pPr>
          </a:lstStyle>
          <a:p>
            <a:endParaRPr/>
          </a:p>
        </p:txBody>
      </p:sp>
      <p:sp>
        <p:nvSpPr>
          <p:cNvPr id="82" name="Google Shape;82;p87"/>
          <p:cNvSpPr txBox="1">
            <a:spLocks noGrp="1"/>
          </p:cNvSpPr>
          <p:nvPr>
            <p:ph type="body" idx="1"/>
          </p:nvPr>
        </p:nvSpPr>
        <p:spPr>
          <a:xfrm rot="5400000">
            <a:off x="1799350" y="-596125"/>
            <a:ext cx="5811900" cy="7734400"/>
          </a:xfrm>
          <a:prstGeom prst="rect">
            <a:avLst/>
          </a:prstGeom>
          <a:noFill/>
          <a:ln>
            <a:noFill/>
          </a:ln>
        </p:spPr>
        <p:txBody>
          <a:bodyPr spcFirstLastPara="1" wrap="square" lIns="91425" tIns="45700" rIns="91425" bIns="45700" anchor="t" anchorCtr="0">
            <a:normAutofit/>
          </a:bodyPr>
          <a:lstStyle>
            <a:lvl1pPr marL="457200" lvl="0" indent="-342900" algn="l" rtl="0">
              <a:lnSpc>
                <a:spcPct val="90000"/>
              </a:lnSpc>
              <a:spcBef>
                <a:spcPts val="750"/>
              </a:spcBef>
              <a:spcAft>
                <a:spcPts val="0"/>
              </a:spcAft>
              <a:buClr>
                <a:schemeClr val="dk1"/>
              </a:buClr>
              <a:buSzPts val="1800"/>
              <a:buChar char="•"/>
              <a:defRPr/>
            </a:lvl1pPr>
            <a:lvl2pPr marL="914400" lvl="1" indent="-342900" algn="l" rtl="0">
              <a:lnSpc>
                <a:spcPct val="90000"/>
              </a:lnSpc>
              <a:spcBef>
                <a:spcPts val="375"/>
              </a:spcBef>
              <a:spcAft>
                <a:spcPts val="0"/>
              </a:spcAft>
              <a:buClr>
                <a:schemeClr val="dk1"/>
              </a:buClr>
              <a:buSzPts val="1800"/>
              <a:buChar char="•"/>
              <a:defRPr/>
            </a:lvl2pPr>
            <a:lvl3pPr marL="1371600" lvl="2" indent="-342900" algn="l" rtl="0">
              <a:lnSpc>
                <a:spcPct val="90000"/>
              </a:lnSpc>
              <a:spcBef>
                <a:spcPts val="375"/>
              </a:spcBef>
              <a:spcAft>
                <a:spcPts val="0"/>
              </a:spcAft>
              <a:buClr>
                <a:schemeClr val="dk1"/>
              </a:buClr>
              <a:buSzPts val="1800"/>
              <a:buChar char="•"/>
              <a:defRPr/>
            </a:lvl3pPr>
            <a:lvl4pPr marL="1828800" lvl="3" indent="-342900" algn="l" rtl="0">
              <a:lnSpc>
                <a:spcPct val="90000"/>
              </a:lnSpc>
              <a:spcBef>
                <a:spcPts val="375"/>
              </a:spcBef>
              <a:spcAft>
                <a:spcPts val="0"/>
              </a:spcAft>
              <a:buClr>
                <a:schemeClr val="dk1"/>
              </a:buClr>
              <a:buSzPts val="1800"/>
              <a:buChar char="•"/>
              <a:defRPr/>
            </a:lvl4pPr>
            <a:lvl5pPr marL="2286000" lvl="4" indent="-342900" algn="l" rtl="0">
              <a:lnSpc>
                <a:spcPct val="90000"/>
              </a:lnSpc>
              <a:spcBef>
                <a:spcPts val="375"/>
              </a:spcBef>
              <a:spcAft>
                <a:spcPts val="0"/>
              </a:spcAft>
              <a:buClr>
                <a:schemeClr val="dk1"/>
              </a:buClr>
              <a:buSzPts val="1800"/>
              <a:buChar char="•"/>
              <a:defRPr/>
            </a:lvl5pPr>
            <a:lvl6pPr marL="2743200" lvl="5" indent="-342900" algn="l" rtl="0">
              <a:lnSpc>
                <a:spcPct val="90000"/>
              </a:lnSpc>
              <a:spcBef>
                <a:spcPts val="375"/>
              </a:spcBef>
              <a:spcAft>
                <a:spcPts val="0"/>
              </a:spcAft>
              <a:buClr>
                <a:schemeClr val="dk1"/>
              </a:buClr>
              <a:buSzPts val="1800"/>
              <a:buChar char="•"/>
              <a:defRPr/>
            </a:lvl6pPr>
            <a:lvl7pPr marL="3200400" lvl="6" indent="-342900" algn="l" rtl="0">
              <a:lnSpc>
                <a:spcPct val="90000"/>
              </a:lnSpc>
              <a:spcBef>
                <a:spcPts val="375"/>
              </a:spcBef>
              <a:spcAft>
                <a:spcPts val="0"/>
              </a:spcAft>
              <a:buClr>
                <a:schemeClr val="dk1"/>
              </a:buClr>
              <a:buSzPts val="1800"/>
              <a:buChar char="•"/>
              <a:defRPr/>
            </a:lvl7pPr>
            <a:lvl8pPr marL="3657600" lvl="7" indent="-342900" algn="l" rtl="0">
              <a:lnSpc>
                <a:spcPct val="90000"/>
              </a:lnSpc>
              <a:spcBef>
                <a:spcPts val="375"/>
              </a:spcBef>
              <a:spcAft>
                <a:spcPts val="0"/>
              </a:spcAft>
              <a:buClr>
                <a:schemeClr val="dk1"/>
              </a:buClr>
              <a:buSzPts val="1800"/>
              <a:buChar char="•"/>
              <a:defRPr/>
            </a:lvl8pPr>
            <a:lvl9pPr marL="4114800" lvl="8" indent="-342900" algn="l" rtl="0">
              <a:lnSpc>
                <a:spcPct val="90000"/>
              </a:lnSpc>
              <a:spcBef>
                <a:spcPts val="375"/>
              </a:spcBef>
              <a:spcAft>
                <a:spcPts val="0"/>
              </a:spcAft>
              <a:buClr>
                <a:schemeClr val="dk1"/>
              </a:buClr>
              <a:buSzPts val="1800"/>
              <a:buChar char="•"/>
              <a:defRPr/>
            </a:lvl9pPr>
          </a:lstStyle>
          <a:p>
            <a:endParaRPr/>
          </a:p>
        </p:txBody>
      </p:sp>
      <p:sp>
        <p:nvSpPr>
          <p:cNvPr id="83" name="Google Shape;83;p87"/>
          <p:cNvSpPr txBox="1">
            <a:spLocks noGrp="1"/>
          </p:cNvSpPr>
          <p:nvPr>
            <p:ph type="dt" idx="10"/>
          </p:nvPr>
        </p:nvSpPr>
        <p:spPr>
          <a:xfrm>
            <a:off x="838200" y="6356351"/>
            <a:ext cx="2743200" cy="365100"/>
          </a:xfrm>
          <a:prstGeom prst="rect">
            <a:avLst/>
          </a:prstGeom>
          <a:noFill/>
          <a:ln>
            <a:noFill/>
          </a:ln>
        </p:spPr>
        <p:txBody>
          <a:bodyPr spcFirstLastPara="1" wrap="square" lIns="91425" tIns="45700" rIns="91425" bIns="45700" anchor="ctr" anchorCtr="0">
            <a:noAutofit/>
          </a:bodyPr>
          <a:lstStyle>
            <a:lvl1pPr lvl="0" algn="l" rtl="0">
              <a:spcBef>
                <a:spcPts val="0"/>
              </a:spcBef>
              <a:spcAft>
                <a:spcPts val="0"/>
              </a:spcAft>
              <a:buSzPts val="1400"/>
              <a:buNone/>
              <a:defRPr/>
            </a:lvl1pPr>
            <a:lvl2pPr lvl="1" algn="l" rtl="0">
              <a:spcBef>
                <a:spcPts val="0"/>
              </a:spcBef>
              <a:spcAft>
                <a:spcPts val="0"/>
              </a:spcAft>
              <a:buSzPts val="1400"/>
              <a:buNone/>
              <a:defRPr/>
            </a:lvl2pPr>
            <a:lvl3pPr lvl="2" algn="l" rtl="0">
              <a:spcBef>
                <a:spcPts val="0"/>
              </a:spcBef>
              <a:spcAft>
                <a:spcPts val="0"/>
              </a:spcAft>
              <a:buSzPts val="1400"/>
              <a:buNone/>
              <a:defRPr/>
            </a:lvl3pPr>
            <a:lvl4pPr lvl="3" algn="l" rtl="0">
              <a:spcBef>
                <a:spcPts val="0"/>
              </a:spcBef>
              <a:spcAft>
                <a:spcPts val="0"/>
              </a:spcAft>
              <a:buSzPts val="1400"/>
              <a:buNone/>
              <a:defRPr/>
            </a:lvl4pPr>
            <a:lvl5pPr lvl="4" algn="l" rtl="0">
              <a:spcBef>
                <a:spcPts val="0"/>
              </a:spcBef>
              <a:spcAft>
                <a:spcPts val="0"/>
              </a:spcAft>
              <a:buSzPts val="1400"/>
              <a:buNone/>
              <a:defRPr/>
            </a:lvl5pPr>
            <a:lvl6pPr lvl="5" algn="l" rtl="0">
              <a:spcBef>
                <a:spcPts val="0"/>
              </a:spcBef>
              <a:spcAft>
                <a:spcPts val="0"/>
              </a:spcAft>
              <a:buSzPts val="1400"/>
              <a:buNone/>
              <a:defRPr/>
            </a:lvl6pPr>
            <a:lvl7pPr lvl="6" algn="l" rtl="0">
              <a:spcBef>
                <a:spcPts val="0"/>
              </a:spcBef>
              <a:spcAft>
                <a:spcPts val="0"/>
              </a:spcAft>
              <a:buSzPts val="1400"/>
              <a:buNone/>
              <a:defRPr/>
            </a:lvl7pPr>
            <a:lvl8pPr lvl="7" algn="l" rtl="0">
              <a:spcBef>
                <a:spcPts val="0"/>
              </a:spcBef>
              <a:spcAft>
                <a:spcPts val="0"/>
              </a:spcAft>
              <a:buSzPts val="1400"/>
              <a:buNone/>
              <a:defRPr/>
            </a:lvl8pPr>
            <a:lvl9pPr lvl="8" algn="l" rtl="0">
              <a:spcBef>
                <a:spcPts val="0"/>
              </a:spcBef>
              <a:spcAft>
                <a:spcPts val="0"/>
              </a:spcAft>
              <a:buSzPts val="1400"/>
              <a:buNone/>
              <a:defRPr/>
            </a:lvl9pPr>
          </a:lstStyle>
          <a:p>
            <a:endParaRPr/>
          </a:p>
        </p:txBody>
      </p:sp>
      <p:sp>
        <p:nvSpPr>
          <p:cNvPr id="84" name="Google Shape;84;p87"/>
          <p:cNvSpPr txBox="1">
            <a:spLocks noGrp="1"/>
          </p:cNvSpPr>
          <p:nvPr>
            <p:ph type="ftr" idx="11"/>
          </p:nvPr>
        </p:nvSpPr>
        <p:spPr>
          <a:xfrm>
            <a:off x="4038600" y="6356351"/>
            <a:ext cx="4114800" cy="365100"/>
          </a:xfrm>
          <a:prstGeom prst="rect">
            <a:avLst/>
          </a:prstGeom>
          <a:noFill/>
          <a:ln>
            <a:noFill/>
          </a:ln>
        </p:spPr>
        <p:txBody>
          <a:bodyPr spcFirstLastPara="1" wrap="square" lIns="91425" tIns="45700" rIns="91425" bIns="45700" anchor="ctr" anchorCtr="0">
            <a:noAutofit/>
          </a:bodyPr>
          <a:lstStyle>
            <a:lvl1pPr lvl="0" algn="ctr" rtl="0">
              <a:spcBef>
                <a:spcPts val="0"/>
              </a:spcBef>
              <a:spcAft>
                <a:spcPts val="0"/>
              </a:spcAft>
              <a:buSzPts val="1400"/>
              <a:buNone/>
              <a:defRPr/>
            </a:lvl1pPr>
            <a:lvl2pPr lvl="1" algn="l" rtl="0">
              <a:spcBef>
                <a:spcPts val="0"/>
              </a:spcBef>
              <a:spcAft>
                <a:spcPts val="0"/>
              </a:spcAft>
              <a:buSzPts val="1400"/>
              <a:buNone/>
              <a:defRPr/>
            </a:lvl2pPr>
            <a:lvl3pPr lvl="2" algn="l" rtl="0">
              <a:spcBef>
                <a:spcPts val="0"/>
              </a:spcBef>
              <a:spcAft>
                <a:spcPts val="0"/>
              </a:spcAft>
              <a:buSzPts val="1400"/>
              <a:buNone/>
              <a:defRPr/>
            </a:lvl3pPr>
            <a:lvl4pPr lvl="3" algn="l" rtl="0">
              <a:spcBef>
                <a:spcPts val="0"/>
              </a:spcBef>
              <a:spcAft>
                <a:spcPts val="0"/>
              </a:spcAft>
              <a:buSzPts val="1400"/>
              <a:buNone/>
              <a:defRPr/>
            </a:lvl4pPr>
            <a:lvl5pPr lvl="4" algn="l" rtl="0">
              <a:spcBef>
                <a:spcPts val="0"/>
              </a:spcBef>
              <a:spcAft>
                <a:spcPts val="0"/>
              </a:spcAft>
              <a:buSzPts val="1400"/>
              <a:buNone/>
              <a:defRPr/>
            </a:lvl5pPr>
            <a:lvl6pPr lvl="5" algn="l" rtl="0">
              <a:spcBef>
                <a:spcPts val="0"/>
              </a:spcBef>
              <a:spcAft>
                <a:spcPts val="0"/>
              </a:spcAft>
              <a:buSzPts val="1400"/>
              <a:buNone/>
              <a:defRPr/>
            </a:lvl6pPr>
            <a:lvl7pPr lvl="6" algn="l" rtl="0">
              <a:spcBef>
                <a:spcPts val="0"/>
              </a:spcBef>
              <a:spcAft>
                <a:spcPts val="0"/>
              </a:spcAft>
              <a:buSzPts val="1400"/>
              <a:buNone/>
              <a:defRPr/>
            </a:lvl7pPr>
            <a:lvl8pPr lvl="7" algn="l" rtl="0">
              <a:spcBef>
                <a:spcPts val="0"/>
              </a:spcBef>
              <a:spcAft>
                <a:spcPts val="0"/>
              </a:spcAft>
              <a:buSzPts val="1400"/>
              <a:buNone/>
              <a:defRPr/>
            </a:lvl8pPr>
            <a:lvl9pPr lvl="8" algn="l" rtl="0">
              <a:spcBef>
                <a:spcPts val="0"/>
              </a:spcBef>
              <a:spcAft>
                <a:spcPts val="0"/>
              </a:spcAft>
              <a:buSzPts val="1400"/>
              <a:buNone/>
              <a:defRPr/>
            </a:lvl9pPr>
          </a:lstStyle>
          <a:p>
            <a:endParaRPr/>
          </a:p>
        </p:txBody>
      </p:sp>
      <p:sp>
        <p:nvSpPr>
          <p:cNvPr id="85" name="Google Shape;85;p87"/>
          <p:cNvSpPr txBox="1">
            <a:spLocks noGrp="1"/>
          </p:cNvSpPr>
          <p:nvPr>
            <p:ph type="sldNum" idx="12"/>
          </p:nvPr>
        </p:nvSpPr>
        <p:spPr>
          <a:xfrm>
            <a:off x="8610600" y="6356351"/>
            <a:ext cx="2743200" cy="365100"/>
          </a:xfrm>
          <a:prstGeom prst="rect">
            <a:avLst/>
          </a:prstGeom>
          <a:noFill/>
          <a:ln>
            <a:noFill/>
          </a:ln>
        </p:spPr>
        <p:txBody>
          <a:bodyPr spcFirstLastPara="1" wrap="square" lIns="91425" tIns="45700" rIns="91425" bIns="45700" anchor="ctr" anchorCtr="0">
            <a:noAutofit/>
          </a:bodyPr>
          <a:lstStyle>
            <a:lvl1pPr marL="0" lvl="0" indent="0" algn="r" rtl="0">
              <a:spcBef>
                <a:spcPts val="0"/>
              </a:spcBef>
              <a:buNone/>
              <a:defRPr>
                <a:solidFill>
                  <a:srgbClr val="888888"/>
                </a:solidFill>
              </a:defRPr>
            </a:lvl1pPr>
            <a:lvl2pPr marL="0" lvl="1" indent="0" algn="r" rtl="0">
              <a:spcBef>
                <a:spcPts val="0"/>
              </a:spcBef>
              <a:buNone/>
              <a:defRPr>
                <a:solidFill>
                  <a:srgbClr val="888888"/>
                </a:solidFill>
              </a:defRPr>
            </a:lvl2pPr>
            <a:lvl3pPr marL="0" lvl="2" indent="0" algn="r" rtl="0">
              <a:spcBef>
                <a:spcPts val="0"/>
              </a:spcBef>
              <a:buNone/>
              <a:defRPr>
                <a:solidFill>
                  <a:srgbClr val="888888"/>
                </a:solidFill>
              </a:defRPr>
            </a:lvl3pPr>
            <a:lvl4pPr marL="0" lvl="3" indent="0" algn="r" rtl="0">
              <a:spcBef>
                <a:spcPts val="0"/>
              </a:spcBef>
              <a:buNone/>
              <a:defRPr>
                <a:solidFill>
                  <a:srgbClr val="888888"/>
                </a:solidFill>
              </a:defRPr>
            </a:lvl4pPr>
            <a:lvl5pPr marL="0" lvl="4" indent="0" algn="r" rtl="0">
              <a:spcBef>
                <a:spcPts val="0"/>
              </a:spcBef>
              <a:buNone/>
              <a:defRPr>
                <a:solidFill>
                  <a:srgbClr val="888888"/>
                </a:solidFill>
              </a:defRPr>
            </a:lvl5pPr>
            <a:lvl6pPr marL="0" lvl="5" indent="0" algn="r" rtl="0">
              <a:spcBef>
                <a:spcPts val="0"/>
              </a:spcBef>
              <a:buNone/>
              <a:defRPr>
                <a:solidFill>
                  <a:srgbClr val="888888"/>
                </a:solidFill>
              </a:defRPr>
            </a:lvl6pPr>
            <a:lvl7pPr marL="0" lvl="6" indent="0" algn="r" rtl="0">
              <a:spcBef>
                <a:spcPts val="0"/>
              </a:spcBef>
              <a:buNone/>
              <a:defRPr>
                <a:solidFill>
                  <a:srgbClr val="888888"/>
                </a:solidFill>
              </a:defRPr>
            </a:lvl7pPr>
            <a:lvl8pPr marL="0" lvl="7" indent="0" algn="r" rtl="0">
              <a:spcBef>
                <a:spcPts val="0"/>
              </a:spcBef>
              <a:buNone/>
              <a:defRPr>
                <a:solidFill>
                  <a:srgbClr val="888888"/>
                </a:solidFill>
              </a:defRPr>
            </a:lvl8pPr>
            <a:lvl9pPr marL="0" lvl="8" indent="0" algn="r" rtl="0">
              <a:spcBef>
                <a:spcPts val="0"/>
              </a:spcBef>
              <a:buNone/>
              <a:defRPr>
                <a:solidFill>
                  <a:srgbClr val="888888"/>
                </a:solidFill>
              </a:defRPr>
            </a:lvl9pPr>
          </a:lstStyle>
          <a:p>
            <a:fld id="{00000000-1234-1234-1234-123412341234}" type="slidenum">
              <a:rPr lang="en-US" smtClean="0"/>
              <a:pPr/>
              <a:t>‹#›</a:t>
            </a:fld>
            <a:endParaRPr lang="en-US"/>
          </a:p>
        </p:txBody>
      </p:sp>
    </p:spTree>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matchingName="Text Slide">
  <p:cSld name="Text Slide">
    <p:bg>
      <p:bgPr>
        <a:solidFill>
          <a:schemeClr val="lt1"/>
        </a:solidFill>
        <a:effectLst/>
      </p:bgPr>
    </p:bg>
    <p:spTree>
      <p:nvGrpSpPr>
        <p:cNvPr id="1" name="Shape 86"/>
        <p:cNvGrpSpPr/>
        <p:nvPr/>
      </p:nvGrpSpPr>
      <p:grpSpPr>
        <a:xfrm>
          <a:off x="0" y="0"/>
          <a:ext cx="0" cy="0"/>
          <a:chOff x="0" y="0"/>
          <a:chExt cx="0" cy="0"/>
        </a:xfrm>
      </p:grpSpPr>
      <p:pic>
        <p:nvPicPr>
          <p:cNvPr id="87" name="Google Shape;87;p88" descr="A picture containing text, sign, seat&#10;&#10;Description automatically generated"/>
          <p:cNvPicPr preferRelativeResize="0"/>
          <p:nvPr/>
        </p:nvPicPr>
        <p:blipFill rotWithShape="1">
          <a:blip r:embed="rId2" cstate="screen">
            <a:alphaModFix/>
            <a:extLst>
              <a:ext uri="{28A0092B-C50C-407E-A947-70E740481C1C}">
                <a14:useLocalDpi xmlns:a14="http://schemas.microsoft.com/office/drawing/2010/main"/>
              </a:ext>
            </a:extLst>
          </a:blip>
          <a:srcRect/>
          <a:stretch/>
        </p:blipFill>
        <p:spPr>
          <a:xfrm>
            <a:off x="8576869" y="5603082"/>
            <a:ext cx="3413760" cy="1828800"/>
          </a:xfrm>
          <a:prstGeom prst="rect">
            <a:avLst/>
          </a:prstGeom>
          <a:noFill/>
          <a:ln>
            <a:noFill/>
          </a:ln>
        </p:spPr>
      </p:pic>
      <p:sp>
        <p:nvSpPr>
          <p:cNvPr id="88" name="Google Shape;88;p88"/>
          <p:cNvSpPr/>
          <p:nvPr/>
        </p:nvSpPr>
        <p:spPr>
          <a:xfrm>
            <a:off x="0" y="0"/>
            <a:ext cx="198000" cy="6858000"/>
          </a:xfrm>
          <a:prstGeom prst="rect">
            <a:avLst/>
          </a:prstGeom>
          <a:solidFill>
            <a:srgbClr val="2776B6"/>
          </a:solidFill>
          <a:ln w="12700" cap="flat" cmpd="sng">
            <a:solidFill>
              <a:srgbClr val="42719B"/>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a:solidFill>
                <a:schemeClr val="lt1"/>
              </a:solidFill>
              <a:latin typeface="Calibri"/>
              <a:ea typeface="Calibri"/>
              <a:cs typeface="Calibri"/>
              <a:sym typeface="Calibri"/>
            </a:endParaRPr>
          </a:p>
        </p:txBody>
      </p:sp>
    </p:spTree>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matchingName="Divider 2">
  <p:cSld name="Divider 2">
    <p:spTree>
      <p:nvGrpSpPr>
        <p:cNvPr id="1" name="Shape 89"/>
        <p:cNvGrpSpPr/>
        <p:nvPr/>
      </p:nvGrpSpPr>
      <p:grpSpPr>
        <a:xfrm>
          <a:off x="0" y="0"/>
          <a:ext cx="0" cy="0"/>
          <a:chOff x="0" y="0"/>
          <a:chExt cx="0" cy="0"/>
        </a:xfrm>
      </p:grpSpPr>
      <p:pic>
        <p:nvPicPr>
          <p:cNvPr id="90" name="Google Shape;90;p89" descr="ANation-PPT22_5.jpg"/>
          <p:cNvPicPr preferRelativeResize="0"/>
          <p:nvPr/>
        </p:nvPicPr>
        <p:blipFill rotWithShape="1">
          <a:blip r:embed="rId2" cstate="screen">
            <a:alphaModFix/>
            <a:extLst>
              <a:ext uri="{28A0092B-C50C-407E-A947-70E740481C1C}">
                <a14:useLocalDpi xmlns:a14="http://schemas.microsoft.com/office/drawing/2010/main"/>
              </a:ext>
            </a:extLst>
          </a:blip>
          <a:srcRect/>
          <a:stretch/>
        </p:blipFill>
        <p:spPr>
          <a:xfrm>
            <a:off x="1" y="1"/>
            <a:ext cx="12191999" cy="6858001"/>
          </a:xfrm>
          <a:prstGeom prst="rect">
            <a:avLst/>
          </a:prstGeom>
          <a:noFill/>
          <a:ln>
            <a:noFill/>
          </a:ln>
        </p:spPr>
      </p:pic>
      <p:sp>
        <p:nvSpPr>
          <p:cNvPr id="91" name="Google Shape;91;p89"/>
          <p:cNvSpPr/>
          <p:nvPr/>
        </p:nvSpPr>
        <p:spPr>
          <a:xfrm>
            <a:off x="1" y="0"/>
            <a:ext cx="201200" cy="6858000"/>
          </a:xfrm>
          <a:prstGeom prst="rect">
            <a:avLst/>
          </a:prstGeom>
          <a:solidFill>
            <a:srgbClr val="296CA4">
              <a:alpha val="86670"/>
            </a:srgbClr>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a:solidFill>
                <a:srgbClr val="FFFFFF"/>
              </a:solidFill>
              <a:latin typeface="Calibri"/>
              <a:ea typeface="Calibri"/>
              <a:cs typeface="Calibri"/>
              <a:sym typeface="Calibri"/>
            </a:endParaRPr>
          </a:p>
        </p:txBody>
      </p:sp>
      <p:sp>
        <p:nvSpPr>
          <p:cNvPr id="92" name="Google Shape;92;p89"/>
          <p:cNvSpPr/>
          <p:nvPr/>
        </p:nvSpPr>
        <p:spPr>
          <a:xfrm>
            <a:off x="4851172" y="0"/>
            <a:ext cx="7340800" cy="6858000"/>
          </a:xfrm>
          <a:prstGeom prst="rect">
            <a:avLst/>
          </a:prstGeom>
          <a:solidFill>
            <a:srgbClr val="296CA4">
              <a:alpha val="86670"/>
            </a:srgbClr>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a:solidFill>
                <a:srgbClr val="FFFFFF"/>
              </a:solidFill>
              <a:latin typeface="Calibri"/>
              <a:ea typeface="Calibri"/>
              <a:cs typeface="Calibri"/>
              <a:sym typeface="Calibri"/>
            </a:endParaRPr>
          </a:p>
        </p:txBody>
      </p:sp>
      <p:pic>
        <p:nvPicPr>
          <p:cNvPr id="93" name="Google Shape;93;p89" descr="Text&#10;&#10;Description automatically generated with low confidence"/>
          <p:cNvPicPr preferRelativeResize="0"/>
          <p:nvPr/>
        </p:nvPicPr>
        <p:blipFill rotWithShape="1">
          <a:blip r:embed="rId3" cstate="screen">
            <a:alphaModFix/>
            <a:extLst>
              <a:ext uri="{28A0092B-C50C-407E-A947-70E740481C1C}">
                <a14:useLocalDpi xmlns:a14="http://schemas.microsoft.com/office/drawing/2010/main"/>
              </a:ext>
            </a:extLst>
          </a:blip>
          <a:srcRect/>
          <a:stretch/>
        </p:blipFill>
        <p:spPr>
          <a:xfrm>
            <a:off x="8549640" y="5553348"/>
            <a:ext cx="3474723" cy="1861459"/>
          </a:xfrm>
          <a:prstGeom prst="rect">
            <a:avLst/>
          </a:prstGeom>
          <a:noFill/>
          <a:ln>
            <a:noFill/>
          </a:ln>
        </p:spPr>
      </p:pic>
    </p:spTree>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matchingName="Divider 3">
  <p:cSld name="Divider 3">
    <p:spTree>
      <p:nvGrpSpPr>
        <p:cNvPr id="1" name="Shape 94"/>
        <p:cNvGrpSpPr/>
        <p:nvPr/>
      </p:nvGrpSpPr>
      <p:grpSpPr>
        <a:xfrm>
          <a:off x="0" y="0"/>
          <a:ext cx="0" cy="0"/>
          <a:chOff x="0" y="0"/>
          <a:chExt cx="0" cy="0"/>
        </a:xfrm>
      </p:grpSpPr>
      <p:pic>
        <p:nvPicPr>
          <p:cNvPr id="95" name="Google Shape;95;p90" descr="ANation-PPT22_6.jpg"/>
          <p:cNvPicPr preferRelativeResize="0"/>
          <p:nvPr/>
        </p:nvPicPr>
        <p:blipFill rotWithShape="1">
          <a:blip r:embed="rId2" cstate="screen">
            <a:alphaModFix/>
            <a:extLst>
              <a:ext uri="{28A0092B-C50C-407E-A947-70E740481C1C}">
                <a14:useLocalDpi xmlns:a14="http://schemas.microsoft.com/office/drawing/2010/main"/>
              </a:ext>
            </a:extLst>
          </a:blip>
          <a:srcRect/>
          <a:stretch/>
        </p:blipFill>
        <p:spPr>
          <a:xfrm>
            <a:off x="1" y="1"/>
            <a:ext cx="12191999" cy="6858001"/>
          </a:xfrm>
          <a:prstGeom prst="rect">
            <a:avLst/>
          </a:prstGeom>
          <a:noFill/>
          <a:ln>
            <a:noFill/>
          </a:ln>
        </p:spPr>
      </p:pic>
      <p:sp>
        <p:nvSpPr>
          <p:cNvPr id="96" name="Google Shape;96;p90"/>
          <p:cNvSpPr/>
          <p:nvPr/>
        </p:nvSpPr>
        <p:spPr>
          <a:xfrm>
            <a:off x="1" y="0"/>
            <a:ext cx="201200" cy="6858000"/>
          </a:xfrm>
          <a:prstGeom prst="rect">
            <a:avLst/>
          </a:prstGeom>
          <a:solidFill>
            <a:srgbClr val="296CA4">
              <a:alpha val="86670"/>
            </a:srgbClr>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a:solidFill>
                <a:srgbClr val="FFFFFF"/>
              </a:solidFill>
              <a:latin typeface="Calibri"/>
              <a:ea typeface="Calibri"/>
              <a:cs typeface="Calibri"/>
              <a:sym typeface="Calibri"/>
            </a:endParaRPr>
          </a:p>
        </p:txBody>
      </p:sp>
      <p:sp>
        <p:nvSpPr>
          <p:cNvPr id="97" name="Google Shape;97;p90"/>
          <p:cNvSpPr/>
          <p:nvPr/>
        </p:nvSpPr>
        <p:spPr>
          <a:xfrm>
            <a:off x="4851172" y="0"/>
            <a:ext cx="7340800" cy="6858000"/>
          </a:xfrm>
          <a:prstGeom prst="rect">
            <a:avLst/>
          </a:prstGeom>
          <a:solidFill>
            <a:srgbClr val="296CA4">
              <a:alpha val="86670"/>
            </a:srgbClr>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a:solidFill>
                <a:srgbClr val="FFFFFF"/>
              </a:solidFill>
              <a:latin typeface="Calibri"/>
              <a:ea typeface="Calibri"/>
              <a:cs typeface="Calibri"/>
              <a:sym typeface="Calibri"/>
            </a:endParaRPr>
          </a:p>
        </p:txBody>
      </p:sp>
      <p:pic>
        <p:nvPicPr>
          <p:cNvPr id="98" name="Google Shape;98;p90" descr="Text&#10;&#10;Description automatically generated with low confidence"/>
          <p:cNvPicPr preferRelativeResize="0"/>
          <p:nvPr/>
        </p:nvPicPr>
        <p:blipFill rotWithShape="1">
          <a:blip r:embed="rId3" cstate="screen">
            <a:alphaModFix/>
            <a:extLst>
              <a:ext uri="{28A0092B-C50C-407E-A947-70E740481C1C}">
                <a14:useLocalDpi xmlns:a14="http://schemas.microsoft.com/office/drawing/2010/main"/>
              </a:ext>
            </a:extLst>
          </a:blip>
          <a:srcRect/>
          <a:stretch/>
        </p:blipFill>
        <p:spPr>
          <a:xfrm>
            <a:off x="8549640" y="5553348"/>
            <a:ext cx="3474723" cy="1861459"/>
          </a:xfrm>
          <a:prstGeom prst="rect">
            <a:avLst/>
          </a:prstGeom>
          <a:noFill/>
          <a:ln>
            <a:noFill/>
          </a:ln>
        </p:spPr>
      </p:pic>
    </p:spTree>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matchingName="Divider 1">
  <p:cSld name="Divider 1">
    <p:spTree>
      <p:nvGrpSpPr>
        <p:cNvPr id="1" name="Shape 99"/>
        <p:cNvGrpSpPr/>
        <p:nvPr/>
      </p:nvGrpSpPr>
      <p:grpSpPr>
        <a:xfrm>
          <a:off x="0" y="0"/>
          <a:ext cx="0" cy="0"/>
          <a:chOff x="0" y="0"/>
          <a:chExt cx="0" cy="0"/>
        </a:xfrm>
      </p:grpSpPr>
      <p:pic>
        <p:nvPicPr>
          <p:cNvPr id="100" name="Google Shape;100;p91" descr="ANation-PPT22_2.jpg"/>
          <p:cNvPicPr preferRelativeResize="0"/>
          <p:nvPr/>
        </p:nvPicPr>
        <p:blipFill rotWithShape="1">
          <a:blip r:embed="rId2" cstate="screen">
            <a:alphaModFix/>
            <a:extLst>
              <a:ext uri="{28A0092B-C50C-407E-A947-70E740481C1C}">
                <a14:useLocalDpi xmlns:a14="http://schemas.microsoft.com/office/drawing/2010/main"/>
              </a:ext>
            </a:extLst>
          </a:blip>
          <a:srcRect/>
          <a:stretch/>
        </p:blipFill>
        <p:spPr>
          <a:xfrm>
            <a:off x="1" y="1"/>
            <a:ext cx="12191999" cy="6858001"/>
          </a:xfrm>
          <a:prstGeom prst="rect">
            <a:avLst/>
          </a:prstGeom>
          <a:noFill/>
          <a:ln>
            <a:noFill/>
          </a:ln>
        </p:spPr>
      </p:pic>
      <p:sp>
        <p:nvSpPr>
          <p:cNvPr id="101" name="Google Shape;101;p91"/>
          <p:cNvSpPr/>
          <p:nvPr/>
        </p:nvSpPr>
        <p:spPr>
          <a:xfrm>
            <a:off x="1" y="0"/>
            <a:ext cx="201200" cy="6858000"/>
          </a:xfrm>
          <a:prstGeom prst="rect">
            <a:avLst/>
          </a:prstGeom>
          <a:solidFill>
            <a:srgbClr val="296CA4">
              <a:alpha val="86670"/>
            </a:srgbClr>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a:solidFill>
                <a:srgbClr val="FFFFFF"/>
              </a:solidFill>
              <a:latin typeface="Calibri"/>
              <a:ea typeface="Calibri"/>
              <a:cs typeface="Calibri"/>
              <a:sym typeface="Calibri"/>
            </a:endParaRPr>
          </a:p>
        </p:txBody>
      </p:sp>
      <p:sp>
        <p:nvSpPr>
          <p:cNvPr id="102" name="Google Shape;102;p91"/>
          <p:cNvSpPr/>
          <p:nvPr/>
        </p:nvSpPr>
        <p:spPr>
          <a:xfrm>
            <a:off x="4851172" y="0"/>
            <a:ext cx="7340800" cy="6858000"/>
          </a:xfrm>
          <a:prstGeom prst="rect">
            <a:avLst/>
          </a:prstGeom>
          <a:solidFill>
            <a:srgbClr val="296CA4">
              <a:alpha val="86670"/>
            </a:srgbClr>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a:solidFill>
                <a:srgbClr val="FFFFFF"/>
              </a:solidFill>
              <a:latin typeface="Calibri"/>
              <a:ea typeface="Calibri"/>
              <a:cs typeface="Calibri"/>
              <a:sym typeface="Calibri"/>
            </a:endParaRPr>
          </a:p>
        </p:txBody>
      </p:sp>
      <p:pic>
        <p:nvPicPr>
          <p:cNvPr id="103" name="Google Shape;103;p91" descr="Text&#10;&#10;Description automatically generated with low confidence"/>
          <p:cNvPicPr preferRelativeResize="0"/>
          <p:nvPr/>
        </p:nvPicPr>
        <p:blipFill rotWithShape="1">
          <a:blip r:embed="rId3" cstate="screen">
            <a:alphaModFix/>
            <a:extLst>
              <a:ext uri="{28A0092B-C50C-407E-A947-70E740481C1C}">
                <a14:useLocalDpi xmlns:a14="http://schemas.microsoft.com/office/drawing/2010/main"/>
              </a:ext>
            </a:extLst>
          </a:blip>
          <a:srcRect/>
          <a:stretch/>
        </p:blipFill>
        <p:spPr>
          <a:xfrm>
            <a:off x="8549640" y="5553348"/>
            <a:ext cx="3474723" cy="1861459"/>
          </a:xfrm>
          <a:prstGeom prst="rect">
            <a:avLst/>
          </a:prstGeom>
          <a:noFill/>
          <a:ln>
            <a:noFill/>
          </a:ln>
        </p:spPr>
      </p:pic>
    </p:spTree>
  </p:cSld>
  <p:clrMapOvr>
    <a:masterClrMapping/>
  </p:clrMapOvr>
</p:sldLayout>
</file>

<file path=ppt/slideLayouts/slideLayout17.xml><?xml version="1.0" encoding="utf-8"?>
<p:sldLayout xmlns:a="http://schemas.openxmlformats.org/drawingml/2006/main" xmlns:r="http://schemas.openxmlformats.org/officeDocument/2006/relationships" xmlns:p="http://schemas.openxmlformats.org/presentationml/2006/main" matchingName="Divider 4">
  <p:cSld name="Divider 4">
    <p:spTree>
      <p:nvGrpSpPr>
        <p:cNvPr id="1" name="Shape 104"/>
        <p:cNvGrpSpPr/>
        <p:nvPr/>
      </p:nvGrpSpPr>
      <p:grpSpPr>
        <a:xfrm>
          <a:off x="0" y="0"/>
          <a:ext cx="0" cy="0"/>
          <a:chOff x="0" y="0"/>
          <a:chExt cx="0" cy="0"/>
        </a:xfrm>
      </p:grpSpPr>
      <p:pic>
        <p:nvPicPr>
          <p:cNvPr id="105" name="Google Shape;105;p92" descr="ANation-PPT2_7.jpg"/>
          <p:cNvPicPr preferRelativeResize="0"/>
          <p:nvPr/>
        </p:nvPicPr>
        <p:blipFill rotWithShape="1">
          <a:blip r:embed="rId2" cstate="screen">
            <a:alphaModFix/>
            <a:extLst>
              <a:ext uri="{28A0092B-C50C-407E-A947-70E740481C1C}">
                <a14:useLocalDpi xmlns:a14="http://schemas.microsoft.com/office/drawing/2010/main"/>
              </a:ext>
            </a:extLst>
          </a:blip>
          <a:srcRect/>
          <a:stretch/>
        </p:blipFill>
        <p:spPr>
          <a:xfrm>
            <a:off x="1" y="1"/>
            <a:ext cx="12191999" cy="6858001"/>
          </a:xfrm>
          <a:prstGeom prst="rect">
            <a:avLst/>
          </a:prstGeom>
          <a:noFill/>
          <a:ln>
            <a:noFill/>
          </a:ln>
        </p:spPr>
      </p:pic>
      <p:sp>
        <p:nvSpPr>
          <p:cNvPr id="106" name="Google Shape;106;p92"/>
          <p:cNvSpPr/>
          <p:nvPr/>
        </p:nvSpPr>
        <p:spPr>
          <a:xfrm>
            <a:off x="1" y="0"/>
            <a:ext cx="201200" cy="6858000"/>
          </a:xfrm>
          <a:prstGeom prst="rect">
            <a:avLst/>
          </a:prstGeom>
          <a:solidFill>
            <a:srgbClr val="296CA4">
              <a:alpha val="86670"/>
            </a:srgbClr>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a:solidFill>
                <a:srgbClr val="FFFFFF"/>
              </a:solidFill>
              <a:latin typeface="Calibri"/>
              <a:ea typeface="Calibri"/>
              <a:cs typeface="Calibri"/>
              <a:sym typeface="Calibri"/>
            </a:endParaRPr>
          </a:p>
        </p:txBody>
      </p:sp>
      <p:sp>
        <p:nvSpPr>
          <p:cNvPr id="107" name="Google Shape;107;p92"/>
          <p:cNvSpPr/>
          <p:nvPr/>
        </p:nvSpPr>
        <p:spPr>
          <a:xfrm>
            <a:off x="4851172" y="0"/>
            <a:ext cx="7340800" cy="6858000"/>
          </a:xfrm>
          <a:prstGeom prst="rect">
            <a:avLst/>
          </a:prstGeom>
          <a:solidFill>
            <a:srgbClr val="296CA4">
              <a:alpha val="86670"/>
            </a:srgbClr>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a:solidFill>
                <a:srgbClr val="FFFFFF"/>
              </a:solidFill>
              <a:latin typeface="Calibri"/>
              <a:ea typeface="Calibri"/>
              <a:cs typeface="Calibri"/>
              <a:sym typeface="Calibri"/>
            </a:endParaRPr>
          </a:p>
        </p:txBody>
      </p:sp>
      <p:pic>
        <p:nvPicPr>
          <p:cNvPr id="108" name="Google Shape;108;p92" descr="Text&#10;&#10;Description automatically generated with low confidence"/>
          <p:cNvPicPr preferRelativeResize="0"/>
          <p:nvPr/>
        </p:nvPicPr>
        <p:blipFill rotWithShape="1">
          <a:blip r:embed="rId3" cstate="screen">
            <a:alphaModFix/>
            <a:extLst>
              <a:ext uri="{28A0092B-C50C-407E-A947-70E740481C1C}">
                <a14:useLocalDpi xmlns:a14="http://schemas.microsoft.com/office/drawing/2010/main"/>
              </a:ext>
            </a:extLst>
          </a:blip>
          <a:srcRect/>
          <a:stretch/>
        </p:blipFill>
        <p:spPr>
          <a:xfrm>
            <a:off x="8549640" y="5553348"/>
            <a:ext cx="3474723" cy="1861459"/>
          </a:xfrm>
          <a:prstGeom prst="rect">
            <a:avLst/>
          </a:prstGeom>
          <a:noFill/>
          <a:ln>
            <a:noFill/>
          </a:ln>
        </p:spPr>
      </p:pic>
    </p:spTree>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slideLayout" Target="../slideLayouts/slideLayout13.xml"/><Relationship Id="rId18" Type="http://schemas.openxmlformats.org/officeDocument/2006/relationships/theme" Target="../theme/theme1.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17" Type="http://schemas.openxmlformats.org/officeDocument/2006/relationships/slideLayout" Target="../slideLayouts/slideLayout17.xml"/><Relationship Id="rId2" Type="http://schemas.openxmlformats.org/officeDocument/2006/relationships/slideLayout" Target="../slideLayouts/slideLayout2.xml"/><Relationship Id="rId16" Type="http://schemas.openxmlformats.org/officeDocument/2006/relationships/slideLayout" Target="../slideLayouts/slideLayout16.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5" Type="http://schemas.openxmlformats.org/officeDocument/2006/relationships/slideLayout" Target="../slideLayouts/slideLayout1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slideLayout" Target="../slideLayouts/slideLayout14.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chemeClr val="lt1"/>
        </a:solidFill>
        <a:effectLst/>
      </p:bgPr>
    </p:bg>
    <p:spTree>
      <p:nvGrpSpPr>
        <p:cNvPr id="1" name="Shape 9"/>
        <p:cNvGrpSpPr/>
        <p:nvPr/>
      </p:nvGrpSpPr>
      <p:grpSpPr>
        <a:xfrm>
          <a:off x="0" y="0"/>
          <a:ext cx="0" cy="0"/>
          <a:chOff x="0" y="0"/>
          <a:chExt cx="0" cy="0"/>
        </a:xfrm>
      </p:grpSpPr>
      <p:sp>
        <p:nvSpPr>
          <p:cNvPr id="10" name="Google Shape;10;p55"/>
          <p:cNvSpPr txBox="1">
            <a:spLocks noGrp="1"/>
          </p:cNvSpPr>
          <p:nvPr>
            <p:ph type="title"/>
          </p:nvPr>
        </p:nvSpPr>
        <p:spPr>
          <a:xfrm>
            <a:off x="838200" y="365126"/>
            <a:ext cx="10515600" cy="1325700"/>
          </a:xfrm>
          <a:prstGeom prst="rect">
            <a:avLst/>
          </a:prstGeom>
          <a:noFill/>
          <a:ln>
            <a:noFill/>
          </a:ln>
        </p:spPr>
        <p:txBody>
          <a:bodyPr spcFirstLastPara="1" wrap="square" lIns="91425" tIns="45700" rIns="91425" bIns="45700" anchor="ctr" anchorCtr="0">
            <a:normAutofit/>
          </a:bodyPr>
          <a:lstStyle>
            <a:lvl1pPr marR="0" lvl="0" algn="l" rtl="0">
              <a:lnSpc>
                <a:spcPct val="90000"/>
              </a:lnSpc>
              <a:spcBef>
                <a:spcPts val="0"/>
              </a:spcBef>
              <a:spcAft>
                <a:spcPts val="0"/>
              </a:spcAft>
              <a:buClr>
                <a:schemeClr val="dk1"/>
              </a:buClr>
              <a:buSzPts val="3300"/>
              <a:buFont typeface="Calibri"/>
              <a:buNone/>
              <a:defRPr sz="3300" b="0" i="0" u="none" strike="noStrike" cap="none">
                <a:solidFill>
                  <a:schemeClr val="dk1"/>
                </a:solidFill>
                <a:latin typeface="Calibri"/>
                <a:ea typeface="Calibri"/>
                <a:cs typeface="Calibri"/>
                <a:sym typeface="Calibri"/>
              </a:defRPr>
            </a:lvl1pPr>
            <a:lvl2pPr lvl="1" rtl="0">
              <a:spcBef>
                <a:spcPts val="0"/>
              </a:spcBef>
              <a:spcAft>
                <a:spcPts val="0"/>
              </a:spcAft>
              <a:buSzPts val="1400"/>
              <a:buNone/>
              <a:defRPr sz="1800"/>
            </a:lvl2pPr>
            <a:lvl3pPr lvl="2" rtl="0">
              <a:spcBef>
                <a:spcPts val="0"/>
              </a:spcBef>
              <a:spcAft>
                <a:spcPts val="0"/>
              </a:spcAft>
              <a:buSzPts val="1400"/>
              <a:buNone/>
              <a:defRPr sz="1800"/>
            </a:lvl3pPr>
            <a:lvl4pPr lvl="3" rtl="0">
              <a:spcBef>
                <a:spcPts val="0"/>
              </a:spcBef>
              <a:spcAft>
                <a:spcPts val="0"/>
              </a:spcAft>
              <a:buSzPts val="1400"/>
              <a:buNone/>
              <a:defRPr sz="1800"/>
            </a:lvl4pPr>
            <a:lvl5pPr lvl="4" rtl="0">
              <a:spcBef>
                <a:spcPts val="0"/>
              </a:spcBef>
              <a:spcAft>
                <a:spcPts val="0"/>
              </a:spcAft>
              <a:buSzPts val="1400"/>
              <a:buNone/>
              <a:defRPr sz="1800"/>
            </a:lvl5pPr>
            <a:lvl6pPr lvl="5" rtl="0">
              <a:spcBef>
                <a:spcPts val="0"/>
              </a:spcBef>
              <a:spcAft>
                <a:spcPts val="0"/>
              </a:spcAft>
              <a:buSzPts val="1400"/>
              <a:buNone/>
              <a:defRPr sz="1800"/>
            </a:lvl6pPr>
            <a:lvl7pPr lvl="6" rtl="0">
              <a:spcBef>
                <a:spcPts val="0"/>
              </a:spcBef>
              <a:spcAft>
                <a:spcPts val="0"/>
              </a:spcAft>
              <a:buSzPts val="1400"/>
              <a:buNone/>
              <a:defRPr sz="1800"/>
            </a:lvl7pPr>
            <a:lvl8pPr lvl="7" rtl="0">
              <a:spcBef>
                <a:spcPts val="0"/>
              </a:spcBef>
              <a:spcAft>
                <a:spcPts val="0"/>
              </a:spcAft>
              <a:buSzPts val="1400"/>
              <a:buNone/>
              <a:defRPr sz="1800"/>
            </a:lvl8pPr>
            <a:lvl9pPr lvl="8" rtl="0">
              <a:spcBef>
                <a:spcPts val="0"/>
              </a:spcBef>
              <a:spcAft>
                <a:spcPts val="0"/>
              </a:spcAft>
              <a:buSzPts val="1400"/>
              <a:buNone/>
              <a:defRPr sz="1800"/>
            </a:lvl9pPr>
          </a:lstStyle>
          <a:p>
            <a:endParaRPr/>
          </a:p>
        </p:txBody>
      </p:sp>
      <p:sp>
        <p:nvSpPr>
          <p:cNvPr id="11" name="Google Shape;11;p55"/>
          <p:cNvSpPr txBox="1">
            <a:spLocks noGrp="1"/>
          </p:cNvSpPr>
          <p:nvPr>
            <p:ph type="body" idx="1"/>
          </p:nvPr>
        </p:nvSpPr>
        <p:spPr>
          <a:xfrm>
            <a:off x="838200" y="1825625"/>
            <a:ext cx="10515600" cy="4351200"/>
          </a:xfrm>
          <a:prstGeom prst="rect">
            <a:avLst/>
          </a:prstGeom>
          <a:noFill/>
          <a:ln>
            <a:noFill/>
          </a:ln>
        </p:spPr>
        <p:txBody>
          <a:bodyPr spcFirstLastPara="1" wrap="square" lIns="91425" tIns="45700" rIns="91425" bIns="45700" anchor="t" anchorCtr="0">
            <a:normAutofit/>
          </a:bodyPr>
          <a:lstStyle>
            <a:lvl1pPr marL="457200" marR="0" lvl="0" indent="-361950" algn="l" rtl="0">
              <a:lnSpc>
                <a:spcPct val="90000"/>
              </a:lnSpc>
              <a:spcBef>
                <a:spcPts val="750"/>
              </a:spcBef>
              <a:spcAft>
                <a:spcPts val="0"/>
              </a:spcAft>
              <a:buClr>
                <a:schemeClr val="dk1"/>
              </a:buClr>
              <a:buSzPts val="2100"/>
              <a:buFont typeface="Arial"/>
              <a:buChar char="•"/>
              <a:defRPr sz="2100" b="0" i="0" u="none" strike="noStrike" cap="none">
                <a:solidFill>
                  <a:schemeClr val="dk1"/>
                </a:solidFill>
                <a:latin typeface="Calibri"/>
                <a:ea typeface="Calibri"/>
                <a:cs typeface="Calibri"/>
                <a:sym typeface="Calibri"/>
              </a:defRPr>
            </a:lvl1pPr>
            <a:lvl2pPr marL="914400" marR="0" lvl="1" indent="-342900" algn="l" rtl="0">
              <a:lnSpc>
                <a:spcPct val="90000"/>
              </a:lnSpc>
              <a:spcBef>
                <a:spcPts val="375"/>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2pPr>
            <a:lvl3pPr marL="1371600" marR="0" lvl="2" indent="-323850" algn="l" rtl="0">
              <a:lnSpc>
                <a:spcPct val="90000"/>
              </a:lnSpc>
              <a:spcBef>
                <a:spcPts val="375"/>
              </a:spcBef>
              <a:spcAft>
                <a:spcPts val="0"/>
              </a:spcAft>
              <a:buClr>
                <a:schemeClr val="dk1"/>
              </a:buClr>
              <a:buSzPts val="1500"/>
              <a:buFont typeface="Arial"/>
              <a:buChar char="•"/>
              <a:defRPr sz="1500" b="0" i="0" u="none" strike="noStrike" cap="none">
                <a:solidFill>
                  <a:schemeClr val="dk1"/>
                </a:solidFill>
                <a:latin typeface="Calibri"/>
                <a:ea typeface="Calibri"/>
                <a:cs typeface="Calibri"/>
                <a:sym typeface="Calibri"/>
              </a:defRPr>
            </a:lvl3pPr>
            <a:lvl4pPr marL="1828800" marR="0" lvl="3" indent="-314325" algn="l" rtl="0">
              <a:lnSpc>
                <a:spcPct val="90000"/>
              </a:lnSpc>
              <a:spcBef>
                <a:spcPts val="375"/>
              </a:spcBef>
              <a:spcAft>
                <a:spcPts val="0"/>
              </a:spcAft>
              <a:buClr>
                <a:schemeClr val="dk1"/>
              </a:buClr>
              <a:buSzPts val="1350"/>
              <a:buFont typeface="Arial"/>
              <a:buChar char="•"/>
              <a:defRPr sz="1350" b="0" i="0" u="none" strike="noStrike" cap="none">
                <a:solidFill>
                  <a:schemeClr val="dk1"/>
                </a:solidFill>
                <a:latin typeface="Calibri"/>
                <a:ea typeface="Calibri"/>
                <a:cs typeface="Calibri"/>
                <a:sym typeface="Calibri"/>
              </a:defRPr>
            </a:lvl4pPr>
            <a:lvl5pPr marL="2286000" marR="0" lvl="4" indent="-314325" algn="l" rtl="0">
              <a:lnSpc>
                <a:spcPct val="90000"/>
              </a:lnSpc>
              <a:spcBef>
                <a:spcPts val="375"/>
              </a:spcBef>
              <a:spcAft>
                <a:spcPts val="0"/>
              </a:spcAft>
              <a:buClr>
                <a:schemeClr val="dk1"/>
              </a:buClr>
              <a:buSzPts val="1350"/>
              <a:buFont typeface="Arial"/>
              <a:buChar char="•"/>
              <a:defRPr sz="1350" b="0" i="0" u="none" strike="noStrike" cap="none">
                <a:solidFill>
                  <a:schemeClr val="dk1"/>
                </a:solidFill>
                <a:latin typeface="Calibri"/>
                <a:ea typeface="Calibri"/>
                <a:cs typeface="Calibri"/>
                <a:sym typeface="Calibri"/>
              </a:defRPr>
            </a:lvl5pPr>
            <a:lvl6pPr marL="2743200" marR="0" lvl="5" indent="-314325" algn="l" rtl="0">
              <a:lnSpc>
                <a:spcPct val="90000"/>
              </a:lnSpc>
              <a:spcBef>
                <a:spcPts val="375"/>
              </a:spcBef>
              <a:spcAft>
                <a:spcPts val="0"/>
              </a:spcAft>
              <a:buClr>
                <a:schemeClr val="dk1"/>
              </a:buClr>
              <a:buSzPts val="1350"/>
              <a:buFont typeface="Arial"/>
              <a:buChar char="•"/>
              <a:defRPr sz="1350" b="0" i="0" u="none" strike="noStrike" cap="none">
                <a:solidFill>
                  <a:schemeClr val="dk1"/>
                </a:solidFill>
                <a:latin typeface="Calibri"/>
                <a:ea typeface="Calibri"/>
                <a:cs typeface="Calibri"/>
                <a:sym typeface="Calibri"/>
              </a:defRPr>
            </a:lvl6pPr>
            <a:lvl7pPr marL="3200400" marR="0" lvl="6" indent="-314325" algn="l" rtl="0">
              <a:lnSpc>
                <a:spcPct val="90000"/>
              </a:lnSpc>
              <a:spcBef>
                <a:spcPts val="375"/>
              </a:spcBef>
              <a:spcAft>
                <a:spcPts val="0"/>
              </a:spcAft>
              <a:buClr>
                <a:schemeClr val="dk1"/>
              </a:buClr>
              <a:buSzPts val="1350"/>
              <a:buFont typeface="Arial"/>
              <a:buChar char="•"/>
              <a:defRPr sz="1350" b="0" i="0" u="none" strike="noStrike" cap="none">
                <a:solidFill>
                  <a:schemeClr val="dk1"/>
                </a:solidFill>
                <a:latin typeface="Calibri"/>
                <a:ea typeface="Calibri"/>
                <a:cs typeface="Calibri"/>
                <a:sym typeface="Calibri"/>
              </a:defRPr>
            </a:lvl7pPr>
            <a:lvl8pPr marL="3657600" marR="0" lvl="7" indent="-314325" algn="l" rtl="0">
              <a:lnSpc>
                <a:spcPct val="90000"/>
              </a:lnSpc>
              <a:spcBef>
                <a:spcPts val="375"/>
              </a:spcBef>
              <a:spcAft>
                <a:spcPts val="0"/>
              </a:spcAft>
              <a:buClr>
                <a:schemeClr val="dk1"/>
              </a:buClr>
              <a:buSzPts val="1350"/>
              <a:buFont typeface="Arial"/>
              <a:buChar char="•"/>
              <a:defRPr sz="1350" b="0" i="0" u="none" strike="noStrike" cap="none">
                <a:solidFill>
                  <a:schemeClr val="dk1"/>
                </a:solidFill>
                <a:latin typeface="Calibri"/>
                <a:ea typeface="Calibri"/>
                <a:cs typeface="Calibri"/>
                <a:sym typeface="Calibri"/>
              </a:defRPr>
            </a:lvl8pPr>
            <a:lvl9pPr marL="4114800" marR="0" lvl="8" indent="-314325" algn="l" rtl="0">
              <a:lnSpc>
                <a:spcPct val="90000"/>
              </a:lnSpc>
              <a:spcBef>
                <a:spcPts val="375"/>
              </a:spcBef>
              <a:spcAft>
                <a:spcPts val="0"/>
              </a:spcAft>
              <a:buClr>
                <a:schemeClr val="dk1"/>
              </a:buClr>
              <a:buSzPts val="1350"/>
              <a:buFont typeface="Arial"/>
              <a:buChar char="•"/>
              <a:defRPr sz="1350" b="0" i="0" u="none" strike="noStrike" cap="none">
                <a:solidFill>
                  <a:schemeClr val="dk1"/>
                </a:solidFill>
                <a:latin typeface="Calibri"/>
                <a:ea typeface="Calibri"/>
                <a:cs typeface="Calibri"/>
                <a:sym typeface="Calibri"/>
              </a:defRPr>
            </a:lvl9pPr>
          </a:lstStyle>
          <a:p>
            <a:endParaRPr/>
          </a:p>
        </p:txBody>
      </p:sp>
      <p:sp>
        <p:nvSpPr>
          <p:cNvPr id="12" name="Google Shape;12;p55"/>
          <p:cNvSpPr txBox="1">
            <a:spLocks noGrp="1"/>
          </p:cNvSpPr>
          <p:nvPr>
            <p:ph type="dt" idx="10"/>
          </p:nvPr>
        </p:nvSpPr>
        <p:spPr>
          <a:xfrm>
            <a:off x="838200" y="6356351"/>
            <a:ext cx="2743200" cy="365100"/>
          </a:xfrm>
          <a:prstGeom prst="rect">
            <a:avLst/>
          </a:prstGeom>
          <a:noFill/>
          <a:ln>
            <a:noFill/>
          </a:ln>
        </p:spPr>
        <p:txBody>
          <a:bodyPr spcFirstLastPara="1" wrap="square" lIns="91425" tIns="45700" rIns="91425" bIns="45700" anchor="ctr" anchorCtr="0">
            <a:noAutofit/>
          </a:bodyPr>
          <a:lstStyle>
            <a:lvl1pPr marR="0" lvl="0" algn="l" rtl="0">
              <a:spcBef>
                <a:spcPts val="0"/>
              </a:spcBef>
              <a:spcAft>
                <a:spcPts val="0"/>
              </a:spcAft>
              <a:buSzPts val="1400"/>
              <a:buNone/>
              <a:defRPr sz="900" b="0" i="0" u="none" strike="noStrike" cap="none">
                <a:solidFill>
                  <a:srgbClr val="888888"/>
                </a:solidFill>
                <a:latin typeface="Calibri"/>
                <a:ea typeface="Calibri"/>
                <a:cs typeface="Calibri"/>
                <a:sym typeface="Calibri"/>
              </a:defRPr>
            </a:lvl1pPr>
            <a:lvl2pPr marR="0" lvl="1"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2pPr>
            <a:lvl3pPr marR="0" lvl="2"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3pPr>
            <a:lvl4pPr marR="0" lvl="3"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4pPr>
            <a:lvl5pPr marR="0" lvl="4"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5pPr>
            <a:lvl6pPr marR="0" lvl="5"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6pPr>
            <a:lvl7pPr marR="0" lvl="6"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7pPr>
            <a:lvl8pPr marR="0" lvl="7"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8pPr>
            <a:lvl9pPr marR="0" lvl="8"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9pPr>
          </a:lstStyle>
          <a:p>
            <a:endParaRPr/>
          </a:p>
        </p:txBody>
      </p:sp>
      <p:sp>
        <p:nvSpPr>
          <p:cNvPr id="13" name="Google Shape;13;p55"/>
          <p:cNvSpPr txBox="1">
            <a:spLocks noGrp="1"/>
          </p:cNvSpPr>
          <p:nvPr>
            <p:ph type="ftr" idx="11"/>
          </p:nvPr>
        </p:nvSpPr>
        <p:spPr>
          <a:xfrm>
            <a:off x="4038600" y="6356351"/>
            <a:ext cx="4114800" cy="365100"/>
          </a:xfrm>
          <a:prstGeom prst="rect">
            <a:avLst/>
          </a:prstGeom>
          <a:noFill/>
          <a:ln>
            <a:noFill/>
          </a:ln>
        </p:spPr>
        <p:txBody>
          <a:bodyPr spcFirstLastPara="1" wrap="square" lIns="91425" tIns="45700" rIns="91425" bIns="45700" anchor="ctr" anchorCtr="0">
            <a:noAutofit/>
          </a:bodyPr>
          <a:lstStyle>
            <a:lvl1pPr marR="0" lvl="0" algn="ctr" rtl="0">
              <a:spcBef>
                <a:spcPts val="0"/>
              </a:spcBef>
              <a:spcAft>
                <a:spcPts val="0"/>
              </a:spcAft>
              <a:buSzPts val="1400"/>
              <a:buNone/>
              <a:defRPr sz="900" b="0" i="0" u="none" strike="noStrike" cap="none">
                <a:solidFill>
                  <a:srgbClr val="888888"/>
                </a:solidFill>
                <a:latin typeface="Calibri"/>
                <a:ea typeface="Calibri"/>
                <a:cs typeface="Calibri"/>
                <a:sym typeface="Calibri"/>
              </a:defRPr>
            </a:lvl1pPr>
            <a:lvl2pPr marR="0" lvl="1"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2pPr>
            <a:lvl3pPr marR="0" lvl="2"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3pPr>
            <a:lvl4pPr marR="0" lvl="3"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4pPr>
            <a:lvl5pPr marR="0" lvl="4"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5pPr>
            <a:lvl6pPr marR="0" lvl="5"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6pPr>
            <a:lvl7pPr marR="0" lvl="6"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7pPr>
            <a:lvl8pPr marR="0" lvl="7"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8pPr>
            <a:lvl9pPr marR="0" lvl="8"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9pPr>
          </a:lstStyle>
          <a:p>
            <a:endParaRPr/>
          </a:p>
        </p:txBody>
      </p:sp>
      <p:sp>
        <p:nvSpPr>
          <p:cNvPr id="14" name="Google Shape;14;p55"/>
          <p:cNvSpPr txBox="1">
            <a:spLocks noGrp="1"/>
          </p:cNvSpPr>
          <p:nvPr>
            <p:ph type="sldNum" idx="12"/>
          </p:nvPr>
        </p:nvSpPr>
        <p:spPr>
          <a:xfrm>
            <a:off x="8610600" y="6356351"/>
            <a:ext cx="2743200" cy="365100"/>
          </a:xfrm>
          <a:prstGeom prst="rect">
            <a:avLst/>
          </a:prstGeom>
          <a:noFill/>
          <a:ln>
            <a:noFill/>
          </a:ln>
        </p:spPr>
        <p:txBody>
          <a:bodyPr spcFirstLastPara="1" wrap="square" lIns="91425" tIns="45700" rIns="91425" bIns="45700" anchor="ctr" anchorCtr="0">
            <a:noAutofit/>
          </a:bodyPr>
          <a:lstStyle>
            <a:lvl1pPr marL="0" marR="0" lvl="0" indent="0" algn="r" rtl="0">
              <a:spcBef>
                <a:spcPts val="0"/>
              </a:spcBef>
              <a:buNone/>
              <a:defRPr sz="900" b="0" i="0" u="none" strike="noStrike" cap="none">
                <a:solidFill>
                  <a:srgbClr val="888888"/>
                </a:solidFill>
                <a:latin typeface="Calibri"/>
                <a:ea typeface="Calibri"/>
                <a:cs typeface="Calibri"/>
                <a:sym typeface="Calibri"/>
              </a:defRPr>
            </a:lvl1pPr>
            <a:lvl2pPr marL="0" marR="0" lvl="1" indent="0" algn="r" rtl="0">
              <a:spcBef>
                <a:spcPts val="0"/>
              </a:spcBef>
              <a:buNone/>
              <a:defRPr sz="900" b="0" i="0" u="none" strike="noStrike" cap="none">
                <a:solidFill>
                  <a:srgbClr val="888888"/>
                </a:solidFill>
                <a:latin typeface="Calibri"/>
                <a:ea typeface="Calibri"/>
                <a:cs typeface="Calibri"/>
                <a:sym typeface="Calibri"/>
              </a:defRPr>
            </a:lvl2pPr>
            <a:lvl3pPr marL="0" marR="0" lvl="2" indent="0" algn="r" rtl="0">
              <a:spcBef>
                <a:spcPts val="0"/>
              </a:spcBef>
              <a:buNone/>
              <a:defRPr sz="900" b="0" i="0" u="none" strike="noStrike" cap="none">
                <a:solidFill>
                  <a:srgbClr val="888888"/>
                </a:solidFill>
                <a:latin typeface="Calibri"/>
                <a:ea typeface="Calibri"/>
                <a:cs typeface="Calibri"/>
                <a:sym typeface="Calibri"/>
              </a:defRPr>
            </a:lvl3pPr>
            <a:lvl4pPr marL="0" marR="0" lvl="3" indent="0" algn="r" rtl="0">
              <a:spcBef>
                <a:spcPts val="0"/>
              </a:spcBef>
              <a:buNone/>
              <a:defRPr sz="900" b="0" i="0" u="none" strike="noStrike" cap="none">
                <a:solidFill>
                  <a:srgbClr val="888888"/>
                </a:solidFill>
                <a:latin typeface="Calibri"/>
                <a:ea typeface="Calibri"/>
                <a:cs typeface="Calibri"/>
                <a:sym typeface="Calibri"/>
              </a:defRPr>
            </a:lvl4pPr>
            <a:lvl5pPr marL="0" marR="0" lvl="4" indent="0" algn="r" rtl="0">
              <a:spcBef>
                <a:spcPts val="0"/>
              </a:spcBef>
              <a:buNone/>
              <a:defRPr sz="900" b="0" i="0" u="none" strike="noStrike" cap="none">
                <a:solidFill>
                  <a:srgbClr val="888888"/>
                </a:solidFill>
                <a:latin typeface="Calibri"/>
                <a:ea typeface="Calibri"/>
                <a:cs typeface="Calibri"/>
                <a:sym typeface="Calibri"/>
              </a:defRPr>
            </a:lvl5pPr>
            <a:lvl6pPr marL="0" marR="0" lvl="5" indent="0" algn="r" rtl="0">
              <a:spcBef>
                <a:spcPts val="0"/>
              </a:spcBef>
              <a:buNone/>
              <a:defRPr sz="900" b="0" i="0" u="none" strike="noStrike" cap="none">
                <a:solidFill>
                  <a:srgbClr val="888888"/>
                </a:solidFill>
                <a:latin typeface="Calibri"/>
                <a:ea typeface="Calibri"/>
                <a:cs typeface="Calibri"/>
                <a:sym typeface="Calibri"/>
              </a:defRPr>
            </a:lvl6pPr>
            <a:lvl7pPr marL="0" marR="0" lvl="6" indent="0" algn="r" rtl="0">
              <a:spcBef>
                <a:spcPts val="0"/>
              </a:spcBef>
              <a:buNone/>
              <a:defRPr sz="900" b="0" i="0" u="none" strike="noStrike" cap="none">
                <a:solidFill>
                  <a:srgbClr val="888888"/>
                </a:solidFill>
                <a:latin typeface="Calibri"/>
                <a:ea typeface="Calibri"/>
                <a:cs typeface="Calibri"/>
                <a:sym typeface="Calibri"/>
              </a:defRPr>
            </a:lvl7pPr>
            <a:lvl8pPr marL="0" marR="0" lvl="7" indent="0" algn="r" rtl="0">
              <a:spcBef>
                <a:spcPts val="0"/>
              </a:spcBef>
              <a:buNone/>
              <a:defRPr sz="900" b="0" i="0" u="none" strike="noStrike" cap="none">
                <a:solidFill>
                  <a:srgbClr val="888888"/>
                </a:solidFill>
                <a:latin typeface="Calibri"/>
                <a:ea typeface="Calibri"/>
                <a:cs typeface="Calibri"/>
                <a:sym typeface="Calibri"/>
              </a:defRPr>
            </a:lvl8pPr>
            <a:lvl9pPr marL="0" marR="0" lvl="8" indent="0" algn="r" rtl="0">
              <a:spcBef>
                <a:spcPts val="0"/>
              </a:spcBef>
              <a:buNone/>
              <a:defRPr sz="900" b="0" i="0" u="none" strike="noStrike" cap="none">
                <a:solidFill>
                  <a:srgbClr val="888888"/>
                </a:solidFill>
                <a:latin typeface="Calibri"/>
                <a:ea typeface="Calibri"/>
                <a:cs typeface="Calibri"/>
                <a:sym typeface="Calibri"/>
              </a:defRPr>
            </a:lvl9pPr>
          </a:lstStyle>
          <a:p>
            <a:fld id="{00000000-1234-1234-1234-123412341234}" type="slidenum">
              <a:rPr lang="en-US" smtClean="0"/>
              <a:pPr/>
              <a:t>‹#›</a:t>
            </a:fld>
            <a:endParaRPr lang="en-US"/>
          </a:p>
        </p:txBody>
      </p:sp>
    </p:spTree>
  </p:cSld>
  <p:clrMap bg1="lt1" tx1="dk1" bg2="dk2" tx2="lt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 id="2147483660" r:id="rId12"/>
    <p:sldLayoutId id="2147483661" r:id="rId13"/>
    <p:sldLayoutId id="2147483662" r:id="rId14"/>
    <p:sldLayoutId id="2147483663" r:id="rId15"/>
    <p:sldLayoutId id="2147483664" r:id="rId16"/>
    <p:sldLayoutId id="2147483665" r:id="rId17"/>
  </p:sldLayoutIdLst>
  <p:hf sldNum="0" hdr="0" ftr="0" dt="0"/>
  <p:txStyles>
    <p:title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titleStyle>
    <p:body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bodyStyle>
    <p:other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8.png"/><Relationship Id="rId2" Type="http://schemas.openxmlformats.org/officeDocument/2006/relationships/notesSlide" Target="../notesSlides/notesSlide1.xml"/><Relationship Id="rId1" Type="http://schemas.openxmlformats.org/officeDocument/2006/relationships/slideLayout" Target="../slideLayouts/slideLayout8.xml"/></Relationships>
</file>

<file path=ppt/slides/_rels/slide2.xml.rels><?xml version="1.0" encoding="UTF-8" standalone="yes"?>
<Relationships xmlns="http://schemas.openxmlformats.org/package/2006/relationships"><Relationship Id="rId3" Type="http://schemas.openxmlformats.org/officeDocument/2006/relationships/image" Target="../media/image9.png"/><Relationship Id="rId2" Type="http://schemas.openxmlformats.org/officeDocument/2006/relationships/notesSlide" Target="../notesSlides/notesSlide2.xml"/><Relationship Id="rId1" Type="http://schemas.openxmlformats.org/officeDocument/2006/relationships/slideLayout" Target="../slideLayouts/slideLayout8.xml"/><Relationship Id="rId4" Type="http://schemas.openxmlformats.org/officeDocument/2006/relationships/image" Target="../media/image10.png"/></Relationships>
</file>

<file path=ppt/slides/_rels/slide3.xml.rels><?xml version="1.0" encoding="UTF-8" standalone="yes"?>
<Relationships xmlns="http://schemas.openxmlformats.org/package/2006/relationships"><Relationship Id="rId3" Type="http://schemas.openxmlformats.org/officeDocument/2006/relationships/image" Target="../media/image9.png"/><Relationship Id="rId2" Type="http://schemas.openxmlformats.org/officeDocument/2006/relationships/notesSlide" Target="../notesSlides/notesSlide3.xml"/><Relationship Id="rId1" Type="http://schemas.openxmlformats.org/officeDocument/2006/relationships/slideLayout" Target="../slideLayouts/slideLayout8.xml"/><Relationship Id="rId4" Type="http://schemas.openxmlformats.org/officeDocument/2006/relationships/image" Target="../media/image10.png"/></Relationships>
</file>

<file path=ppt/slides/_rels/slide4.xml.rels><?xml version="1.0" encoding="UTF-8" standalone="yes"?>
<Relationships xmlns="http://schemas.openxmlformats.org/package/2006/relationships"><Relationship Id="rId3" Type="http://schemas.openxmlformats.org/officeDocument/2006/relationships/image" Target="../media/image10.png"/><Relationship Id="rId2" Type="http://schemas.openxmlformats.org/officeDocument/2006/relationships/notesSlide" Target="../notesSlides/notesSlide4.xml"/><Relationship Id="rId1" Type="http://schemas.openxmlformats.org/officeDocument/2006/relationships/slideLayout" Target="../slideLayouts/slideLayout8.xml"/><Relationship Id="rId4" Type="http://schemas.openxmlformats.org/officeDocument/2006/relationships/image" Target="../media/image11.png"/></Relationships>
</file>

<file path=ppt/slides/_rels/slide5.xml.rels><?xml version="1.0" encoding="UTF-8" standalone="yes"?>
<Relationships xmlns="http://schemas.openxmlformats.org/package/2006/relationships"><Relationship Id="rId3" Type="http://schemas.openxmlformats.org/officeDocument/2006/relationships/image" Target="../media/image10.png"/><Relationship Id="rId2" Type="http://schemas.openxmlformats.org/officeDocument/2006/relationships/notesSlide" Target="../notesSlides/notesSlide5.xml"/><Relationship Id="rId1" Type="http://schemas.openxmlformats.org/officeDocument/2006/relationships/slideLayout" Target="../slideLayouts/slideLayout8.xml"/><Relationship Id="rId4" Type="http://schemas.openxmlformats.org/officeDocument/2006/relationships/image" Target="../media/image12.png"/></Relationships>
</file>

<file path=ppt/slides/_rels/slide6.xml.rels><?xml version="1.0" encoding="UTF-8" standalone="yes"?>
<Relationships xmlns="http://schemas.openxmlformats.org/package/2006/relationships"><Relationship Id="rId3" Type="http://schemas.openxmlformats.org/officeDocument/2006/relationships/image" Target="../media/image10.png"/><Relationship Id="rId2" Type="http://schemas.openxmlformats.org/officeDocument/2006/relationships/notesSlide" Target="../notesSlides/notesSlide6.xml"/><Relationship Id="rId1" Type="http://schemas.openxmlformats.org/officeDocument/2006/relationships/slideLayout" Target="../slideLayouts/slideLayout8.xml"/><Relationship Id="rId6" Type="http://schemas.openxmlformats.org/officeDocument/2006/relationships/image" Target="../media/image14.png"/><Relationship Id="rId5" Type="http://schemas.openxmlformats.org/officeDocument/2006/relationships/image" Target="../media/image13.png"/><Relationship Id="rId4" Type="http://schemas.openxmlformats.org/officeDocument/2006/relationships/image" Target="../media/image12.png"/></Relationships>
</file>

<file path=ppt/slides/_rels/slide7.xml.rels><?xml version="1.0" encoding="UTF-8" standalone="yes"?>
<Relationships xmlns="http://schemas.openxmlformats.org/package/2006/relationships"><Relationship Id="rId3" Type="http://schemas.openxmlformats.org/officeDocument/2006/relationships/image" Target="../media/image10.png"/><Relationship Id="rId2" Type="http://schemas.openxmlformats.org/officeDocument/2006/relationships/notesSlide" Target="../notesSlides/notesSlide7.xml"/><Relationship Id="rId1" Type="http://schemas.openxmlformats.org/officeDocument/2006/relationships/slideLayout" Target="../slideLayouts/slideLayout8.xml"/><Relationship Id="rId4" Type="http://schemas.openxmlformats.org/officeDocument/2006/relationships/image" Target="../media/image15.png"/></Relationships>
</file>

<file path=ppt/slides/_rels/slide8.xml.rels><?xml version="1.0" encoding="UTF-8" standalone="yes"?>
<Relationships xmlns="http://schemas.openxmlformats.org/package/2006/relationships"><Relationship Id="rId3" Type="http://schemas.openxmlformats.org/officeDocument/2006/relationships/image" Target="../media/image10.png"/><Relationship Id="rId2" Type="http://schemas.openxmlformats.org/officeDocument/2006/relationships/notesSlide" Target="../notesSlides/notesSlide8.xml"/><Relationship Id="rId1" Type="http://schemas.openxmlformats.org/officeDocument/2006/relationships/slideLayout" Target="../slideLayouts/slideLayout8.xml"/><Relationship Id="rId6" Type="http://schemas.openxmlformats.org/officeDocument/2006/relationships/image" Target="../media/image17.png"/><Relationship Id="rId5" Type="http://schemas.openxmlformats.org/officeDocument/2006/relationships/image" Target="../media/image160.png"/><Relationship Id="rId4" Type="http://schemas.openxmlformats.org/officeDocument/2006/relationships/image" Target="../media/image16.png"/></Relationships>
</file>

<file path=ppt/slides/_rels/slide9.xml.rels><?xml version="1.0" encoding="UTF-8" standalone="yes"?>
<Relationships xmlns="http://schemas.openxmlformats.org/package/2006/relationships"><Relationship Id="rId3" Type="http://schemas.openxmlformats.org/officeDocument/2006/relationships/image" Target="../media/image10.png"/><Relationship Id="rId2" Type="http://schemas.openxmlformats.org/officeDocument/2006/relationships/notesSlide" Target="../notesSlides/notesSlide9.xml"/><Relationship Id="rId1" Type="http://schemas.openxmlformats.org/officeDocument/2006/relationships/slideLayout" Target="../slideLayouts/slideLayout8.xml"/><Relationship Id="rId5" Type="http://schemas.openxmlformats.org/officeDocument/2006/relationships/image" Target="../media/image19.png"/><Relationship Id="rId4" Type="http://schemas.openxmlformats.org/officeDocument/2006/relationships/image" Target="../media/image18.png"/></Relationships>
</file>

<file path=ppt/slides/_rels/slide10.xml.rels><?xml version="1.0" encoding="UTF-8" standalone="yes"?>
<Relationships xmlns="http://schemas.openxmlformats.org/package/2006/relationships"><Relationship Id="rId3" Type="http://schemas.openxmlformats.org/officeDocument/2006/relationships/image" Target="../media/image10.png"/><Relationship Id="rId2" Type="http://schemas.openxmlformats.org/officeDocument/2006/relationships/notesSlide" Target="../notesSlides/notesSlide10.xml"/><Relationship Id="rId1" Type="http://schemas.openxmlformats.org/officeDocument/2006/relationships/slideLayout" Target="../slideLayouts/slideLayout8.xml"/><Relationship Id="rId4" Type="http://schemas.openxmlformats.org/officeDocument/2006/relationships/image" Target="../media/image20.png"/></Relationships>
</file>

<file path=ppt/slides/_rels/slide11.xml.rels><?xml version="1.0" encoding="UTF-8" standalone="yes"?>
<Relationships xmlns="http://schemas.openxmlformats.org/package/2006/relationships"><Relationship Id="rId3" Type="http://schemas.openxmlformats.org/officeDocument/2006/relationships/image" Target="../media/image10.png"/><Relationship Id="rId2" Type="http://schemas.openxmlformats.org/officeDocument/2006/relationships/notesSlide" Target="../notesSlides/notesSlide11.xml"/><Relationship Id="rId1" Type="http://schemas.openxmlformats.org/officeDocument/2006/relationships/slideLayout" Target="../slideLayouts/slideLayout8.xml"/><Relationship Id="rId4" Type="http://schemas.openxmlformats.org/officeDocument/2006/relationships/image" Target="../media/image21.png"/></Relationships>
</file>

<file path=ppt/slides/_rels/slide12.xml.rels><?xml version="1.0" encoding="UTF-8" standalone="yes"?>
<Relationships xmlns="http://schemas.openxmlformats.org/package/2006/relationships"><Relationship Id="rId3" Type="http://schemas.openxmlformats.org/officeDocument/2006/relationships/image" Target="../media/image10.png"/><Relationship Id="rId2" Type="http://schemas.openxmlformats.org/officeDocument/2006/relationships/notesSlide" Target="../notesSlides/notesSlide12.xml"/><Relationship Id="rId1" Type="http://schemas.openxmlformats.org/officeDocument/2006/relationships/slideLayout" Target="../slideLayouts/slideLayout8.xml"/><Relationship Id="rId4" Type="http://schemas.openxmlformats.org/officeDocument/2006/relationships/image" Target="../media/image22.png"/></Relationships>
</file>

<file path=ppt/slides/_rels/slide13.xml.rels><?xml version="1.0" encoding="UTF-8" standalone="yes"?>
<Relationships xmlns="http://schemas.openxmlformats.org/package/2006/relationships"><Relationship Id="rId3" Type="http://schemas.openxmlformats.org/officeDocument/2006/relationships/image" Target="../media/image10.png"/><Relationship Id="rId7" Type="http://schemas.openxmlformats.org/officeDocument/2006/relationships/image" Target="../media/image25.png"/><Relationship Id="rId2" Type="http://schemas.openxmlformats.org/officeDocument/2006/relationships/notesSlide" Target="../notesSlides/notesSlide13.xml"/><Relationship Id="rId1" Type="http://schemas.openxmlformats.org/officeDocument/2006/relationships/slideLayout" Target="../slideLayouts/slideLayout8.xml"/><Relationship Id="rId6" Type="http://schemas.openxmlformats.org/officeDocument/2006/relationships/image" Target="../media/image24.png"/><Relationship Id="rId5" Type="http://schemas.openxmlformats.org/officeDocument/2006/relationships/image" Target="../media/image23.png"/><Relationship Id="rId4" Type="http://schemas.openxmlformats.org/officeDocument/2006/relationships/image" Target="../media/image22.png"/></Relationships>
</file>

<file path=ppt/slides/_rels/slide14.xml.rels><?xml version="1.0" encoding="UTF-8" standalone="yes"?>
<Relationships xmlns="http://schemas.openxmlformats.org/package/2006/relationships"><Relationship Id="rId3" Type="http://schemas.openxmlformats.org/officeDocument/2006/relationships/image" Target="../media/image10.png"/><Relationship Id="rId2" Type="http://schemas.openxmlformats.org/officeDocument/2006/relationships/notesSlide" Target="../notesSlides/notesSlide14.xml"/><Relationship Id="rId1" Type="http://schemas.openxmlformats.org/officeDocument/2006/relationships/slideLayout" Target="../slideLayouts/slideLayout8.xml"/><Relationship Id="rId5" Type="http://schemas.openxmlformats.org/officeDocument/2006/relationships/image" Target="../media/image27.png"/><Relationship Id="rId4" Type="http://schemas.openxmlformats.org/officeDocument/2006/relationships/image" Target="../media/image26.png"/></Relationships>
</file>

<file path=ppt/slides/_rels/slide15.xml.rels><?xml version="1.0" encoding="UTF-8" standalone="yes"?>
<Relationships xmlns="http://schemas.openxmlformats.org/package/2006/relationships"><Relationship Id="rId3" Type="http://schemas.openxmlformats.org/officeDocument/2006/relationships/image" Target="../media/image10.png"/><Relationship Id="rId2" Type="http://schemas.openxmlformats.org/officeDocument/2006/relationships/notesSlide" Target="../notesSlides/notesSlide15.xml"/><Relationship Id="rId1" Type="http://schemas.openxmlformats.org/officeDocument/2006/relationships/slideLayout" Target="../slideLayouts/slideLayout8.xml"/><Relationship Id="rId4" Type="http://schemas.openxmlformats.org/officeDocument/2006/relationships/image" Target="../media/image28.png"/></Relationships>
</file>

<file path=ppt/slides/_rels/slide16.xml.rels><?xml version="1.0" encoding="UTF-8" standalone="yes"?>
<Relationships xmlns="http://schemas.openxmlformats.org/package/2006/relationships"><Relationship Id="rId3" Type="http://schemas.openxmlformats.org/officeDocument/2006/relationships/image" Target="../media/image10.png"/><Relationship Id="rId7" Type="http://schemas.openxmlformats.org/officeDocument/2006/relationships/image" Target="../media/image31.png"/><Relationship Id="rId2" Type="http://schemas.openxmlformats.org/officeDocument/2006/relationships/notesSlide" Target="../notesSlides/notesSlide16.xml"/><Relationship Id="rId1" Type="http://schemas.openxmlformats.org/officeDocument/2006/relationships/slideLayout" Target="../slideLayouts/slideLayout8.xml"/><Relationship Id="rId6" Type="http://schemas.openxmlformats.org/officeDocument/2006/relationships/image" Target="../media/image30.png"/><Relationship Id="rId5" Type="http://schemas.openxmlformats.org/officeDocument/2006/relationships/image" Target="../media/image290.png"/><Relationship Id="rId4" Type="http://schemas.openxmlformats.org/officeDocument/2006/relationships/image" Target="../media/image29.png"/></Relationships>
</file>

<file path=ppt/slides/_rels/slide17.xml.rels><?xml version="1.0" encoding="UTF-8" standalone="yes"?>
<Relationships xmlns="http://schemas.openxmlformats.org/package/2006/relationships"><Relationship Id="rId3" Type="http://schemas.openxmlformats.org/officeDocument/2006/relationships/image" Target="../media/image10.png"/><Relationship Id="rId2" Type="http://schemas.openxmlformats.org/officeDocument/2006/relationships/notesSlide" Target="../notesSlides/notesSlide17.xml"/><Relationship Id="rId1" Type="http://schemas.openxmlformats.org/officeDocument/2006/relationships/slideLayout" Target="../slideLayouts/slideLayout8.xml"/><Relationship Id="rId4" Type="http://schemas.openxmlformats.org/officeDocument/2006/relationships/image" Target="../media/image32.png"/></Relationships>
</file>

<file path=ppt/slides/_rels/slide18.xml.rels><?xml version="1.0" encoding="UTF-8" standalone="yes"?>
<Relationships xmlns="http://schemas.openxmlformats.org/package/2006/relationships"><Relationship Id="rId3" Type="http://schemas.openxmlformats.org/officeDocument/2006/relationships/image" Target="../media/image10.png"/><Relationship Id="rId2" Type="http://schemas.openxmlformats.org/officeDocument/2006/relationships/notesSlide" Target="../notesSlides/notesSlide18.xml"/><Relationship Id="rId1" Type="http://schemas.openxmlformats.org/officeDocument/2006/relationships/slideLayout" Target="../slideLayouts/slideLayout8.xml"/><Relationship Id="rId4" Type="http://schemas.openxmlformats.org/officeDocument/2006/relationships/image" Target="../media/image33.png"/></Relationships>
</file>

<file path=ppt/slides/_rels/slide19.xml.rels><?xml version="1.0" encoding="UTF-8" standalone="yes"?>
<Relationships xmlns="http://schemas.openxmlformats.org/package/2006/relationships"><Relationship Id="rId3" Type="http://schemas.openxmlformats.org/officeDocument/2006/relationships/image" Target="../media/image10.png"/><Relationship Id="rId2" Type="http://schemas.openxmlformats.org/officeDocument/2006/relationships/notesSlide" Target="../notesSlides/notesSlide19.xml"/><Relationship Id="rId1" Type="http://schemas.openxmlformats.org/officeDocument/2006/relationships/slideLayout" Target="../slideLayouts/slideLayout8.xml"/><Relationship Id="rId6" Type="http://schemas.openxmlformats.org/officeDocument/2006/relationships/image" Target="../media/image35.png"/><Relationship Id="rId5" Type="http://schemas.openxmlformats.org/officeDocument/2006/relationships/image" Target="../media/image34.png"/><Relationship Id="rId4" Type="http://schemas.openxmlformats.org/officeDocument/2006/relationships/image" Target="../media/image33.png"/></Relationships>
</file>

<file path=ppt/slides/_rels/slide20.xml.rels><?xml version="1.0" encoding="UTF-8" standalone="yes"?>
<Relationships xmlns="http://schemas.openxmlformats.org/package/2006/relationships"><Relationship Id="rId3" Type="http://schemas.openxmlformats.org/officeDocument/2006/relationships/image" Target="../media/image10.png"/><Relationship Id="rId2" Type="http://schemas.openxmlformats.org/officeDocument/2006/relationships/notesSlide" Target="../notesSlides/notesSlide20.xml"/><Relationship Id="rId1" Type="http://schemas.openxmlformats.org/officeDocument/2006/relationships/slideLayout" Target="../slideLayouts/slideLayout8.xml"/><Relationship Id="rId5" Type="http://schemas.openxmlformats.org/officeDocument/2006/relationships/image" Target="../media/image37.png"/><Relationship Id="rId4" Type="http://schemas.openxmlformats.org/officeDocument/2006/relationships/image" Target="../media/image36.png"/></Relationships>
</file>

<file path=ppt/slides/_rels/slide21.xml.rels><?xml version="1.0" encoding="UTF-8" standalone="yes"?>
<Relationships xmlns="http://schemas.openxmlformats.org/package/2006/relationships"><Relationship Id="rId3" Type="http://schemas.openxmlformats.org/officeDocument/2006/relationships/image" Target="../media/image10.png"/><Relationship Id="rId2" Type="http://schemas.openxmlformats.org/officeDocument/2006/relationships/notesSlide" Target="../notesSlides/notesSlide21.xml"/><Relationship Id="rId1" Type="http://schemas.openxmlformats.org/officeDocument/2006/relationships/slideLayout" Target="../slideLayouts/slideLayout8.xml"/><Relationship Id="rId4" Type="http://schemas.openxmlformats.org/officeDocument/2006/relationships/image" Target="../media/image38.png"/></Relationships>
</file>

<file path=ppt/slides/_rels/slide22.xml.rels><?xml version="1.0" encoding="UTF-8" standalone="yes"?>
<Relationships xmlns="http://schemas.openxmlformats.org/package/2006/relationships"><Relationship Id="rId3" Type="http://schemas.openxmlformats.org/officeDocument/2006/relationships/image" Target="../media/image10.png"/><Relationship Id="rId2" Type="http://schemas.openxmlformats.org/officeDocument/2006/relationships/notesSlide" Target="../notesSlides/notesSlide22.xml"/><Relationship Id="rId1" Type="http://schemas.openxmlformats.org/officeDocument/2006/relationships/slideLayout" Target="../slideLayouts/slideLayout8.xml"/><Relationship Id="rId4" Type="http://schemas.openxmlformats.org/officeDocument/2006/relationships/image" Target="../media/image38.png"/></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Shape 259"/>
        <p:cNvGrpSpPr/>
        <p:nvPr/>
      </p:nvGrpSpPr>
      <p:grpSpPr>
        <a:xfrm>
          <a:off x="0" y="0"/>
          <a:ext cx="0" cy="0"/>
          <a:chOff x="0" y="0"/>
          <a:chExt cx="0" cy="0"/>
        </a:xfrm>
      </p:grpSpPr>
      <p:sp>
        <p:nvSpPr>
          <p:cNvPr id="20" name="Google Shape;309;g104476d1465_1_39">
            <a:extLst>
              <a:ext uri="{FF2B5EF4-FFF2-40B4-BE49-F238E27FC236}">
                <a16:creationId xmlns:a16="http://schemas.microsoft.com/office/drawing/2014/main" id="{566F1422-A32C-7745-9E85-5AF7B9DBC697}"/>
              </a:ext>
            </a:extLst>
          </p:cNvPr>
          <p:cNvSpPr/>
          <p:nvPr/>
        </p:nvSpPr>
        <p:spPr>
          <a:xfrm>
            <a:off x="0" y="0"/>
            <a:ext cx="4094106" cy="6866100"/>
          </a:xfrm>
          <a:prstGeom prst="rect">
            <a:avLst/>
          </a:prstGeom>
          <a:solidFill>
            <a:srgbClr val="41BFAC"/>
          </a:solidFill>
          <a:ln w="9525" cap="flat" cmpd="sng">
            <a:solidFill>
              <a:srgbClr val="41BFAC"/>
            </a:solidFill>
            <a:prstDash val="solid"/>
            <a:round/>
            <a:headEnd type="none" w="sm" len="sm"/>
            <a:tailEnd type="none" w="sm" len="sm"/>
          </a:ln>
          <a:effectLst>
            <a:outerShdw blurRad="50800" dist="38100" dir="2700000" algn="tl" rotWithShape="0">
              <a:prstClr val="black">
                <a:alpha val="40000"/>
              </a:prstClr>
            </a:outerShdw>
          </a:effectLst>
        </p:spPr>
        <p:txBody>
          <a:bodyPr spcFirstLastPara="1" wrap="square" lIns="91425" tIns="91425" rIns="91425" bIns="91425" anchor="ctr" anchorCtr="0">
            <a:noAutofit/>
          </a:bodyPr>
          <a:lstStyle/>
          <a:p>
            <a:endParaRPr/>
          </a:p>
        </p:txBody>
      </p:sp>
      <p:sp>
        <p:nvSpPr>
          <p:cNvPr id="261" name="Google Shape;261;g104476d1465_0_0"/>
          <p:cNvSpPr txBox="1">
            <a:spLocks noGrp="1"/>
          </p:cNvSpPr>
          <p:nvPr>
            <p:ph type="ctrTitle" idx="4294967295"/>
          </p:nvPr>
        </p:nvSpPr>
        <p:spPr>
          <a:xfrm>
            <a:off x="5742834" y="2054277"/>
            <a:ext cx="4925167" cy="3194455"/>
          </a:xfrm>
          <a:prstGeom prst="rect">
            <a:avLst/>
          </a:prstGeom>
        </p:spPr>
        <p:txBody>
          <a:bodyPr spcFirstLastPara="1" wrap="square" lIns="91425" tIns="45700" rIns="91425" bIns="45700" anchor="ctr" anchorCtr="0">
            <a:noAutofit/>
          </a:bodyPr>
          <a:lstStyle/>
          <a:p>
            <a:pPr algn="ctr">
              <a:lnSpc>
                <a:spcPct val="100000"/>
              </a:lnSpc>
            </a:pPr>
            <a:r>
              <a:rPr lang="en-US" sz="3800" b="1" dirty="0">
                <a:solidFill>
                  <a:srgbClr val="417DBF"/>
                </a:solidFill>
                <a:latin typeface="Verdana"/>
                <a:ea typeface="Verdana"/>
                <a:cs typeface="Verdana"/>
                <a:sym typeface="Verdana"/>
              </a:rPr>
              <a:t>Geometry</a:t>
            </a:r>
            <a:br>
              <a:rPr lang="en-US" sz="3800" b="1" dirty="0">
                <a:solidFill>
                  <a:srgbClr val="417DBF"/>
                </a:solidFill>
                <a:latin typeface="Verdana"/>
                <a:ea typeface="Verdana"/>
                <a:cs typeface="Verdana"/>
                <a:sym typeface="Verdana"/>
              </a:rPr>
            </a:br>
            <a:endParaRPr lang="en-US" sz="3800" b="1" dirty="0">
              <a:solidFill>
                <a:srgbClr val="417DBF"/>
              </a:solidFill>
              <a:latin typeface="Verdana"/>
              <a:ea typeface="Verdana"/>
              <a:cs typeface="Verdana"/>
              <a:sym typeface="Verdana"/>
            </a:endParaRPr>
          </a:p>
          <a:p>
            <a:pPr algn="ctr">
              <a:lnSpc>
                <a:spcPct val="100000"/>
              </a:lnSpc>
              <a:buClr>
                <a:srgbClr val="000000"/>
              </a:buClr>
            </a:pPr>
            <a:r>
              <a:rPr lang="en-US" sz="3800" b="1" dirty="0">
                <a:solidFill>
                  <a:srgbClr val="417DBF"/>
                </a:solidFill>
                <a:latin typeface="Verdana"/>
                <a:ea typeface="Verdana"/>
                <a:cs typeface="Verdana"/>
                <a:sym typeface="Verdana"/>
              </a:rPr>
              <a:t>Unit 7, Lesson H2</a:t>
            </a:r>
            <a:br>
              <a:rPr lang="en-US" sz="3800" b="1" dirty="0">
                <a:solidFill>
                  <a:srgbClr val="417DBF"/>
                </a:solidFill>
                <a:latin typeface="Verdana"/>
                <a:ea typeface="Verdana"/>
                <a:cs typeface="Verdana"/>
                <a:sym typeface="Verdana"/>
              </a:rPr>
            </a:br>
            <a:br>
              <a:rPr lang="en-US" sz="3800" b="1" dirty="0">
                <a:solidFill>
                  <a:srgbClr val="417DBF"/>
                </a:solidFill>
                <a:latin typeface="Verdana"/>
                <a:ea typeface="Verdana"/>
                <a:cs typeface="Verdana"/>
                <a:sym typeface="Verdana"/>
              </a:rPr>
            </a:br>
            <a:r>
              <a:rPr lang="en-US" sz="3800" b="1" dirty="0">
                <a:solidFill>
                  <a:srgbClr val="417DBF"/>
                </a:solidFill>
                <a:latin typeface="Verdana"/>
                <a:ea typeface="Verdana"/>
                <a:cs typeface="Verdana"/>
                <a:sym typeface="Verdana"/>
              </a:rPr>
              <a:t>Law of Cosines</a:t>
            </a:r>
            <a:br>
              <a:rPr lang="en-US" sz="3800" b="1" dirty="0">
                <a:solidFill>
                  <a:srgbClr val="417DBF"/>
                </a:solidFill>
                <a:latin typeface="Verdana"/>
                <a:ea typeface="Verdana"/>
                <a:cs typeface="Verdana"/>
                <a:sym typeface="Verdana"/>
              </a:rPr>
            </a:br>
            <a:br>
              <a:rPr lang="en-US" sz="3800" b="1" dirty="0">
                <a:solidFill>
                  <a:srgbClr val="417DBF"/>
                </a:solidFill>
                <a:latin typeface="Verdana"/>
                <a:ea typeface="Verdana"/>
                <a:cs typeface="Verdana"/>
                <a:sym typeface="Verdana"/>
              </a:rPr>
            </a:br>
            <a:r>
              <a:rPr lang="en-US" sz="2800" b="1" dirty="0">
                <a:solidFill>
                  <a:srgbClr val="417DBF"/>
                </a:solidFill>
                <a:latin typeface="Verdana"/>
                <a:ea typeface="Verdana"/>
                <a:cs typeface="Verdana"/>
                <a:sym typeface="Verdana"/>
              </a:rPr>
              <a:t>Volume 1, pg. 433</a:t>
            </a:r>
          </a:p>
          <a:p>
            <a:pPr algn="ctr">
              <a:lnSpc>
                <a:spcPct val="100000"/>
              </a:lnSpc>
              <a:buClr>
                <a:srgbClr val="000000"/>
              </a:buClr>
            </a:pPr>
            <a:endParaRPr lang="en-US" sz="3400" b="1" dirty="0">
              <a:solidFill>
                <a:srgbClr val="417DBF"/>
              </a:solidFill>
              <a:latin typeface="Verdana"/>
              <a:ea typeface="Verdana"/>
              <a:cs typeface="Verdana"/>
              <a:sym typeface="Verdana"/>
            </a:endParaRPr>
          </a:p>
          <a:p>
            <a:pPr algn="ctr">
              <a:lnSpc>
                <a:spcPct val="75000"/>
              </a:lnSpc>
            </a:pPr>
            <a:endParaRPr sz="3100" dirty="0">
              <a:solidFill>
                <a:srgbClr val="417DBF"/>
              </a:solidFill>
            </a:endParaRPr>
          </a:p>
        </p:txBody>
      </p:sp>
      <p:pic>
        <p:nvPicPr>
          <p:cNvPr id="3" name="Picture 2" descr="A blue sign with white text&#10;&#10;Description automatically generated with medium confidence">
            <a:extLst>
              <a:ext uri="{FF2B5EF4-FFF2-40B4-BE49-F238E27FC236}">
                <a16:creationId xmlns:a16="http://schemas.microsoft.com/office/drawing/2014/main" id="{5DE477E5-56CA-9D49-B76A-D5EDA7B79A42}"/>
              </a:ext>
            </a:extLst>
          </p:cNvPr>
          <p:cNvPicPr>
            <a:picLocks noChangeAspect="1"/>
          </p:cNvPicPr>
          <p:nvPr/>
        </p:nvPicPr>
        <p:blipFill>
          <a:blip r:embed="rId3" cstate="screen">
            <a:extLst>
              <a:ext uri="{28A0092B-C50C-407E-A947-70E740481C1C}">
                <a14:useLocalDpi xmlns:a14="http://schemas.microsoft.com/office/drawing/2010/main"/>
              </a:ext>
            </a:extLst>
          </a:blip>
          <a:stretch>
            <a:fillRect/>
          </a:stretch>
        </p:blipFill>
        <p:spPr>
          <a:xfrm>
            <a:off x="408753" y="1531721"/>
            <a:ext cx="3270825" cy="3812847"/>
          </a:xfrm>
          <a:prstGeom prst="rect">
            <a:avLst/>
          </a:prstGeom>
          <a:effectLst>
            <a:outerShdw blurRad="50800" dist="38100" dir="2700000" algn="tl" rotWithShape="0">
              <a:prstClr val="black">
                <a:alpha val="40000"/>
              </a:prstClr>
            </a:outerShdw>
          </a:effectLst>
        </p:spPr>
      </p:pic>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Shape 277"/>
        <p:cNvGrpSpPr/>
        <p:nvPr/>
      </p:nvGrpSpPr>
      <p:grpSpPr>
        <a:xfrm>
          <a:off x="0" y="0"/>
          <a:ext cx="0" cy="0"/>
          <a:chOff x="0" y="0"/>
          <a:chExt cx="0" cy="0"/>
        </a:xfrm>
      </p:grpSpPr>
      <p:sp>
        <p:nvSpPr>
          <p:cNvPr id="278" name="Google Shape;278;g104476d1465_1_17"/>
          <p:cNvSpPr/>
          <p:nvPr/>
        </p:nvSpPr>
        <p:spPr>
          <a:xfrm>
            <a:off x="0" y="-8101"/>
            <a:ext cx="223200" cy="6866100"/>
          </a:xfrm>
          <a:prstGeom prst="rect">
            <a:avLst/>
          </a:prstGeom>
          <a:solidFill>
            <a:srgbClr val="41BFAC"/>
          </a:solidFill>
          <a:ln w="9525" cap="flat" cmpd="sng">
            <a:solidFill>
              <a:srgbClr val="41BFAC"/>
            </a:solidFill>
            <a:prstDash val="solid"/>
            <a:round/>
            <a:headEnd type="none" w="sm" len="sm"/>
            <a:tailEnd type="none" w="sm" len="sm"/>
          </a:ln>
          <a:effectLst>
            <a:outerShdw blurRad="57150" dist="19050" dir="5400000" algn="bl" rotWithShape="0">
              <a:srgbClr val="000000">
                <a:alpha val="50000"/>
              </a:srgbClr>
            </a:outerShdw>
          </a:effectLst>
        </p:spPr>
        <p:txBody>
          <a:bodyPr spcFirstLastPara="1" wrap="square" lIns="91425" tIns="91425" rIns="91425" bIns="91425" anchor="ctr" anchorCtr="0">
            <a:noAutofit/>
          </a:bodyPr>
          <a:lstStyle/>
          <a:p>
            <a:endParaRPr/>
          </a:p>
        </p:txBody>
      </p:sp>
      <p:sp>
        <p:nvSpPr>
          <p:cNvPr id="279" name="Google Shape;279;g104476d1465_1_17"/>
          <p:cNvSpPr txBox="1">
            <a:spLocks noGrp="1"/>
          </p:cNvSpPr>
          <p:nvPr>
            <p:ph type="title" idx="4294967295"/>
          </p:nvPr>
        </p:nvSpPr>
        <p:spPr>
          <a:xfrm>
            <a:off x="1124050" y="136649"/>
            <a:ext cx="7509900" cy="1325700"/>
          </a:xfrm>
          <a:prstGeom prst="rect">
            <a:avLst/>
          </a:prstGeom>
          <a:noFill/>
          <a:ln>
            <a:noFill/>
          </a:ln>
        </p:spPr>
        <p:txBody>
          <a:bodyPr spcFirstLastPara="1" wrap="square" lIns="91425" tIns="45700" rIns="91425" bIns="45700" anchor="ctr" anchorCtr="0">
            <a:normAutofit/>
          </a:bodyPr>
          <a:lstStyle/>
          <a:p>
            <a:pPr>
              <a:buSzPts val="5400"/>
            </a:pPr>
            <a:r>
              <a:rPr lang="en-US" sz="4700" b="1" dirty="0">
                <a:solidFill>
                  <a:srgbClr val="54B5D1"/>
                </a:solidFill>
                <a:latin typeface="Verdana"/>
                <a:ea typeface="Verdana"/>
                <a:cs typeface="Verdana"/>
                <a:sym typeface="Verdana"/>
              </a:rPr>
              <a:t>Benchmark</a:t>
            </a:r>
            <a:endParaRPr sz="3700" b="1" dirty="0">
              <a:solidFill>
                <a:srgbClr val="54B5D1"/>
              </a:solidFill>
              <a:latin typeface="Verdana"/>
              <a:ea typeface="Verdana"/>
              <a:cs typeface="Verdana"/>
              <a:sym typeface="Verdana"/>
            </a:endParaRPr>
          </a:p>
        </p:txBody>
      </p:sp>
      <p:pic>
        <p:nvPicPr>
          <p:cNvPr id="281" name="Google Shape;281;g104476d1465_1_17"/>
          <p:cNvPicPr preferRelativeResize="0"/>
          <p:nvPr/>
        </p:nvPicPr>
        <p:blipFill>
          <a:blip r:embed="rId3">
            <a:alphaModFix/>
          </a:blip>
          <a:stretch>
            <a:fillRect/>
          </a:stretch>
        </p:blipFill>
        <p:spPr>
          <a:xfrm>
            <a:off x="300550" y="372424"/>
            <a:ext cx="747300" cy="747300"/>
          </a:xfrm>
          <a:prstGeom prst="rect">
            <a:avLst/>
          </a:prstGeom>
          <a:noFill/>
          <a:ln>
            <a:noFill/>
          </a:ln>
          <a:effectLst>
            <a:outerShdw blurRad="57150" dist="19050" dir="5400000" algn="bl" rotWithShape="0">
              <a:srgbClr val="000000">
                <a:alpha val="50000"/>
              </a:srgbClr>
            </a:outerShdw>
          </a:effectLst>
        </p:spPr>
      </p:pic>
      <p:sp>
        <p:nvSpPr>
          <p:cNvPr id="282" name="Google Shape;282;g104476d1465_1_17"/>
          <p:cNvSpPr txBox="1"/>
          <p:nvPr/>
        </p:nvSpPr>
        <p:spPr>
          <a:xfrm>
            <a:off x="8889924" y="6457798"/>
            <a:ext cx="2634000" cy="400200"/>
          </a:xfrm>
          <a:prstGeom prst="rect">
            <a:avLst/>
          </a:prstGeom>
          <a:noFill/>
          <a:ln>
            <a:noFill/>
          </a:ln>
        </p:spPr>
        <p:txBody>
          <a:bodyPr spcFirstLastPara="1" wrap="square" lIns="91425" tIns="91425" rIns="91425" bIns="91425" anchor="t" anchorCtr="0">
            <a:spAutoFit/>
          </a:bodyPr>
          <a:lstStyle/>
          <a:p>
            <a:pPr algn="r"/>
            <a:r>
              <a:rPr lang="en-US" i="1" dirty="0">
                <a:latin typeface="Calibri"/>
                <a:ea typeface="Calibri"/>
                <a:cs typeface="Calibri"/>
                <a:sym typeface="Calibri"/>
              </a:rPr>
              <a:t>volume 1, pg. 433</a:t>
            </a:r>
            <a:endParaRPr i="1" dirty="0">
              <a:latin typeface="Calibri"/>
              <a:ea typeface="Calibri"/>
              <a:cs typeface="Calibri"/>
              <a:sym typeface="Calibri"/>
            </a:endParaRPr>
          </a:p>
        </p:txBody>
      </p:sp>
      <p:pic>
        <p:nvPicPr>
          <p:cNvPr id="283" name="Google Shape;283;g104476d1465_1_17"/>
          <p:cNvPicPr preferRelativeResize="0"/>
          <p:nvPr/>
        </p:nvPicPr>
        <p:blipFill>
          <a:blip r:embed="rId4" cstate="screen">
            <a:alphaModFix/>
            <a:extLst>
              <a:ext uri="{28A0092B-C50C-407E-A947-70E740481C1C}">
                <a14:useLocalDpi xmlns:a14="http://schemas.microsoft.com/office/drawing/2010/main"/>
              </a:ext>
            </a:extLst>
          </a:blip>
          <a:stretch>
            <a:fillRect/>
          </a:stretch>
        </p:blipFill>
        <p:spPr>
          <a:xfrm>
            <a:off x="11628150" y="6200723"/>
            <a:ext cx="563850" cy="657276"/>
          </a:xfrm>
          <a:prstGeom prst="rect">
            <a:avLst/>
          </a:prstGeom>
          <a:noFill/>
          <a:ln>
            <a:noFill/>
          </a:ln>
          <a:effectLst>
            <a:outerShdw blurRad="57150" dist="19050" dir="5400000" algn="bl" rotWithShape="0">
              <a:srgbClr val="000000">
                <a:alpha val="50000"/>
              </a:srgbClr>
            </a:outerShdw>
          </a:effectLst>
        </p:spPr>
      </p:pic>
      <p:sp>
        <p:nvSpPr>
          <p:cNvPr id="8" name="Google Shape;280;g104476d1465_1_17">
            <a:extLst>
              <a:ext uri="{FF2B5EF4-FFF2-40B4-BE49-F238E27FC236}">
                <a16:creationId xmlns:a16="http://schemas.microsoft.com/office/drawing/2014/main" id="{527A9F9F-07B8-ED47-B967-E5507C67DBC5}"/>
              </a:ext>
            </a:extLst>
          </p:cNvPr>
          <p:cNvSpPr txBox="1">
            <a:spLocks/>
          </p:cNvSpPr>
          <p:nvPr/>
        </p:nvSpPr>
        <p:spPr>
          <a:xfrm>
            <a:off x="514000" y="1600324"/>
            <a:ext cx="11009924" cy="4205700"/>
          </a:xfrm>
          <a:prstGeom prst="rect">
            <a:avLst/>
          </a:prstGeom>
          <a:noFill/>
          <a:ln>
            <a:noFill/>
          </a:ln>
        </p:spPr>
        <p:txBody>
          <a:bodyPr spcFirstLastPara="1" wrap="square" lIns="91425" tIns="45700" rIns="91425" bIns="45700" anchor="t" anchorCtr="0">
            <a:normAutofit/>
          </a:bodyPr>
          <a:lstStyle>
            <a:defPPr marR="0" lvl="0" algn="l" rtl="0">
              <a:lnSpc>
                <a:spcPct val="100000"/>
              </a:lnSpc>
              <a:spcBef>
                <a:spcPts val="0"/>
              </a:spcBef>
              <a:spcAft>
                <a:spcPts val="0"/>
              </a:spcAft>
            </a:defPPr>
            <a:lvl1pPr marL="457200" marR="0" lvl="0" indent="-361950" algn="l" rtl="0">
              <a:lnSpc>
                <a:spcPct val="90000"/>
              </a:lnSpc>
              <a:spcBef>
                <a:spcPts val="750"/>
              </a:spcBef>
              <a:spcAft>
                <a:spcPts val="0"/>
              </a:spcAft>
              <a:buClr>
                <a:schemeClr val="dk1"/>
              </a:buClr>
              <a:buSzPts val="2100"/>
              <a:buFont typeface="Arial"/>
              <a:buChar char="•"/>
              <a:defRPr sz="2100" b="0" i="0" u="none" strike="noStrike" cap="none">
                <a:solidFill>
                  <a:schemeClr val="dk1"/>
                </a:solidFill>
                <a:latin typeface="Calibri"/>
                <a:ea typeface="Calibri"/>
                <a:cs typeface="Calibri"/>
                <a:sym typeface="Calibri"/>
              </a:defRPr>
            </a:lvl1pPr>
            <a:lvl2pPr marL="914400" marR="0" lvl="1" indent="-342900" algn="l" rtl="0">
              <a:lnSpc>
                <a:spcPct val="90000"/>
              </a:lnSpc>
              <a:spcBef>
                <a:spcPts val="375"/>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2pPr>
            <a:lvl3pPr marL="1371600" marR="0" lvl="2" indent="-323850" algn="l" rtl="0">
              <a:lnSpc>
                <a:spcPct val="90000"/>
              </a:lnSpc>
              <a:spcBef>
                <a:spcPts val="375"/>
              </a:spcBef>
              <a:spcAft>
                <a:spcPts val="0"/>
              </a:spcAft>
              <a:buClr>
                <a:schemeClr val="dk1"/>
              </a:buClr>
              <a:buSzPts val="1500"/>
              <a:buFont typeface="Arial"/>
              <a:buChar char="•"/>
              <a:defRPr sz="1500" b="0" i="0" u="none" strike="noStrike" cap="none">
                <a:solidFill>
                  <a:schemeClr val="dk1"/>
                </a:solidFill>
                <a:latin typeface="Calibri"/>
                <a:ea typeface="Calibri"/>
                <a:cs typeface="Calibri"/>
                <a:sym typeface="Calibri"/>
              </a:defRPr>
            </a:lvl3pPr>
            <a:lvl4pPr marL="1828800" marR="0" lvl="3" indent="-314325" algn="l" rtl="0">
              <a:lnSpc>
                <a:spcPct val="90000"/>
              </a:lnSpc>
              <a:spcBef>
                <a:spcPts val="375"/>
              </a:spcBef>
              <a:spcAft>
                <a:spcPts val="0"/>
              </a:spcAft>
              <a:buClr>
                <a:schemeClr val="dk1"/>
              </a:buClr>
              <a:buSzPts val="1350"/>
              <a:buFont typeface="Arial"/>
              <a:buChar char="•"/>
              <a:defRPr sz="1350" b="0" i="0" u="none" strike="noStrike" cap="none">
                <a:solidFill>
                  <a:schemeClr val="dk1"/>
                </a:solidFill>
                <a:latin typeface="Calibri"/>
                <a:ea typeface="Calibri"/>
                <a:cs typeface="Calibri"/>
                <a:sym typeface="Calibri"/>
              </a:defRPr>
            </a:lvl4pPr>
            <a:lvl5pPr marL="2286000" marR="0" lvl="4" indent="-314325" algn="l" rtl="0">
              <a:lnSpc>
                <a:spcPct val="90000"/>
              </a:lnSpc>
              <a:spcBef>
                <a:spcPts val="375"/>
              </a:spcBef>
              <a:spcAft>
                <a:spcPts val="0"/>
              </a:spcAft>
              <a:buClr>
                <a:schemeClr val="dk1"/>
              </a:buClr>
              <a:buSzPts val="1350"/>
              <a:buFont typeface="Arial"/>
              <a:buChar char="•"/>
              <a:defRPr sz="1350" b="0" i="0" u="none" strike="noStrike" cap="none">
                <a:solidFill>
                  <a:schemeClr val="dk1"/>
                </a:solidFill>
                <a:latin typeface="Calibri"/>
                <a:ea typeface="Calibri"/>
                <a:cs typeface="Calibri"/>
                <a:sym typeface="Calibri"/>
              </a:defRPr>
            </a:lvl5pPr>
            <a:lvl6pPr marL="2743200" marR="0" lvl="5" indent="-314325" algn="l" rtl="0">
              <a:lnSpc>
                <a:spcPct val="90000"/>
              </a:lnSpc>
              <a:spcBef>
                <a:spcPts val="375"/>
              </a:spcBef>
              <a:spcAft>
                <a:spcPts val="0"/>
              </a:spcAft>
              <a:buClr>
                <a:schemeClr val="dk1"/>
              </a:buClr>
              <a:buSzPts val="1350"/>
              <a:buFont typeface="Arial"/>
              <a:buChar char="•"/>
              <a:defRPr sz="1350" b="0" i="0" u="none" strike="noStrike" cap="none">
                <a:solidFill>
                  <a:schemeClr val="dk1"/>
                </a:solidFill>
                <a:latin typeface="Calibri"/>
                <a:ea typeface="Calibri"/>
                <a:cs typeface="Calibri"/>
                <a:sym typeface="Calibri"/>
              </a:defRPr>
            </a:lvl6pPr>
            <a:lvl7pPr marL="3200400" marR="0" lvl="6" indent="-314325" algn="l" rtl="0">
              <a:lnSpc>
                <a:spcPct val="90000"/>
              </a:lnSpc>
              <a:spcBef>
                <a:spcPts val="375"/>
              </a:spcBef>
              <a:spcAft>
                <a:spcPts val="0"/>
              </a:spcAft>
              <a:buClr>
                <a:schemeClr val="dk1"/>
              </a:buClr>
              <a:buSzPts val="1350"/>
              <a:buFont typeface="Arial"/>
              <a:buChar char="•"/>
              <a:defRPr sz="1350" b="0" i="0" u="none" strike="noStrike" cap="none">
                <a:solidFill>
                  <a:schemeClr val="dk1"/>
                </a:solidFill>
                <a:latin typeface="Calibri"/>
                <a:ea typeface="Calibri"/>
                <a:cs typeface="Calibri"/>
                <a:sym typeface="Calibri"/>
              </a:defRPr>
            </a:lvl7pPr>
            <a:lvl8pPr marL="3657600" marR="0" lvl="7" indent="-314325" algn="l" rtl="0">
              <a:lnSpc>
                <a:spcPct val="90000"/>
              </a:lnSpc>
              <a:spcBef>
                <a:spcPts val="375"/>
              </a:spcBef>
              <a:spcAft>
                <a:spcPts val="0"/>
              </a:spcAft>
              <a:buClr>
                <a:schemeClr val="dk1"/>
              </a:buClr>
              <a:buSzPts val="1350"/>
              <a:buFont typeface="Arial"/>
              <a:buChar char="•"/>
              <a:defRPr sz="1350" b="0" i="0" u="none" strike="noStrike" cap="none">
                <a:solidFill>
                  <a:schemeClr val="dk1"/>
                </a:solidFill>
                <a:latin typeface="Calibri"/>
                <a:ea typeface="Calibri"/>
                <a:cs typeface="Calibri"/>
                <a:sym typeface="Calibri"/>
              </a:defRPr>
            </a:lvl8pPr>
            <a:lvl9pPr marL="4114800" marR="0" lvl="8" indent="-314325" algn="l" rtl="0">
              <a:lnSpc>
                <a:spcPct val="90000"/>
              </a:lnSpc>
              <a:spcBef>
                <a:spcPts val="375"/>
              </a:spcBef>
              <a:spcAft>
                <a:spcPts val="0"/>
              </a:spcAft>
              <a:buClr>
                <a:schemeClr val="dk1"/>
              </a:buClr>
              <a:buSzPts val="1350"/>
              <a:buFont typeface="Arial"/>
              <a:buChar char="•"/>
              <a:defRPr sz="1350" b="0" i="0" u="none" strike="noStrike" cap="none">
                <a:solidFill>
                  <a:schemeClr val="dk1"/>
                </a:solidFill>
                <a:latin typeface="Calibri"/>
                <a:ea typeface="Calibri"/>
                <a:cs typeface="Calibri"/>
                <a:sym typeface="Calibri"/>
              </a:defRPr>
            </a:lvl9pPr>
          </a:lstStyle>
          <a:p>
            <a:pPr marL="95250" indent="0">
              <a:buNone/>
            </a:pPr>
            <a:r>
              <a:rPr lang="en-US" sz="2400" dirty="0">
                <a:latin typeface="Verdana" charset="0"/>
                <a:ea typeface="Verdana" charset="0"/>
                <a:cs typeface="Verdana" charset="0"/>
              </a:rPr>
              <a:t>MA.912.T.1.3 </a:t>
            </a:r>
          </a:p>
          <a:p>
            <a:pPr marL="469900" indent="0">
              <a:buNone/>
            </a:pPr>
            <a:r>
              <a:rPr lang="en-US" sz="2400" dirty="0">
                <a:latin typeface="Verdana" charset="0"/>
                <a:ea typeface="Verdana" charset="0"/>
                <a:cs typeface="Verdana" charset="0"/>
              </a:rPr>
              <a:t>Apply the Law of Sines and the Law of Cosines to solve mathematical and real-world problems involving triangles.</a:t>
            </a:r>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Shape 277"/>
        <p:cNvGrpSpPr/>
        <p:nvPr/>
      </p:nvGrpSpPr>
      <p:grpSpPr>
        <a:xfrm>
          <a:off x="0" y="0"/>
          <a:ext cx="0" cy="0"/>
          <a:chOff x="0" y="0"/>
          <a:chExt cx="0" cy="0"/>
        </a:xfrm>
      </p:grpSpPr>
      <p:sp>
        <p:nvSpPr>
          <p:cNvPr id="278" name="Google Shape;278;g104476d1465_1_17"/>
          <p:cNvSpPr/>
          <p:nvPr/>
        </p:nvSpPr>
        <p:spPr>
          <a:xfrm>
            <a:off x="0" y="-8101"/>
            <a:ext cx="223200" cy="6866100"/>
          </a:xfrm>
          <a:prstGeom prst="rect">
            <a:avLst/>
          </a:prstGeom>
          <a:solidFill>
            <a:srgbClr val="41BFAC"/>
          </a:solidFill>
          <a:ln w="9525" cap="flat" cmpd="sng">
            <a:solidFill>
              <a:srgbClr val="41BFAC"/>
            </a:solidFill>
            <a:prstDash val="solid"/>
            <a:round/>
            <a:headEnd type="none" w="sm" len="sm"/>
            <a:tailEnd type="none" w="sm" len="sm"/>
          </a:ln>
          <a:effectLst>
            <a:outerShdw blurRad="57150" dist="19050" dir="5400000" algn="bl" rotWithShape="0">
              <a:srgbClr val="000000">
                <a:alpha val="50000"/>
              </a:srgbClr>
            </a:outerShdw>
          </a:effectLst>
        </p:spPr>
        <p:txBody>
          <a:bodyPr spcFirstLastPara="1" wrap="square" lIns="91425" tIns="91425" rIns="91425" bIns="91425" anchor="ctr" anchorCtr="0">
            <a:noAutofit/>
          </a:bodyPr>
          <a:lstStyle/>
          <a:p>
            <a:endParaRPr/>
          </a:p>
        </p:txBody>
      </p:sp>
      <p:pic>
        <p:nvPicPr>
          <p:cNvPr id="281" name="Google Shape;281;g104476d1465_1_17"/>
          <p:cNvPicPr preferRelativeResize="0"/>
          <p:nvPr/>
        </p:nvPicPr>
        <p:blipFill>
          <a:blip r:embed="rId3">
            <a:alphaModFix/>
          </a:blip>
          <a:stretch>
            <a:fillRect/>
          </a:stretch>
        </p:blipFill>
        <p:spPr>
          <a:xfrm>
            <a:off x="300550" y="372424"/>
            <a:ext cx="747300" cy="747300"/>
          </a:xfrm>
          <a:prstGeom prst="rect">
            <a:avLst/>
          </a:prstGeom>
          <a:noFill/>
          <a:ln>
            <a:noFill/>
          </a:ln>
          <a:effectLst>
            <a:outerShdw blurRad="57150" dist="19050" dir="5400000" algn="bl" rotWithShape="0">
              <a:srgbClr val="000000">
                <a:alpha val="50000"/>
              </a:srgbClr>
            </a:outerShdw>
          </a:effectLst>
        </p:spPr>
      </p:pic>
      <p:pic>
        <p:nvPicPr>
          <p:cNvPr id="283" name="Google Shape;283;g104476d1465_1_17"/>
          <p:cNvPicPr preferRelativeResize="0"/>
          <p:nvPr/>
        </p:nvPicPr>
        <p:blipFill>
          <a:blip r:embed="rId4" cstate="screen">
            <a:alphaModFix/>
            <a:extLst>
              <a:ext uri="{28A0092B-C50C-407E-A947-70E740481C1C}">
                <a14:useLocalDpi xmlns:a14="http://schemas.microsoft.com/office/drawing/2010/main"/>
              </a:ext>
            </a:extLst>
          </a:blip>
          <a:stretch>
            <a:fillRect/>
          </a:stretch>
        </p:blipFill>
        <p:spPr>
          <a:xfrm>
            <a:off x="11628150" y="6200723"/>
            <a:ext cx="563850" cy="657276"/>
          </a:xfrm>
          <a:prstGeom prst="rect">
            <a:avLst/>
          </a:prstGeom>
          <a:noFill/>
          <a:ln>
            <a:noFill/>
          </a:ln>
          <a:effectLst>
            <a:outerShdw blurRad="57150" dist="19050" dir="5400000" algn="bl" rotWithShape="0">
              <a:srgbClr val="000000">
                <a:alpha val="50000"/>
              </a:srgbClr>
            </a:outerShdw>
          </a:effectLst>
        </p:spPr>
      </p:pic>
      <p:sp>
        <p:nvSpPr>
          <p:cNvPr id="8" name="Google Shape;295;g103996e1364_0_10">
            <a:extLst>
              <a:ext uri="{FF2B5EF4-FFF2-40B4-BE49-F238E27FC236}">
                <a16:creationId xmlns:a16="http://schemas.microsoft.com/office/drawing/2014/main" id="{08B3C7FF-E6D0-2145-9A84-003D15672764}"/>
              </a:ext>
            </a:extLst>
          </p:cNvPr>
          <p:cNvSpPr txBox="1">
            <a:spLocks/>
          </p:cNvSpPr>
          <p:nvPr/>
        </p:nvSpPr>
        <p:spPr>
          <a:xfrm>
            <a:off x="1125200" y="129791"/>
            <a:ext cx="8711974" cy="1325700"/>
          </a:xfrm>
          <a:prstGeom prst="rect">
            <a:avLst/>
          </a:prstGeom>
          <a:noFill/>
          <a:ln>
            <a:noFill/>
          </a:ln>
        </p:spPr>
        <p:txBody>
          <a:bodyPr spcFirstLastPara="1" wrap="square" lIns="91425" tIns="45700" rIns="91425" bIns="45700" anchor="ctr" anchorCtr="0">
            <a:noAutofit/>
          </a:bodyP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a:lstStyle>
          <a:p>
            <a:pPr>
              <a:lnSpc>
                <a:spcPct val="90000"/>
              </a:lnSpc>
              <a:buClr>
                <a:schemeClr val="dk1"/>
              </a:buClr>
              <a:buSzPts val="5400"/>
              <a:buFont typeface="Century Gothic"/>
              <a:buNone/>
            </a:pPr>
            <a:r>
              <a:rPr lang="en-US" sz="3000" b="1" dirty="0">
                <a:solidFill>
                  <a:srgbClr val="54B5D1"/>
                </a:solidFill>
                <a:latin typeface="Verdana"/>
                <a:ea typeface="Verdana"/>
                <a:cs typeface="Verdana"/>
                <a:sym typeface="Verdana"/>
              </a:rPr>
              <a:t>Integrated Mathematical Thinking and Reasoning Standards</a:t>
            </a:r>
          </a:p>
        </p:txBody>
      </p:sp>
      <p:sp>
        <p:nvSpPr>
          <p:cNvPr id="10" name="Google Shape;282;g104476d1465_1_17">
            <a:extLst>
              <a:ext uri="{FF2B5EF4-FFF2-40B4-BE49-F238E27FC236}">
                <a16:creationId xmlns:a16="http://schemas.microsoft.com/office/drawing/2014/main" id="{E701C7D4-7BD4-5F4C-ACEB-5781D00837A2}"/>
              </a:ext>
            </a:extLst>
          </p:cNvPr>
          <p:cNvSpPr txBox="1"/>
          <p:nvPr/>
        </p:nvSpPr>
        <p:spPr>
          <a:xfrm>
            <a:off x="8889924" y="6457798"/>
            <a:ext cx="2634000" cy="400200"/>
          </a:xfrm>
          <a:prstGeom prst="rect">
            <a:avLst/>
          </a:prstGeom>
          <a:noFill/>
          <a:ln>
            <a:noFill/>
          </a:ln>
        </p:spPr>
        <p:txBody>
          <a:bodyPr spcFirstLastPara="1" wrap="square" lIns="91425" tIns="91425" rIns="91425" bIns="91425" anchor="t" anchorCtr="0">
            <a:spAutoFit/>
          </a:bodyPr>
          <a:lstStyle/>
          <a:p>
            <a:pPr lvl="0" algn="r"/>
            <a:r>
              <a:rPr lang="it-IT" i="1" dirty="0">
                <a:latin typeface="Calibri"/>
                <a:ea typeface="Calibri"/>
                <a:cs typeface="Calibri"/>
                <a:sym typeface="Calibri"/>
              </a:rPr>
              <a:t>volume 1, </a:t>
            </a:r>
            <a:r>
              <a:rPr lang="it-IT" i="1" dirty="0" err="1">
                <a:latin typeface="Calibri"/>
                <a:ea typeface="Calibri"/>
                <a:cs typeface="Calibri"/>
                <a:sym typeface="Calibri"/>
              </a:rPr>
              <a:t>pg</a:t>
            </a:r>
            <a:r>
              <a:rPr lang="it-IT" i="1" dirty="0">
                <a:latin typeface="Calibri"/>
                <a:ea typeface="Calibri"/>
                <a:cs typeface="Calibri"/>
                <a:sym typeface="Calibri"/>
              </a:rPr>
              <a:t>. 433</a:t>
            </a:r>
          </a:p>
        </p:txBody>
      </p:sp>
      <p:sp>
        <p:nvSpPr>
          <p:cNvPr id="11" name="Google Shape;296;g103996e1364_0_10">
            <a:extLst>
              <a:ext uri="{FF2B5EF4-FFF2-40B4-BE49-F238E27FC236}">
                <a16:creationId xmlns:a16="http://schemas.microsoft.com/office/drawing/2014/main" id="{A6E18E39-B007-D647-9935-55A748533A45}"/>
              </a:ext>
            </a:extLst>
          </p:cNvPr>
          <p:cNvSpPr txBox="1">
            <a:spLocks/>
          </p:cNvSpPr>
          <p:nvPr/>
        </p:nvSpPr>
        <p:spPr>
          <a:xfrm>
            <a:off x="1101760" y="1596514"/>
            <a:ext cx="10422164" cy="4205700"/>
          </a:xfrm>
          <a:prstGeom prst="rect">
            <a:avLst/>
          </a:prstGeom>
          <a:noFill/>
          <a:ln>
            <a:noFill/>
          </a:ln>
        </p:spPr>
        <p:txBody>
          <a:bodyPr spcFirstLastPara="1" wrap="square" lIns="91425" tIns="45700" rIns="91425" bIns="45700" anchor="t" anchorCtr="0">
            <a:noAutofit/>
          </a:bodyP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a:lstStyle>
          <a:p>
            <a:pPr>
              <a:buSzPts val="523"/>
            </a:pPr>
            <a:r>
              <a:rPr lang="en-US" sz="2400" dirty="0">
                <a:solidFill>
                  <a:schemeClr val="tx1"/>
                </a:solidFill>
                <a:latin typeface="Verdana" panose="020B0604030504040204" pitchFamily="34" charset="0"/>
                <a:ea typeface="Verdana" panose="020B0604030504040204" pitchFamily="34" charset="0"/>
                <a:cs typeface="Verdana" panose="020B0604030504040204" pitchFamily="34" charset="0"/>
                <a:sym typeface="Verdana"/>
              </a:rPr>
              <a:t>MA.K12.MTR.1.1 Actively participate in effortful learning both individually and collectively.</a:t>
            </a:r>
          </a:p>
          <a:p>
            <a:pPr marL="457200">
              <a:buSzPts val="523"/>
            </a:pPr>
            <a:endParaRPr lang="en-US" sz="2400" dirty="0">
              <a:solidFill>
                <a:schemeClr val="tx1"/>
              </a:solidFill>
              <a:latin typeface="Verdana" panose="020B0604030504040204" pitchFamily="34" charset="0"/>
              <a:ea typeface="Verdana" panose="020B0604030504040204" pitchFamily="34" charset="0"/>
              <a:cs typeface="Verdana" panose="020B0604030504040204" pitchFamily="34" charset="0"/>
              <a:sym typeface="Verdana"/>
            </a:endParaRPr>
          </a:p>
          <a:p>
            <a:pPr>
              <a:buSzPts val="523"/>
            </a:pPr>
            <a:r>
              <a:rPr lang="en-US" sz="2400" dirty="0">
                <a:solidFill>
                  <a:schemeClr val="tx1"/>
                </a:solidFill>
                <a:latin typeface="Verdana" panose="020B0604030504040204" pitchFamily="34" charset="0"/>
                <a:ea typeface="Verdana" panose="020B0604030504040204" pitchFamily="34" charset="0"/>
                <a:cs typeface="Verdana" panose="020B0604030504040204" pitchFamily="34" charset="0"/>
                <a:sym typeface="Verdana"/>
              </a:rPr>
              <a:t>MA.K12.MTR.4.1 Engage in discussions that reflect on the mathematical thinking of self and others.</a:t>
            </a:r>
          </a:p>
          <a:p>
            <a:pPr marL="457200">
              <a:buSzPts val="523"/>
            </a:pPr>
            <a:endParaRPr lang="en-US" sz="2400" dirty="0">
              <a:solidFill>
                <a:schemeClr val="tx1"/>
              </a:solidFill>
              <a:latin typeface="Verdana" panose="020B0604030504040204" pitchFamily="34" charset="0"/>
              <a:ea typeface="Verdana" panose="020B0604030504040204" pitchFamily="34" charset="0"/>
              <a:cs typeface="Verdana" panose="020B0604030504040204" pitchFamily="34" charset="0"/>
              <a:sym typeface="Verdana"/>
            </a:endParaRPr>
          </a:p>
          <a:p>
            <a:pPr>
              <a:buSzPts val="523"/>
            </a:pPr>
            <a:r>
              <a:rPr lang="en-US" sz="2400" dirty="0">
                <a:solidFill>
                  <a:schemeClr val="tx1"/>
                </a:solidFill>
                <a:latin typeface="Verdana" panose="020B0604030504040204" pitchFamily="34" charset="0"/>
                <a:ea typeface="Verdana" panose="020B0604030504040204" pitchFamily="34" charset="0"/>
                <a:cs typeface="Verdana" panose="020B0604030504040204" pitchFamily="34" charset="0"/>
                <a:sym typeface="Verdana"/>
              </a:rPr>
              <a:t>MA.K12.MTR.5.1 Use patterns and structure to help understand and connect mathematical concepts.</a:t>
            </a:r>
          </a:p>
        </p:txBody>
      </p:sp>
    </p:spTree>
    <p:extLst>
      <p:ext uri="{BB962C8B-B14F-4D97-AF65-F5344CB8AC3E}">
        <p14:creationId xmlns:p14="http://schemas.microsoft.com/office/powerpoint/2010/main" val="2080842233"/>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11">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11">
                                            <p:txEl>
                                              <p:pRg st="2" end="2"/>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11">
                                            <p:txEl>
                                              <p:pRg st="4" end="4"/>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Shape 277"/>
        <p:cNvGrpSpPr/>
        <p:nvPr/>
      </p:nvGrpSpPr>
      <p:grpSpPr>
        <a:xfrm>
          <a:off x="0" y="0"/>
          <a:ext cx="0" cy="0"/>
          <a:chOff x="0" y="0"/>
          <a:chExt cx="0" cy="0"/>
        </a:xfrm>
      </p:grpSpPr>
      <p:sp>
        <p:nvSpPr>
          <p:cNvPr id="278" name="Google Shape;278;g104476d1465_1_17"/>
          <p:cNvSpPr/>
          <p:nvPr/>
        </p:nvSpPr>
        <p:spPr>
          <a:xfrm>
            <a:off x="0" y="-8101"/>
            <a:ext cx="223200" cy="6866100"/>
          </a:xfrm>
          <a:prstGeom prst="rect">
            <a:avLst/>
          </a:prstGeom>
          <a:solidFill>
            <a:srgbClr val="41BFAC"/>
          </a:solidFill>
          <a:ln w="9525" cap="flat" cmpd="sng">
            <a:solidFill>
              <a:srgbClr val="41BFAC"/>
            </a:solidFill>
            <a:prstDash val="solid"/>
            <a:round/>
            <a:headEnd type="none" w="sm" len="sm"/>
            <a:tailEnd type="none" w="sm" len="sm"/>
          </a:ln>
          <a:effectLst>
            <a:outerShdw blurRad="57150" dist="19050" dir="5400000" algn="bl" rotWithShape="0">
              <a:srgbClr val="000000">
                <a:alpha val="50000"/>
              </a:srgbClr>
            </a:outerShdw>
          </a:effectLst>
        </p:spPr>
        <p:txBody>
          <a:bodyPr spcFirstLastPara="1" wrap="square" lIns="91425" tIns="91425" rIns="91425" bIns="91425" anchor="ctr" anchorCtr="0">
            <a:noAutofit/>
          </a:bodyPr>
          <a:lstStyle/>
          <a:p>
            <a:endParaRPr dirty="0">
              <a:highlight>
                <a:srgbClr val="FFFF00"/>
              </a:highlight>
            </a:endParaRPr>
          </a:p>
        </p:txBody>
      </p:sp>
      <p:pic>
        <p:nvPicPr>
          <p:cNvPr id="283" name="Google Shape;283;g104476d1465_1_17"/>
          <p:cNvPicPr preferRelativeResize="0"/>
          <p:nvPr/>
        </p:nvPicPr>
        <p:blipFill>
          <a:blip r:embed="rId3" cstate="screen">
            <a:alphaModFix/>
            <a:extLst>
              <a:ext uri="{28A0092B-C50C-407E-A947-70E740481C1C}">
                <a14:useLocalDpi xmlns:a14="http://schemas.microsoft.com/office/drawing/2010/main"/>
              </a:ext>
            </a:extLst>
          </a:blip>
          <a:stretch>
            <a:fillRect/>
          </a:stretch>
        </p:blipFill>
        <p:spPr>
          <a:xfrm>
            <a:off x="11628150" y="6200724"/>
            <a:ext cx="563850" cy="657276"/>
          </a:xfrm>
          <a:prstGeom prst="rect">
            <a:avLst/>
          </a:prstGeom>
          <a:noFill/>
          <a:ln>
            <a:noFill/>
          </a:ln>
          <a:effectLst>
            <a:outerShdw blurRad="57150" dist="19050" dir="5400000" algn="bl" rotWithShape="0">
              <a:srgbClr val="000000">
                <a:alpha val="50000"/>
              </a:srgbClr>
            </a:outerShdw>
          </a:effectLst>
        </p:spPr>
      </p:pic>
      <p:sp>
        <p:nvSpPr>
          <p:cNvPr id="10" name="Google Shape;301;g103996e1364_0_16">
            <a:extLst>
              <a:ext uri="{FF2B5EF4-FFF2-40B4-BE49-F238E27FC236}">
                <a16:creationId xmlns:a16="http://schemas.microsoft.com/office/drawing/2014/main" id="{5771FBFA-7311-BB45-8AFF-04B380531EE6}"/>
              </a:ext>
            </a:extLst>
          </p:cNvPr>
          <p:cNvSpPr txBox="1">
            <a:spLocks/>
          </p:cNvSpPr>
          <p:nvPr/>
        </p:nvSpPr>
        <p:spPr>
          <a:xfrm>
            <a:off x="1070643" y="30784"/>
            <a:ext cx="7958400" cy="1325700"/>
          </a:xfrm>
          <a:prstGeom prst="rect">
            <a:avLst/>
          </a:prstGeom>
          <a:noFill/>
          <a:ln>
            <a:noFill/>
          </a:ln>
        </p:spPr>
        <p:txBody>
          <a:bodyPr spcFirstLastPara="1" wrap="square" lIns="91425" tIns="45700" rIns="91425" bIns="45700" anchor="ctr" anchorCtr="0">
            <a:noAutofit/>
          </a:bodyP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a:lstStyle>
          <a:p>
            <a:pPr>
              <a:lnSpc>
                <a:spcPct val="90000"/>
              </a:lnSpc>
              <a:buClr>
                <a:schemeClr val="dk1"/>
              </a:buClr>
              <a:buSzPts val="5400"/>
              <a:buFont typeface="Century Gothic"/>
              <a:buNone/>
            </a:pPr>
            <a:r>
              <a:rPr lang="en-US" sz="4700" b="1" dirty="0">
                <a:solidFill>
                  <a:srgbClr val="52BDA6"/>
                </a:solidFill>
                <a:latin typeface="Verdana"/>
                <a:ea typeface="Verdana"/>
                <a:cs typeface="Verdana"/>
                <a:sym typeface="Verdana"/>
              </a:rPr>
              <a:t>Learning Target</a:t>
            </a:r>
          </a:p>
        </p:txBody>
      </p:sp>
      <p:pic>
        <p:nvPicPr>
          <p:cNvPr id="12" name="Google Shape;303;g103996e1364_0_16">
            <a:extLst>
              <a:ext uri="{FF2B5EF4-FFF2-40B4-BE49-F238E27FC236}">
                <a16:creationId xmlns:a16="http://schemas.microsoft.com/office/drawing/2014/main" id="{81DC7EB0-4FED-FC45-BAEC-D699ED5C2169}"/>
              </a:ext>
            </a:extLst>
          </p:cNvPr>
          <p:cNvPicPr preferRelativeResize="0"/>
          <p:nvPr/>
        </p:nvPicPr>
        <p:blipFill>
          <a:blip r:embed="rId4">
            <a:alphaModFix/>
          </a:blip>
          <a:stretch>
            <a:fillRect/>
          </a:stretch>
        </p:blipFill>
        <p:spPr>
          <a:xfrm>
            <a:off x="288481" y="319984"/>
            <a:ext cx="747300" cy="747300"/>
          </a:xfrm>
          <a:prstGeom prst="rect">
            <a:avLst/>
          </a:prstGeom>
          <a:noFill/>
          <a:ln>
            <a:noFill/>
          </a:ln>
          <a:effectLst>
            <a:outerShdw blurRad="50800" dist="38100" dir="2700000" algn="tl" rotWithShape="0">
              <a:prstClr val="black">
                <a:alpha val="40000"/>
              </a:prstClr>
            </a:outerShdw>
          </a:effectLst>
        </p:spPr>
      </p:pic>
      <p:sp>
        <p:nvSpPr>
          <p:cNvPr id="13" name="Google Shape;282;g104476d1465_1_17">
            <a:extLst>
              <a:ext uri="{FF2B5EF4-FFF2-40B4-BE49-F238E27FC236}">
                <a16:creationId xmlns:a16="http://schemas.microsoft.com/office/drawing/2014/main" id="{3ECD2D46-55D5-C547-91DD-0801CE9D6AD7}"/>
              </a:ext>
            </a:extLst>
          </p:cNvPr>
          <p:cNvSpPr txBox="1"/>
          <p:nvPr/>
        </p:nvSpPr>
        <p:spPr>
          <a:xfrm>
            <a:off x="8889924" y="6457799"/>
            <a:ext cx="2634000" cy="400200"/>
          </a:xfrm>
          <a:prstGeom prst="rect">
            <a:avLst/>
          </a:prstGeom>
          <a:noFill/>
          <a:ln>
            <a:noFill/>
          </a:ln>
        </p:spPr>
        <p:txBody>
          <a:bodyPr spcFirstLastPara="1" wrap="square" lIns="91425" tIns="91425" rIns="91425" bIns="91425" anchor="t" anchorCtr="0">
            <a:spAutoFit/>
          </a:bodyPr>
          <a:lstStyle/>
          <a:p>
            <a:pPr lvl="0" algn="r"/>
            <a:r>
              <a:rPr lang="it-IT" i="1" dirty="0">
                <a:latin typeface="Calibri"/>
                <a:ea typeface="Calibri"/>
                <a:cs typeface="Calibri"/>
                <a:sym typeface="Calibri"/>
              </a:rPr>
              <a:t>volume 1, </a:t>
            </a:r>
            <a:r>
              <a:rPr lang="it-IT" i="1" dirty="0" err="1">
                <a:latin typeface="Calibri"/>
                <a:ea typeface="Calibri"/>
                <a:cs typeface="Calibri"/>
                <a:sym typeface="Calibri"/>
              </a:rPr>
              <a:t>pg</a:t>
            </a:r>
            <a:r>
              <a:rPr lang="it-IT" i="1" dirty="0">
                <a:latin typeface="Calibri"/>
                <a:ea typeface="Calibri"/>
                <a:cs typeface="Calibri"/>
                <a:sym typeface="Calibri"/>
              </a:rPr>
              <a:t>. 433</a:t>
            </a:r>
          </a:p>
        </p:txBody>
      </p:sp>
      <p:sp>
        <p:nvSpPr>
          <p:cNvPr id="14" name="Google Shape;302;g103996e1364_0_16">
            <a:extLst>
              <a:ext uri="{FF2B5EF4-FFF2-40B4-BE49-F238E27FC236}">
                <a16:creationId xmlns:a16="http://schemas.microsoft.com/office/drawing/2014/main" id="{9B7C98EC-F13C-9146-B728-D7044DB4247D}"/>
              </a:ext>
            </a:extLst>
          </p:cNvPr>
          <p:cNvSpPr txBox="1">
            <a:spLocks/>
          </p:cNvSpPr>
          <p:nvPr/>
        </p:nvSpPr>
        <p:spPr>
          <a:xfrm>
            <a:off x="471268" y="1600324"/>
            <a:ext cx="11156882" cy="4205700"/>
          </a:xfrm>
          <a:prstGeom prst="rect">
            <a:avLst/>
          </a:prstGeom>
          <a:noFill/>
          <a:ln>
            <a:noFill/>
          </a:ln>
        </p:spPr>
        <p:txBody>
          <a:bodyPr spcFirstLastPara="1" wrap="square" lIns="91425" tIns="45700" rIns="91425" bIns="45700" anchor="t" anchorCtr="0">
            <a:noAutofit/>
          </a:bodyP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a:lstStyle>
          <a:p>
            <a:pPr marL="342900" indent="-342900">
              <a:buFont typeface="Wingdings" charset="2"/>
              <a:buChar char="q"/>
            </a:pPr>
            <a:r>
              <a:rPr lang="en-US" sz="2400" dirty="0">
                <a:latin typeface="Verdana" charset="0"/>
                <a:ea typeface="Verdana" charset="0"/>
                <a:cs typeface="Verdana" charset="0"/>
              </a:rPr>
              <a:t>I can solve mathematical and real-world problems that involve triangles using the Law of Cosines. </a:t>
            </a:r>
          </a:p>
        </p:txBody>
      </p:sp>
    </p:spTree>
    <p:extLst>
      <p:ext uri="{BB962C8B-B14F-4D97-AF65-F5344CB8AC3E}">
        <p14:creationId xmlns:p14="http://schemas.microsoft.com/office/powerpoint/2010/main" val="2071420346"/>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14">
                                            <p:txEl>
                                              <p:pRg st="0" end="0"/>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Shape 308"/>
        <p:cNvGrpSpPr/>
        <p:nvPr/>
      </p:nvGrpSpPr>
      <p:grpSpPr>
        <a:xfrm>
          <a:off x="0" y="0"/>
          <a:ext cx="0" cy="0"/>
          <a:chOff x="0" y="0"/>
          <a:chExt cx="0" cy="0"/>
        </a:xfrm>
      </p:grpSpPr>
      <p:sp>
        <p:nvSpPr>
          <p:cNvPr id="309" name="Google Shape;309;g104476d1465_1_39"/>
          <p:cNvSpPr/>
          <p:nvPr/>
        </p:nvSpPr>
        <p:spPr>
          <a:xfrm>
            <a:off x="0" y="0"/>
            <a:ext cx="2731200" cy="6866100"/>
          </a:xfrm>
          <a:prstGeom prst="rect">
            <a:avLst/>
          </a:prstGeom>
          <a:solidFill>
            <a:srgbClr val="41BFAC"/>
          </a:solidFill>
          <a:ln w="9525" cap="flat" cmpd="sng">
            <a:solidFill>
              <a:srgbClr val="41BFAC"/>
            </a:solidFill>
            <a:prstDash val="solid"/>
            <a:round/>
            <a:headEnd type="none" w="sm" len="sm"/>
            <a:tailEnd type="none" w="sm" len="sm"/>
          </a:ln>
          <a:effectLst>
            <a:outerShdw blurRad="50800" dist="38100" dir="2700000" algn="tl" rotWithShape="0">
              <a:prstClr val="black">
                <a:alpha val="40000"/>
              </a:prstClr>
            </a:outerShdw>
          </a:effectLst>
        </p:spPr>
        <p:txBody>
          <a:bodyPr spcFirstLastPara="1" wrap="square" lIns="91425" tIns="91425" rIns="91425" bIns="91425" anchor="ctr" anchorCtr="0">
            <a:noAutofit/>
          </a:bodyPr>
          <a:lstStyle/>
          <a:p>
            <a:endParaRPr/>
          </a:p>
        </p:txBody>
      </p:sp>
      <p:pic>
        <p:nvPicPr>
          <p:cNvPr id="311" name="Google Shape;311;g104476d1465_1_39"/>
          <p:cNvPicPr preferRelativeResize="0"/>
          <p:nvPr/>
        </p:nvPicPr>
        <p:blipFill>
          <a:blip r:embed="rId3" cstate="screen">
            <a:alphaModFix/>
            <a:extLst>
              <a:ext uri="{28A0092B-C50C-407E-A947-70E740481C1C}">
                <a14:useLocalDpi xmlns:a14="http://schemas.microsoft.com/office/drawing/2010/main"/>
              </a:ext>
            </a:extLst>
          </a:blip>
          <a:stretch>
            <a:fillRect/>
          </a:stretch>
        </p:blipFill>
        <p:spPr>
          <a:xfrm>
            <a:off x="11628150" y="6200724"/>
            <a:ext cx="563850" cy="657276"/>
          </a:xfrm>
          <a:prstGeom prst="rect">
            <a:avLst/>
          </a:prstGeom>
          <a:noFill/>
          <a:ln>
            <a:noFill/>
          </a:ln>
          <a:effectLst>
            <a:outerShdw blurRad="57150" dist="19050" dir="5400000" algn="bl" rotWithShape="0">
              <a:srgbClr val="000000">
                <a:alpha val="50000"/>
              </a:srgbClr>
            </a:outerShdw>
          </a:effectLst>
        </p:spPr>
      </p:pic>
      <p:pic>
        <p:nvPicPr>
          <p:cNvPr id="312" name="Google Shape;312;g104476d1465_1_39"/>
          <p:cNvPicPr preferRelativeResize="0"/>
          <p:nvPr/>
        </p:nvPicPr>
        <p:blipFill>
          <a:blip r:embed="rId4">
            <a:alphaModFix/>
          </a:blip>
          <a:stretch>
            <a:fillRect/>
          </a:stretch>
        </p:blipFill>
        <p:spPr>
          <a:xfrm>
            <a:off x="4635550" y="2879325"/>
            <a:ext cx="1031750" cy="1031750"/>
          </a:xfrm>
          <a:prstGeom prst="rect">
            <a:avLst/>
          </a:prstGeom>
          <a:noFill/>
          <a:ln>
            <a:noFill/>
          </a:ln>
          <a:effectLst>
            <a:outerShdw blurRad="50800" dist="38100" dir="2700000" algn="tl" rotWithShape="0">
              <a:prstClr val="black">
                <a:alpha val="40000"/>
              </a:prstClr>
            </a:outerShdw>
          </a:effectLst>
        </p:spPr>
      </p:pic>
      <p:sp>
        <p:nvSpPr>
          <p:cNvPr id="313" name="Google Shape;313;g104476d1465_1_39"/>
          <p:cNvSpPr txBox="1">
            <a:spLocks noGrp="1"/>
          </p:cNvSpPr>
          <p:nvPr>
            <p:ph type="title" idx="4294967295"/>
          </p:nvPr>
        </p:nvSpPr>
        <p:spPr>
          <a:xfrm>
            <a:off x="5844350" y="2766145"/>
            <a:ext cx="4048200" cy="1325700"/>
          </a:xfrm>
          <a:prstGeom prst="rect">
            <a:avLst/>
          </a:prstGeom>
          <a:noFill/>
          <a:ln>
            <a:noFill/>
          </a:ln>
        </p:spPr>
        <p:txBody>
          <a:bodyPr spcFirstLastPara="1" wrap="square" lIns="91425" tIns="45700" rIns="91425" bIns="45700" anchor="ctr" anchorCtr="0">
            <a:normAutofit/>
          </a:bodyPr>
          <a:lstStyle/>
          <a:p>
            <a:pPr algn="ctr">
              <a:buClr>
                <a:schemeClr val="lt1"/>
              </a:buClr>
              <a:buSzPts val="4800"/>
            </a:pPr>
            <a:r>
              <a:rPr lang="en-US" sz="5500" b="1" dirty="0">
                <a:solidFill>
                  <a:srgbClr val="3F2A67"/>
                </a:solidFill>
                <a:latin typeface="Verdana"/>
                <a:ea typeface="Verdana"/>
                <a:cs typeface="Verdana"/>
                <a:sym typeface="Verdana"/>
              </a:rPr>
              <a:t>Warm-Up</a:t>
            </a:r>
            <a:endParaRPr sz="5100" b="1" dirty="0">
              <a:solidFill>
                <a:srgbClr val="3F2A67"/>
              </a:solidFill>
              <a:latin typeface="Verdana"/>
              <a:ea typeface="Verdana"/>
              <a:cs typeface="Verdana"/>
              <a:sym typeface="Verdana"/>
            </a:endParaRPr>
          </a:p>
        </p:txBody>
      </p:sp>
      <p:sp>
        <p:nvSpPr>
          <p:cNvPr id="7" name="Google Shape;282;g104476d1465_1_17">
            <a:extLst>
              <a:ext uri="{FF2B5EF4-FFF2-40B4-BE49-F238E27FC236}">
                <a16:creationId xmlns:a16="http://schemas.microsoft.com/office/drawing/2014/main" id="{B595484E-1C62-AC4F-B448-37E60F77A8C0}"/>
              </a:ext>
            </a:extLst>
          </p:cNvPr>
          <p:cNvSpPr txBox="1"/>
          <p:nvPr/>
        </p:nvSpPr>
        <p:spPr>
          <a:xfrm>
            <a:off x="8889924" y="6457799"/>
            <a:ext cx="2634000" cy="400200"/>
          </a:xfrm>
          <a:prstGeom prst="rect">
            <a:avLst/>
          </a:prstGeom>
          <a:noFill/>
          <a:ln>
            <a:noFill/>
          </a:ln>
        </p:spPr>
        <p:txBody>
          <a:bodyPr spcFirstLastPara="1" wrap="square" lIns="91425" tIns="91425" rIns="91425" bIns="91425" anchor="t" anchorCtr="0">
            <a:spAutoFit/>
          </a:bodyPr>
          <a:lstStyle/>
          <a:p>
            <a:pPr lvl="0" algn="r"/>
            <a:r>
              <a:rPr lang="it-IT" i="1" dirty="0">
                <a:latin typeface="Calibri"/>
                <a:ea typeface="Calibri"/>
                <a:cs typeface="Calibri"/>
                <a:sym typeface="Calibri"/>
              </a:rPr>
              <a:t>volume 1, </a:t>
            </a:r>
            <a:r>
              <a:rPr lang="it-IT" i="1" dirty="0" err="1">
                <a:latin typeface="Calibri"/>
                <a:ea typeface="Calibri"/>
                <a:cs typeface="Calibri"/>
                <a:sym typeface="Calibri"/>
              </a:rPr>
              <a:t>pg</a:t>
            </a:r>
            <a:r>
              <a:rPr lang="it-IT" i="1" dirty="0">
                <a:latin typeface="Calibri"/>
                <a:ea typeface="Calibri"/>
                <a:cs typeface="Calibri"/>
                <a:sym typeface="Calibri"/>
              </a:rPr>
              <a:t>. 434</a:t>
            </a:r>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Shape 277"/>
        <p:cNvGrpSpPr/>
        <p:nvPr/>
      </p:nvGrpSpPr>
      <p:grpSpPr>
        <a:xfrm>
          <a:off x="0" y="0"/>
          <a:ext cx="0" cy="0"/>
          <a:chOff x="0" y="0"/>
          <a:chExt cx="0" cy="0"/>
        </a:xfrm>
      </p:grpSpPr>
      <p:pic>
        <p:nvPicPr>
          <p:cNvPr id="283" name="Google Shape;283;g104476d1465_1_17"/>
          <p:cNvPicPr preferRelativeResize="0"/>
          <p:nvPr/>
        </p:nvPicPr>
        <p:blipFill>
          <a:blip r:embed="rId3" cstate="screen">
            <a:alphaModFix/>
            <a:extLst>
              <a:ext uri="{28A0092B-C50C-407E-A947-70E740481C1C}">
                <a14:useLocalDpi xmlns:a14="http://schemas.microsoft.com/office/drawing/2010/main"/>
              </a:ext>
            </a:extLst>
          </a:blip>
          <a:stretch>
            <a:fillRect/>
          </a:stretch>
        </p:blipFill>
        <p:spPr>
          <a:xfrm>
            <a:off x="11628150" y="6200724"/>
            <a:ext cx="563850" cy="657276"/>
          </a:xfrm>
          <a:prstGeom prst="rect">
            <a:avLst/>
          </a:prstGeom>
          <a:noFill/>
          <a:ln>
            <a:noFill/>
          </a:ln>
          <a:effectLst>
            <a:outerShdw blurRad="57150" dist="19050" dir="5400000" algn="bl" rotWithShape="0">
              <a:srgbClr val="000000">
                <a:alpha val="50000"/>
              </a:srgbClr>
            </a:outerShdw>
          </a:effectLst>
        </p:spPr>
      </p:pic>
      <p:sp>
        <p:nvSpPr>
          <p:cNvPr id="8" name="Google Shape;324;g103996e1364_0_25">
            <a:extLst>
              <a:ext uri="{FF2B5EF4-FFF2-40B4-BE49-F238E27FC236}">
                <a16:creationId xmlns:a16="http://schemas.microsoft.com/office/drawing/2014/main" id="{DB5796CA-12EB-BB4C-8338-B127D750A026}"/>
              </a:ext>
            </a:extLst>
          </p:cNvPr>
          <p:cNvSpPr txBox="1">
            <a:spLocks/>
          </p:cNvSpPr>
          <p:nvPr/>
        </p:nvSpPr>
        <p:spPr>
          <a:xfrm>
            <a:off x="1009918" y="60450"/>
            <a:ext cx="9874392" cy="1325700"/>
          </a:xfrm>
          <a:prstGeom prst="rect">
            <a:avLst/>
          </a:prstGeom>
          <a:noFill/>
          <a:ln>
            <a:noFill/>
          </a:ln>
        </p:spPr>
        <p:txBody>
          <a:bodyPr spcFirstLastPara="1" wrap="square" lIns="91425" tIns="45700" rIns="91425" bIns="45700" anchor="ctr" anchorCtr="0">
            <a:noAutofit/>
          </a:bodyP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a:lstStyle>
          <a:p>
            <a:pPr>
              <a:lnSpc>
                <a:spcPct val="90000"/>
              </a:lnSpc>
              <a:buClr>
                <a:schemeClr val="dk1"/>
              </a:buClr>
              <a:buSzPts val="5400"/>
              <a:buFont typeface="Century Gothic"/>
              <a:buNone/>
            </a:pPr>
            <a:r>
              <a:rPr lang="en-US" sz="3600" b="1" dirty="0">
                <a:solidFill>
                  <a:srgbClr val="3F2A67"/>
                </a:solidFill>
                <a:latin typeface="Verdana"/>
                <a:ea typeface="Verdana"/>
                <a:cs typeface="Verdana"/>
                <a:sym typeface="Verdana"/>
              </a:rPr>
              <a:t>7.H2.1 Warm-Up: Reasoning with Triangles</a:t>
            </a:r>
          </a:p>
        </p:txBody>
      </p:sp>
      <p:pic>
        <p:nvPicPr>
          <p:cNvPr id="13" name="Google Shape;326;g103996e1364_0_25">
            <a:extLst>
              <a:ext uri="{FF2B5EF4-FFF2-40B4-BE49-F238E27FC236}">
                <a16:creationId xmlns:a16="http://schemas.microsoft.com/office/drawing/2014/main" id="{0B25478F-1F7B-DF44-A9BD-898178E878B3}"/>
              </a:ext>
            </a:extLst>
          </p:cNvPr>
          <p:cNvPicPr preferRelativeResize="0"/>
          <p:nvPr/>
        </p:nvPicPr>
        <p:blipFill>
          <a:blip r:embed="rId4">
            <a:alphaModFix/>
          </a:blip>
          <a:stretch>
            <a:fillRect/>
          </a:stretch>
        </p:blipFill>
        <p:spPr>
          <a:xfrm>
            <a:off x="262618" y="197610"/>
            <a:ext cx="747300" cy="747300"/>
          </a:xfrm>
          <a:prstGeom prst="rect">
            <a:avLst/>
          </a:prstGeom>
          <a:noFill/>
          <a:ln>
            <a:noFill/>
          </a:ln>
          <a:effectLst>
            <a:outerShdw blurRad="50800" dist="38100" dir="2700000" algn="tl" rotWithShape="0">
              <a:prstClr val="black">
                <a:alpha val="40000"/>
              </a:prstClr>
            </a:outerShdw>
          </a:effectLst>
        </p:spPr>
      </p:pic>
      <p:sp>
        <p:nvSpPr>
          <p:cNvPr id="15" name="Google Shape;282;g104476d1465_1_17">
            <a:extLst>
              <a:ext uri="{FF2B5EF4-FFF2-40B4-BE49-F238E27FC236}">
                <a16:creationId xmlns:a16="http://schemas.microsoft.com/office/drawing/2014/main" id="{5B627696-920F-B441-B5C1-01510F09761A}"/>
              </a:ext>
            </a:extLst>
          </p:cNvPr>
          <p:cNvSpPr txBox="1"/>
          <p:nvPr/>
        </p:nvSpPr>
        <p:spPr>
          <a:xfrm>
            <a:off x="8944421" y="6510584"/>
            <a:ext cx="2634000" cy="400200"/>
          </a:xfrm>
          <a:prstGeom prst="rect">
            <a:avLst/>
          </a:prstGeom>
          <a:noFill/>
          <a:ln>
            <a:noFill/>
          </a:ln>
        </p:spPr>
        <p:txBody>
          <a:bodyPr spcFirstLastPara="1" wrap="square" lIns="91425" tIns="91425" rIns="91425" bIns="91425" anchor="t" anchorCtr="0">
            <a:spAutoFit/>
          </a:bodyPr>
          <a:lstStyle/>
          <a:p>
            <a:pPr lvl="0" algn="r"/>
            <a:r>
              <a:rPr lang="it-IT" i="1" dirty="0">
                <a:latin typeface="Calibri"/>
                <a:ea typeface="Calibri"/>
                <a:cs typeface="Calibri"/>
                <a:sym typeface="Calibri"/>
              </a:rPr>
              <a:t>volume 1, </a:t>
            </a:r>
            <a:r>
              <a:rPr lang="it-IT" i="1" dirty="0" err="1">
                <a:latin typeface="Calibri"/>
                <a:ea typeface="Calibri"/>
                <a:cs typeface="Calibri"/>
                <a:sym typeface="Calibri"/>
              </a:rPr>
              <a:t>pg</a:t>
            </a:r>
            <a:r>
              <a:rPr lang="it-IT" i="1" dirty="0">
                <a:latin typeface="Calibri"/>
                <a:ea typeface="Calibri"/>
                <a:cs typeface="Calibri"/>
                <a:sym typeface="Calibri"/>
              </a:rPr>
              <a:t>. 434</a:t>
            </a:r>
          </a:p>
        </p:txBody>
      </p:sp>
      <mc:AlternateContent xmlns:mc="http://schemas.openxmlformats.org/markup-compatibility/2006" xmlns:a14="http://schemas.microsoft.com/office/drawing/2010/main">
        <mc:Choice Requires="a14">
          <p:sp>
            <p:nvSpPr>
              <p:cNvPr id="2" name="TextBox 1">
                <a:extLst>
                  <a:ext uri="{FF2B5EF4-FFF2-40B4-BE49-F238E27FC236}">
                    <a16:creationId xmlns:a16="http://schemas.microsoft.com/office/drawing/2014/main" id="{E1D7562E-134F-D14B-AF1A-DF40E11EF758}"/>
                  </a:ext>
                </a:extLst>
              </p:cNvPr>
              <p:cNvSpPr txBox="1"/>
              <p:nvPr/>
            </p:nvSpPr>
            <p:spPr>
              <a:xfrm>
                <a:off x="550517" y="1386151"/>
                <a:ext cx="7726021" cy="3477875"/>
              </a:xfrm>
              <a:prstGeom prst="rect">
                <a:avLst/>
              </a:prstGeom>
              <a:noFill/>
            </p:spPr>
            <p:txBody>
              <a:bodyPr wrap="square" rtlCol="0">
                <a:spAutoFit/>
              </a:bodyPr>
              <a:lstStyle/>
              <a:p>
                <a:pPr marL="457200" indent="-457200">
                  <a:buFont typeface="+mj-lt"/>
                  <a:buAutoNum type="arabicPeriod"/>
                </a:pPr>
                <a:r>
                  <a:rPr lang="en-US" sz="2000" dirty="0">
                    <a:latin typeface="Verdana" charset="0"/>
                    <a:ea typeface="Verdana" charset="0"/>
                    <a:cs typeface="Verdana" charset="0"/>
                  </a:rPr>
                  <a:t>A diagram of a triangle inscribed in a rectangle is shown.</a:t>
                </a:r>
              </a:p>
              <a:p>
                <a:pPr marL="457200" indent="-457200">
                  <a:buFont typeface="+mj-lt"/>
                  <a:buAutoNum type="arabicPeriod"/>
                </a:pPr>
                <a:endParaRPr lang="en-US" sz="2000" dirty="0">
                  <a:latin typeface="Verdana" charset="0"/>
                  <a:ea typeface="Verdana" charset="0"/>
                  <a:cs typeface="Verdana" charset="0"/>
                </a:endParaRPr>
              </a:p>
              <a:p>
                <a:pPr marL="923925" indent="-454025">
                  <a:buFont typeface="+mj-lt"/>
                  <a:buAutoNum type="alphaLcPeriod"/>
                </a:pPr>
                <a:r>
                  <a:rPr lang="en-US" sz="2000" dirty="0">
                    <a:latin typeface="Verdana" charset="0"/>
                    <a:ea typeface="Verdana" charset="0"/>
                    <a:cs typeface="Verdana" charset="0"/>
                  </a:rPr>
                  <a:t>Liu Yang told her partner that all of the right triangles in the diagram are similar. Determine if the diagram contains enough information to verify Liu Yang’s statement. Explain your reasoning.</a:t>
                </a:r>
              </a:p>
              <a:p>
                <a:pPr marL="923925" indent="-454025">
                  <a:buFont typeface="+mj-lt"/>
                  <a:buAutoNum type="alphaLcPeriod"/>
                </a:pPr>
                <a:endParaRPr lang="en-US" sz="2000" dirty="0">
                  <a:latin typeface="Verdana" charset="0"/>
                  <a:ea typeface="Verdana" charset="0"/>
                  <a:cs typeface="Verdana" charset="0"/>
                </a:endParaRPr>
              </a:p>
              <a:p>
                <a:pPr marL="923925" indent="-454025">
                  <a:buFont typeface="+mj-lt"/>
                  <a:buAutoNum type="alphaLcPeriod"/>
                </a:pPr>
                <a:r>
                  <a:rPr lang="en-US" sz="2000" dirty="0">
                    <a:latin typeface="Verdana" charset="0"/>
                    <a:ea typeface="Verdana" charset="0"/>
                    <a:cs typeface="Verdana" charset="0"/>
                  </a:rPr>
                  <a:t>In the diagram, </a:t>
                </a:r>
                <a14:m>
                  <m:oMath xmlns:m="http://schemas.openxmlformats.org/officeDocument/2006/math">
                    <m:r>
                      <a:rPr lang="en-US" sz="2000" i="1">
                        <a:latin typeface="Cambria Math" charset="0"/>
                        <a:ea typeface="Verdana" charset="0"/>
                        <a:cs typeface="Verdana" charset="0"/>
                      </a:rPr>
                      <m:t>𝑚</m:t>
                    </m:r>
                    <m:r>
                      <a:rPr lang="en-US" sz="2000" i="1">
                        <a:latin typeface="Cambria Math" charset="0"/>
                        <a:ea typeface="Verdana" charset="0"/>
                        <a:cs typeface="Verdana" charset="0"/>
                      </a:rPr>
                      <m:t>∠</m:t>
                    </m:r>
                    <m:r>
                      <a:rPr lang="en-US" sz="2000" i="1">
                        <a:latin typeface="Cambria Math" charset="0"/>
                        <a:ea typeface="Verdana" charset="0"/>
                        <a:cs typeface="Verdana" charset="0"/>
                      </a:rPr>
                      <m:t>𝑅𝐹𝐾</m:t>
                    </m:r>
                    <m:r>
                      <a:rPr lang="en-US" sz="2000" i="1">
                        <a:latin typeface="Cambria Math" charset="0"/>
                        <a:ea typeface="Verdana" charset="0"/>
                        <a:cs typeface="Verdana" charset="0"/>
                      </a:rPr>
                      <m:t>=72°</m:t>
                    </m:r>
                  </m:oMath>
                </a14:m>
                <a:r>
                  <a:rPr lang="en-US" sz="2000" dirty="0">
                    <a:latin typeface="Verdana" charset="0"/>
                    <a:ea typeface="Verdana" charset="0"/>
                    <a:cs typeface="Verdana" charset="0"/>
                  </a:rPr>
                  <a:t> and </a:t>
                </a:r>
                <a14:m>
                  <m:oMath xmlns:m="http://schemas.openxmlformats.org/officeDocument/2006/math">
                    <m:r>
                      <a:rPr lang="en-US" sz="2000" i="1">
                        <a:latin typeface="Cambria Math" charset="0"/>
                        <a:ea typeface="Verdana" charset="0"/>
                        <a:cs typeface="Verdana" charset="0"/>
                      </a:rPr>
                      <m:t>𝑚</m:t>
                    </m:r>
                    <m:r>
                      <a:rPr lang="en-US" sz="2000" i="1">
                        <a:latin typeface="Cambria Math" charset="0"/>
                        <a:ea typeface="Verdana" charset="0"/>
                        <a:cs typeface="Verdana" charset="0"/>
                      </a:rPr>
                      <m:t>∠</m:t>
                    </m:r>
                    <m:r>
                      <a:rPr lang="en-US" sz="2000" i="1">
                        <a:latin typeface="Cambria Math" charset="0"/>
                        <a:ea typeface="Verdana" charset="0"/>
                        <a:cs typeface="Verdana" charset="0"/>
                      </a:rPr>
                      <m:t>𝑀𝐾𝐹</m:t>
                    </m:r>
                    <m:r>
                      <a:rPr lang="en-US" sz="2000" i="1">
                        <a:latin typeface="Cambria Math" charset="0"/>
                        <a:ea typeface="Verdana" charset="0"/>
                        <a:cs typeface="Verdana" charset="0"/>
                      </a:rPr>
                      <m:t>=63°</m:t>
                    </m:r>
                  </m:oMath>
                </a14:m>
                <a:r>
                  <a:rPr lang="en-US" sz="2000" dirty="0">
                    <a:latin typeface="Verdana" charset="0"/>
                    <a:ea typeface="Verdana" charset="0"/>
                    <a:cs typeface="Verdana" charset="0"/>
                  </a:rPr>
                  <a:t>. Use these measures to evaluate your reasoning. If necessary, make adjustments.</a:t>
                </a:r>
              </a:p>
            </p:txBody>
          </p:sp>
        </mc:Choice>
        <mc:Fallback xmlns="">
          <p:sp>
            <p:nvSpPr>
              <p:cNvPr id="2" name="TextBox 1">
                <a:extLst>
                  <a:ext uri="{FF2B5EF4-FFF2-40B4-BE49-F238E27FC236}">
                    <a16:creationId xmlns:a16="http://schemas.microsoft.com/office/drawing/2014/main" id="{E1D7562E-134F-D14B-AF1A-DF40E11EF758}"/>
                  </a:ext>
                </a:extLst>
              </p:cNvPr>
              <p:cNvSpPr txBox="1">
                <a:spLocks noRot="1" noChangeAspect="1" noMove="1" noResize="1" noEditPoints="1" noAdjustHandles="1" noChangeArrowheads="1" noChangeShapeType="1" noTextEdit="1"/>
              </p:cNvSpPr>
              <p:nvPr/>
            </p:nvSpPr>
            <p:spPr>
              <a:xfrm>
                <a:off x="550517" y="1386151"/>
                <a:ext cx="7726021" cy="3477875"/>
              </a:xfrm>
              <a:prstGeom prst="rect">
                <a:avLst/>
              </a:prstGeom>
              <a:blipFill>
                <a:blip r:embed="rId5"/>
                <a:stretch>
                  <a:fillRect l="-868" t="-1051" b="-2102"/>
                </a:stretch>
              </a:blipFill>
            </p:spPr>
            <p:txBody>
              <a:bodyPr/>
              <a:lstStyle/>
              <a:p>
                <a:r>
                  <a:rPr lang="en-US">
                    <a:noFill/>
                  </a:rPr>
                  <a:t> </a:t>
                </a:r>
              </a:p>
            </p:txBody>
          </p:sp>
        </mc:Fallback>
      </mc:AlternateContent>
      <p:sp>
        <p:nvSpPr>
          <p:cNvPr id="9" name="Google Shape;278;g104476d1465_1_17">
            <a:extLst>
              <a:ext uri="{FF2B5EF4-FFF2-40B4-BE49-F238E27FC236}">
                <a16:creationId xmlns:a16="http://schemas.microsoft.com/office/drawing/2014/main" id="{F1992A8F-F621-054D-B71E-96605FF7377D}"/>
              </a:ext>
            </a:extLst>
          </p:cNvPr>
          <p:cNvSpPr/>
          <p:nvPr/>
        </p:nvSpPr>
        <p:spPr>
          <a:xfrm>
            <a:off x="0" y="-8100"/>
            <a:ext cx="223200" cy="6866100"/>
          </a:xfrm>
          <a:prstGeom prst="rect">
            <a:avLst/>
          </a:prstGeom>
          <a:solidFill>
            <a:srgbClr val="41BFAC"/>
          </a:solidFill>
          <a:ln w="9525" cap="flat" cmpd="sng">
            <a:solidFill>
              <a:srgbClr val="41BFAC"/>
            </a:solidFill>
            <a:prstDash val="solid"/>
            <a:round/>
            <a:headEnd type="none" w="sm" len="sm"/>
            <a:tailEnd type="none" w="sm" len="sm"/>
          </a:ln>
          <a:effectLst>
            <a:outerShdw blurRad="57150" dist="19050" dir="5400000" algn="bl" rotWithShape="0">
              <a:srgbClr val="000000">
                <a:alpha val="50000"/>
              </a:srgbClr>
            </a:outerShdw>
          </a:effectLst>
        </p:spPr>
        <p:txBody>
          <a:bodyPr spcFirstLastPara="1" wrap="square" lIns="91425" tIns="91425" rIns="91425" bIns="91425" anchor="ctr" anchorCtr="0">
            <a:noAutofit/>
          </a:bodyPr>
          <a:lstStyle/>
          <a:p>
            <a:endParaRPr dirty="0">
              <a:highlight>
                <a:srgbClr val="FFFF00"/>
              </a:highlight>
            </a:endParaRPr>
          </a:p>
        </p:txBody>
      </p:sp>
      <p:pic>
        <p:nvPicPr>
          <p:cNvPr id="3" name="Picture 2"/>
          <p:cNvPicPr>
            <a:picLocks noChangeAspect="1"/>
          </p:cNvPicPr>
          <p:nvPr/>
        </p:nvPicPr>
        <p:blipFill>
          <a:blip r:embed="rId6" cstate="screen">
            <a:extLst>
              <a:ext uri="{28A0092B-C50C-407E-A947-70E740481C1C}">
                <a14:useLocalDpi xmlns:a14="http://schemas.microsoft.com/office/drawing/2010/main"/>
              </a:ext>
            </a:extLst>
          </a:blip>
          <a:stretch>
            <a:fillRect/>
          </a:stretch>
        </p:blipFill>
        <p:spPr>
          <a:xfrm>
            <a:off x="8326267" y="1386150"/>
            <a:ext cx="3301883" cy="4391614"/>
          </a:xfrm>
          <a:prstGeom prst="rect">
            <a:avLst/>
          </a:prstGeom>
        </p:spPr>
      </p:pic>
    </p:spTree>
    <p:extLst>
      <p:ext uri="{BB962C8B-B14F-4D97-AF65-F5344CB8AC3E}">
        <p14:creationId xmlns:p14="http://schemas.microsoft.com/office/powerpoint/2010/main" val="2949029910"/>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Shape 308"/>
        <p:cNvGrpSpPr/>
        <p:nvPr/>
      </p:nvGrpSpPr>
      <p:grpSpPr>
        <a:xfrm>
          <a:off x="0" y="0"/>
          <a:ext cx="0" cy="0"/>
          <a:chOff x="0" y="0"/>
          <a:chExt cx="0" cy="0"/>
        </a:xfrm>
      </p:grpSpPr>
      <p:sp>
        <p:nvSpPr>
          <p:cNvPr id="309" name="Google Shape;309;g104476d1465_1_39"/>
          <p:cNvSpPr/>
          <p:nvPr/>
        </p:nvSpPr>
        <p:spPr>
          <a:xfrm>
            <a:off x="0" y="0"/>
            <a:ext cx="2731200" cy="6866100"/>
          </a:xfrm>
          <a:prstGeom prst="rect">
            <a:avLst/>
          </a:prstGeom>
          <a:solidFill>
            <a:srgbClr val="41BFAC"/>
          </a:solidFill>
          <a:ln w="9525" cap="flat" cmpd="sng">
            <a:solidFill>
              <a:srgbClr val="41BFAC"/>
            </a:solidFill>
            <a:prstDash val="solid"/>
            <a:round/>
            <a:headEnd type="none" w="sm" len="sm"/>
            <a:tailEnd type="none" w="sm" len="sm"/>
          </a:ln>
          <a:effectLst>
            <a:outerShdw blurRad="50800" dist="38100" dir="2700000" algn="tl" rotWithShape="0">
              <a:prstClr val="black">
                <a:alpha val="40000"/>
              </a:prstClr>
            </a:outerShdw>
          </a:effectLst>
        </p:spPr>
        <p:txBody>
          <a:bodyPr spcFirstLastPara="1" wrap="square" lIns="91425" tIns="91425" rIns="91425" bIns="91425" anchor="ctr" anchorCtr="0">
            <a:noAutofit/>
          </a:bodyPr>
          <a:lstStyle/>
          <a:p>
            <a:endParaRPr/>
          </a:p>
        </p:txBody>
      </p:sp>
      <p:pic>
        <p:nvPicPr>
          <p:cNvPr id="311" name="Google Shape;311;g104476d1465_1_39"/>
          <p:cNvPicPr preferRelativeResize="0"/>
          <p:nvPr/>
        </p:nvPicPr>
        <p:blipFill>
          <a:blip r:embed="rId3" cstate="screen">
            <a:alphaModFix/>
            <a:extLst>
              <a:ext uri="{28A0092B-C50C-407E-A947-70E740481C1C}">
                <a14:useLocalDpi xmlns:a14="http://schemas.microsoft.com/office/drawing/2010/main"/>
              </a:ext>
            </a:extLst>
          </a:blip>
          <a:stretch>
            <a:fillRect/>
          </a:stretch>
        </p:blipFill>
        <p:spPr>
          <a:xfrm>
            <a:off x="11628150" y="6200724"/>
            <a:ext cx="563850" cy="657276"/>
          </a:xfrm>
          <a:prstGeom prst="rect">
            <a:avLst/>
          </a:prstGeom>
          <a:noFill/>
          <a:ln>
            <a:noFill/>
          </a:ln>
          <a:effectLst>
            <a:outerShdw blurRad="57150" dist="19050" dir="5400000" algn="bl" rotWithShape="0">
              <a:srgbClr val="000000">
                <a:alpha val="50000"/>
              </a:srgbClr>
            </a:outerShdw>
          </a:effectLst>
        </p:spPr>
      </p:pic>
      <p:sp>
        <p:nvSpPr>
          <p:cNvPr id="313" name="Google Shape;313;g104476d1465_1_39"/>
          <p:cNvSpPr txBox="1">
            <a:spLocks noGrp="1"/>
          </p:cNvSpPr>
          <p:nvPr>
            <p:ph type="title" idx="4294967295"/>
          </p:nvPr>
        </p:nvSpPr>
        <p:spPr>
          <a:xfrm>
            <a:off x="5665258" y="2766145"/>
            <a:ext cx="5002742" cy="1325700"/>
          </a:xfrm>
          <a:prstGeom prst="rect">
            <a:avLst/>
          </a:prstGeom>
          <a:noFill/>
          <a:ln>
            <a:noFill/>
          </a:ln>
        </p:spPr>
        <p:txBody>
          <a:bodyPr spcFirstLastPara="1" wrap="square" lIns="91425" tIns="45700" rIns="91425" bIns="45700" anchor="ctr" anchorCtr="0">
            <a:normAutofit fontScale="90000"/>
          </a:bodyPr>
          <a:lstStyle/>
          <a:p>
            <a:pPr algn="ctr">
              <a:buClr>
                <a:schemeClr val="lt1"/>
              </a:buClr>
              <a:buSzPts val="4800"/>
            </a:pPr>
            <a:r>
              <a:rPr lang="en-US" sz="5500" b="1" dirty="0">
                <a:solidFill>
                  <a:srgbClr val="33BEA6"/>
                </a:solidFill>
                <a:latin typeface="Verdana"/>
                <a:ea typeface="Verdana"/>
                <a:cs typeface="Verdana"/>
                <a:sym typeface="Verdana"/>
              </a:rPr>
              <a:t>Collaboration</a:t>
            </a:r>
            <a:endParaRPr sz="5100" b="1" dirty="0">
              <a:solidFill>
                <a:srgbClr val="33BEA6"/>
              </a:solidFill>
              <a:latin typeface="Verdana"/>
              <a:ea typeface="Verdana"/>
              <a:cs typeface="Verdana"/>
              <a:sym typeface="Verdana"/>
            </a:endParaRPr>
          </a:p>
        </p:txBody>
      </p:sp>
      <p:sp>
        <p:nvSpPr>
          <p:cNvPr id="7" name="Google Shape;282;g104476d1465_1_17">
            <a:extLst>
              <a:ext uri="{FF2B5EF4-FFF2-40B4-BE49-F238E27FC236}">
                <a16:creationId xmlns:a16="http://schemas.microsoft.com/office/drawing/2014/main" id="{B595484E-1C62-AC4F-B448-37E60F77A8C0}"/>
              </a:ext>
            </a:extLst>
          </p:cNvPr>
          <p:cNvSpPr txBox="1"/>
          <p:nvPr/>
        </p:nvSpPr>
        <p:spPr>
          <a:xfrm>
            <a:off x="8889924" y="6457799"/>
            <a:ext cx="2634000" cy="400200"/>
          </a:xfrm>
          <a:prstGeom prst="rect">
            <a:avLst/>
          </a:prstGeom>
          <a:noFill/>
          <a:ln>
            <a:noFill/>
          </a:ln>
        </p:spPr>
        <p:txBody>
          <a:bodyPr spcFirstLastPara="1" wrap="square" lIns="91425" tIns="91425" rIns="91425" bIns="91425" anchor="t" anchorCtr="0">
            <a:spAutoFit/>
          </a:bodyPr>
          <a:lstStyle/>
          <a:p>
            <a:pPr lvl="0" algn="r"/>
            <a:r>
              <a:rPr lang="it-IT" i="1" dirty="0">
                <a:latin typeface="Calibri"/>
                <a:ea typeface="Calibri"/>
                <a:cs typeface="Calibri"/>
                <a:sym typeface="Calibri"/>
              </a:rPr>
              <a:t>volume 1, </a:t>
            </a:r>
            <a:r>
              <a:rPr lang="it-IT" i="1" dirty="0" err="1">
                <a:latin typeface="Calibri"/>
                <a:ea typeface="Calibri"/>
                <a:cs typeface="Calibri"/>
                <a:sym typeface="Calibri"/>
              </a:rPr>
              <a:t>pg</a:t>
            </a:r>
            <a:r>
              <a:rPr lang="it-IT" i="1" dirty="0">
                <a:latin typeface="Calibri"/>
                <a:ea typeface="Calibri"/>
                <a:cs typeface="Calibri"/>
                <a:sym typeface="Calibri"/>
              </a:rPr>
              <a:t>. 434</a:t>
            </a:r>
          </a:p>
        </p:txBody>
      </p:sp>
      <p:pic>
        <p:nvPicPr>
          <p:cNvPr id="3074" name="Picture 2">
            <a:extLst>
              <a:ext uri="{FF2B5EF4-FFF2-40B4-BE49-F238E27FC236}">
                <a16:creationId xmlns:a16="http://schemas.microsoft.com/office/drawing/2014/main" id="{D0821C8B-4657-A74D-94B5-D6CF373A1741}"/>
              </a:ext>
            </a:extLst>
          </p:cNvPr>
          <p:cNvPicPr>
            <a:picLocks noChangeAspect="1" noChangeArrowheads="1"/>
          </p:cNvPicPr>
          <p:nvPr/>
        </p:nvPicPr>
        <p:blipFill>
          <a:blip r:embed="rId4">
            <a:extLst>
              <a:ext uri="{28A0092B-C50C-407E-A947-70E740481C1C}">
                <a14:useLocalDpi xmlns:a14="http://schemas.microsoft.com/office/drawing/2010/main"/>
              </a:ext>
            </a:extLst>
          </a:blip>
          <a:srcRect/>
          <a:stretch>
            <a:fillRect/>
          </a:stretch>
        </p:blipFill>
        <p:spPr bwMode="auto">
          <a:xfrm>
            <a:off x="4513114" y="2852923"/>
            <a:ext cx="1152144" cy="1152144"/>
          </a:xfrm>
          <a:prstGeom prst="rect">
            <a:avLst/>
          </a:prstGeom>
          <a:noFill/>
          <a:effectLst>
            <a:outerShdw blurRad="50800" dist="38100" dir="2700000" algn="tl" rotWithShape="0">
              <a:prstClr val="black">
                <a:alpha val="40000"/>
              </a:prstClr>
            </a:outerShdw>
          </a:effectLst>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3560788707"/>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Shape 277"/>
        <p:cNvGrpSpPr/>
        <p:nvPr/>
      </p:nvGrpSpPr>
      <p:grpSpPr>
        <a:xfrm>
          <a:off x="0" y="0"/>
          <a:ext cx="0" cy="0"/>
          <a:chOff x="0" y="0"/>
          <a:chExt cx="0" cy="0"/>
        </a:xfrm>
      </p:grpSpPr>
      <p:pic>
        <p:nvPicPr>
          <p:cNvPr id="283" name="Google Shape;283;g104476d1465_1_17"/>
          <p:cNvPicPr preferRelativeResize="0"/>
          <p:nvPr/>
        </p:nvPicPr>
        <p:blipFill>
          <a:blip r:embed="rId3" cstate="screen">
            <a:alphaModFix/>
            <a:extLst>
              <a:ext uri="{28A0092B-C50C-407E-A947-70E740481C1C}">
                <a14:useLocalDpi xmlns:a14="http://schemas.microsoft.com/office/drawing/2010/main"/>
              </a:ext>
            </a:extLst>
          </a:blip>
          <a:stretch>
            <a:fillRect/>
          </a:stretch>
        </p:blipFill>
        <p:spPr>
          <a:xfrm>
            <a:off x="11628150" y="6200724"/>
            <a:ext cx="563850" cy="657276"/>
          </a:xfrm>
          <a:prstGeom prst="rect">
            <a:avLst/>
          </a:prstGeom>
          <a:noFill/>
          <a:ln>
            <a:noFill/>
          </a:ln>
          <a:effectLst>
            <a:outerShdw blurRad="57150" dist="19050" dir="5400000" algn="bl" rotWithShape="0">
              <a:srgbClr val="000000">
                <a:alpha val="50000"/>
              </a:srgbClr>
            </a:outerShdw>
          </a:effectLst>
        </p:spPr>
      </p:pic>
      <p:sp>
        <p:nvSpPr>
          <p:cNvPr id="8" name="Google Shape;324;g103996e1364_0_25">
            <a:extLst>
              <a:ext uri="{FF2B5EF4-FFF2-40B4-BE49-F238E27FC236}">
                <a16:creationId xmlns:a16="http://schemas.microsoft.com/office/drawing/2014/main" id="{DB5796CA-12EB-BB4C-8338-B127D750A026}"/>
              </a:ext>
            </a:extLst>
          </p:cNvPr>
          <p:cNvSpPr txBox="1">
            <a:spLocks/>
          </p:cNvSpPr>
          <p:nvPr/>
        </p:nvSpPr>
        <p:spPr>
          <a:xfrm>
            <a:off x="1009917" y="60449"/>
            <a:ext cx="10007127" cy="1325700"/>
          </a:xfrm>
          <a:prstGeom prst="rect">
            <a:avLst/>
          </a:prstGeom>
          <a:noFill/>
          <a:ln>
            <a:noFill/>
          </a:ln>
        </p:spPr>
        <p:txBody>
          <a:bodyPr spcFirstLastPara="1" wrap="square" lIns="91425" tIns="45700" rIns="91425" bIns="45700" anchor="ctr" anchorCtr="0">
            <a:noAutofit/>
          </a:bodyP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a:lstStyle>
          <a:p>
            <a:pPr>
              <a:lnSpc>
                <a:spcPct val="90000"/>
              </a:lnSpc>
              <a:buClr>
                <a:schemeClr val="dk1"/>
              </a:buClr>
              <a:buSzPts val="5400"/>
              <a:buFont typeface="Century Gothic"/>
              <a:buNone/>
            </a:pPr>
            <a:r>
              <a:rPr lang="en-US" sz="3600" b="1" dirty="0">
                <a:solidFill>
                  <a:srgbClr val="33BEA6"/>
                </a:solidFill>
                <a:latin typeface="Verdana"/>
                <a:ea typeface="Verdana"/>
                <a:cs typeface="Verdana"/>
                <a:sym typeface="Verdana"/>
              </a:rPr>
              <a:t>7.H2.2 Collaboration: Deriving the Law of Cosines</a:t>
            </a:r>
          </a:p>
        </p:txBody>
      </p:sp>
      <p:sp>
        <p:nvSpPr>
          <p:cNvPr id="15" name="Google Shape;282;g104476d1465_1_17">
            <a:extLst>
              <a:ext uri="{FF2B5EF4-FFF2-40B4-BE49-F238E27FC236}">
                <a16:creationId xmlns:a16="http://schemas.microsoft.com/office/drawing/2014/main" id="{5B627696-920F-B441-B5C1-01510F09761A}"/>
              </a:ext>
            </a:extLst>
          </p:cNvPr>
          <p:cNvSpPr txBox="1"/>
          <p:nvPr/>
        </p:nvSpPr>
        <p:spPr>
          <a:xfrm>
            <a:off x="8889924" y="6457799"/>
            <a:ext cx="2634000" cy="400200"/>
          </a:xfrm>
          <a:prstGeom prst="rect">
            <a:avLst/>
          </a:prstGeom>
          <a:noFill/>
          <a:ln>
            <a:noFill/>
          </a:ln>
        </p:spPr>
        <p:txBody>
          <a:bodyPr spcFirstLastPara="1" wrap="square" lIns="91425" tIns="91425" rIns="91425" bIns="91425" anchor="t" anchorCtr="0">
            <a:spAutoFit/>
          </a:bodyPr>
          <a:lstStyle/>
          <a:p>
            <a:pPr lvl="0" algn="r"/>
            <a:r>
              <a:rPr lang="it-IT" i="1" dirty="0">
                <a:latin typeface="Calibri"/>
                <a:ea typeface="Calibri"/>
                <a:cs typeface="Calibri"/>
                <a:sym typeface="Calibri"/>
              </a:rPr>
              <a:t>volume 1, </a:t>
            </a:r>
            <a:r>
              <a:rPr lang="it-IT" i="1" dirty="0" err="1">
                <a:latin typeface="Calibri"/>
                <a:ea typeface="Calibri"/>
                <a:cs typeface="Calibri"/>
                <a:sym typeface="Calibri"/>
              </a:rPr>
              <a:t>pg</a:t>
            </a:r>
            <a:r>
              <a:rPr lang="it-IT" i="1" dirty="0">
                <a:latin typeface="Calibri"/>
                <a:ea typeface="Calibri"/>
                <a:cs typeface="Calibri"/>
                <a:sym typeface="Calibri"/>
              </a:rPr>
              <a:t>. 434</a:t>
            </a:r>
          </a:p>
        </p:txBody>
      </p:sp>
      <p:pic>
        <p:nvPicPr>
          <p:cNvPr id="9" name="Picture 2">
            <a:extLst>
              <a:ext uri="{FF2B5EF4-FFF2-40B4-BE49-F238E27FC236}">
                <a16:creationId xmlns:a16="http://schemas.microsoft.com/office/drawing/2014/main" id="{A80EBD0F-404F-0B4B-AC09-DA5A6DF6026E}"/>
              </a:ext>
            </a:extLst>
          </p:cNvPr>
          <p:cNvPicPr>
            <a:picLocks noChangeAspect="1" noChangeArrowheads="1"/>
          </p:cNvPicPr>
          <p:nvPr/>
        </p:nvPicPr>
        <p:blipFill>
          <a:blip r:embed="rId4" cstate="screen">
            <a:extLst>
              <a:ext uri="{28A0092B-C50C-407E-A947-70E740481C1C}">
                <a14:useLocalDpi xmlns:a14="http://schemas.microsoft.com/office/drawing/2010/main"/>
              </a:ext>
            </a:extLst>
          </a:blip>
          <a:srcRect/>
          <a:stretch>
            <a:fillRect/>
          </a:stretch>
        </p:blipFill>
        <p:spPr bwMode="auto">
          <a:xfrm>
            <a:off x="260110" y="348395"/>
            <a:ext cx="749808" cy="749808"/>
          </a:xfrm>
          <a:prstGeom prst="rect">
            <a:avLst/>
          </a:prstGeom>
          <a:noFill/>
          <a:effectLst>
            <a:outerShdw blurRad="50800" dist="38100" dir="2700000" algn="tl" rotWithShape="0">
              <a:prstClr val="black">
                <a:alpha val="40000"/>
              </a:prstClr>
            </a:outerShdw>
          </a:effectLst>
          <a:extLst>
            <a:ext uri="{909E8E84-426E-40DD-AFC4-6F175D3DCCD1}">
              <a14:hiddenFill xmlns:a14="http://schemas.microsoft.com/office/drawing/2010/main">
                <a:solidFill>
                  <a:srgbClr val="FFFFFF"/>
                </a:solidFill>
              </a14:hiddenFill>
            </a:ext>
          </a:extLst>
        </p:spPr>
      </p:pic>
      <mc:AlternateContent xmlns:mc="http://schemas.openxmlformats.org/markup-compatibility/2006" xmlns:a14="http://schemas.microsoft.com/office/drawing/2010/main">
        <mc:Choice Requires="a14">
          <p:sp>
            <p:nvSpPr>
              <p:cNvPr id="10" name="TextBox 9">
                <a:extLst>
                  <a:ext uri="{FF2B5EF4-FFF2-40B4-BE49-F238E27FC236}">
                    <a16:creationId xmlns:a16="http://schemas.microsoft.com/office/drawing/2014/main" id="{E44DF7DE-9172-3E4E-B74A-7A51585FB6EA}"/>
                  </a:ext>
                </a:extLst>
              </p:cNvPr>
              <p:cNvSpPr txBox="1"/>
              <p:nvPr/>
            </p:nvSpPr>
            <p:spPr>
              <a:xfrm>
                <a:off x="550516" y="1386149"/>
                <a:ext cx="10973408" cy="5017464"/>
              </a:xfrm>
              <a:prstGeom prst="rect">
                <a:avLst/>
              </a:prstGeom>
              <a:noFill/>
            </p:spPr>
            <p:txBody>
              <a:bodyPr wrap="square" rtlCol="0">
                <a:spAutoFit/>
              </a:bodyPr>
              <a:lstStyle/>
              <a:p>
                <a:pPr marL="457200" indent="-457200">
                  <a:buFont typeface="+mj-lt"/>
                  <a:buAutoNum type="arabicPeriod"/>
                </a:pPr>
                <a:r>
                  <a:rPr lang="en-US" sz="2000" dirty="0">
                    <a:latin typeface="Verdana" charset="0"/>
                    <a:ea typeface="Verdana" charset="0"/>
                    <a:cs typeface="Verdana" charset="0"/>
                  </a:rPr>
                  <a:t>A triangle is shown below.</a:t>
                </a:r>
              </a:p>
              <a:p>
                <a:pPr marL="457200" indent="-457200">
                  <a:buFont typeface="+mj-lt"/>
                  <a:buAutoNum type="arabicPeriod"/>
                </a:pPr>
                <a:endParaRPr lang="en-US" sz="2000" dirty="0">
                  <a:latin typeface="Verdana" charset="0"/>
                  <a:ea typeface="Verdana" charset="0"/>
                  <a:cs typeface="Verdana" charset="0"/>
                </a:endParaRPr>
              </a:p>
              <a:p>
                <a:pPr marL="457200" indent="-457200">
                  <a:buFont typeface="+mj-lt"/>
                  <a:buAutoNum type="arabicPeriod"/>
                </a:pPr>
                <a:endParaRPr lang="en-US" sz="2000" dirty="0">
                  <a:latin typeface="Verdana" charset="0"/>
                  <a:ea typeface="Verdana" charset="0"/>
                  <a:cs typeface="Verdana" charset="0"/>
                </a:endParaRPr>
              </a:p>
              <a:p>
                <a:pPr marL="457200" indent="-457200">
                  <a:buFont typeface="+mj-lt"/>
                  <a:buAutoNum type="arabicPeriod"/>
                </a:pPr>
                <a:endParaRPr lang="en-US" sz="2000" dirty="0">
                  <a:latin typeface="Verdana" charset="0"/>
                  <a:ea typeface="Verdana" charset="0"/>
                  <a:cs typeface="Verdana" charset="0"/>
                </a:endParaRPr>
              </a:p>
              <a:p>
                <a:pPr marL="457200" indent="-457200">
                  <a:buFont typeface="+mj-lt"/>
                  <a:buAutoNum type="arabicPeriod"/>
                </a:pPr>
                <a:endParaRPr lang="en-US" sz="2000" dirty="0">
                  <a:latin typeface="Verdana" charset="0"/>
                  <a:ea typeface="Verdana" charset="0"/>
                  <a:cs typeface="Verdana" charset="0"/>
                </a:endParaRPr>
              </a:p>
              <a:p>
                <a:pPr marL="457200" indent="-457200">
                  <a:buFont typeface="+mj-lt"/>
                  <a:buAutoNum type="arabicPeriod"/>
                </a:pPr>
                <a:endParaRPr lang="en-US" sz="2000" dirty="0">
                  <a:latin typeface="Verdana" charset="0"/>
                  <a:ea typeface="Verdana" charset="0"/>
                  <a:cs typeface="Verdana" charset="0"/>
                </a:endParaRPr>
              </a:p>
              <a:p>
                <a:pPr marL="457200" indent="-457200">
                  <a:buFont typeface="+mj-lt"/>
                  <a:buAutoNum type="arabicPeriod"/>
                </a:pPr>
                <a:endParaRPr lang="en-US" sz="2000" dirty="0">
                  <a:latin typeface="Verdana" charset="0"/>
                  <a:ea typeface="Verdana" charset="0"/>
                  <a:cs typeface="Verdana" charset="0"/>
                </a:endParaRPr>
              </a:p>
              <a:p>
                <a:pPr marL="457200" indent="-457200">
                  <a:buFont typeface="+mj-lt"/>
                  <a:buAutoNum type="arabicPeriod"/>
                </a:pPr>
                <a:endParaRPr lang="en-US" sz="2000" dirty="0">
                  <a:latin typeface="Verdana" charset="0"/>
                  <a:ea typeface="Verdana" charset="0"/>
                  <a:cs typeface="Verdana" charset="0"/>
                </a:endParaRPr>
              </a:p>
              <a:p>
                <a:pPr marL="457200" indent="-457200">
                  <a:buFont typeface="+mj-lt"/>
                  <a:buAutoNum type="arabicPeriod"/>
                </a:pPr>
                <a:endParaRPr lang="en-US" sz="2000" dirty="0">
                  <a:latin typeface="Verdana" charset="0"/>
                  <a:ea typeface="Verdana" charset="0"/>
                  <a:cs typeface="Verdana" charset="0"/>
                </a:endParaRPr>
              </a:p>
              <a:p>
                <a:pPr marL="457200" indent="-457200">
                  <a:buFont typeface="+mj-lt"/>
                  <a:buAutoNum type="arabicPeriod"/>
                </a:pPr>
                <a:endParaRPr lang="en-US" sz="2000" dirty="0">
                  <a:latin typeface="Verdana" charset="0"/>
                  <a:ea typeface="Verdana" charset="0"/>
                  <a:cs typeface="Verdana" charset="0"/>
                </a:endParaRPr>
              </a:p>
              <a:p>
                <a:pPr marL="457200" indent="-457200">
                  <a:buFont typeface="+mj-lt"/>
                  <a:buAutoNum type="arabicPeriod"/>
                </a:pPr>
                <a:endParaRPr lang="en-US" sz="2000" dirty="0">
                  <a:latin typeface="Verdana" charset="0"/>
                  <a:ea typeface="Verdana" charset="0"/>
                  <a:cs typeface="Verdana" charset="0"/>
                </a:endParaRPr>
              </a:p>
              <a:p>
                <a:pPr marL="923925" indent="-454025">
                  <a:buFont typeface="+mj-lt"/>
                  <a:buAutoNum type="alphaLcPeriod"/>
                </a:pPr>
                <a:r>
                  <a:rPr lang="en-US" sz="2000" dirty="0">
                    <a:latin typeface="Verdana" charset="0"/>
                    <a:ea typeface="Verdana" charset="0"/>
                    <a:cs typeface="Verdana" charset="0"/>
                  </a:rPr>
                  <a:t>Use </a:t>
                </a:r>
                <a14:m>
                  <m:oMath xmlns:m="http://schemas.openxmlformats.org/officeDocument/2006/math">
                    <m:r>
                      <a:rPr lang="en-US" sz="2000" i="1">
                        <a:latin typeface="Cambria Math" charset="0"/>
                        <a:ea typeface="Verdana" charset="0"/>
                        <a:cs typeface="Verdana" charset="0"/>
                      </a:rPr>
                      <m:t>∆</m:t>
                    </m:r>
                    <m:r>
                      <a:rPr lang="en-US" sz="2000" i="1">
                        <a:latin typeface="Cambria Math" charset="0"/>
                        <a:ea typeface="Verdana" charset="0"/>
                        <a:cs typeface="Verdana" charset="0"/>
                      </a:rPr>
                      <m:t>𝐴𝐵𝐶</m:t>
                    </m:r>
                  </m:oMath>
                </a14:m>
                <a:r>
                  <a:rPr lang="en-US" sz="2000" dirty="0">
                    <a:latin typeface="Verdana" charset="0"/>
                    <a:ea typeface="Verdana" charset="0"/>
                    <a:cs typeface="Verdana" charset="0"/>
                  </a:rPr>
                  <a:t> to complete the following.</a:t>
                </a:r>
              </a:p>
              <a:p>
                <a:r>
                  <a:rPr lang="en-US" sz="2000" b="1" dirty="0">
                    <a:latin typeface="Verdana" charset="0"/>
                    <a:ea typeface="Verdana" charset="0"/>
                    <a:cs typeface="Verdana" charset="0"/>
                  </a:rPr>
                  <a:t> </a:t>
                </a:r>
                <a:endParaRPr lang="en-US" sz="2000" dirty="0">
                  <a:latin typeface="Verdana" charset="0"/>
                  <a:ea typeface="Verdana" charset="0"/>
                  <a:cs typeface="Verdana" charset="0"/>
                </a:endParaRPr>
              </a:p>
              <a:p>
                <a:pPr marL="1206500" indent="-328613">
                  <a:buFont typeface="Arial" charset="0"/>
                  <a:buChar char="•"/>
                </a:pPr>
                <a:r>
                  <a:rPr lang="en-US" sz="2000" dirty="0">
                    <a:latin typeface="Verdana" charset="0"/>
                    <a:ea typeface="Verdana" charset="0"/>
                    <a:cs typeface="Verdana" charset="0"/>
                  </a:rPr>
                  <a:t>Sketch an altitude from vertex </a:t>
                </a:r>
                <a14:m>
                  <m:oMath xmlns:m="http://schemas.openxmlformats.org/officeDocument/2006/math">
                    <m:r>
                      <a:rPr lang="en-US" sz="2000" i="1">
                        <a:latin typeface="Cambria Math" charset="0"/>
                        <a:ea typeface="Verdana" charset="0"/>
                        <a:cs typeface="Verdana" charset="0"/>
                      </a:rPr>
                      <m:t>𝐶</m:t>
                    </m:r>
                  </m:oMath>
                </a14:m>
                <a:r>
                  <a:rPr lang="en-US" sz="2000" dirty="0">
                    <a:latin typeface="Verdana" charset="0"/>
                    <a:ea typeface="Verdana" charset="0"/>
                    <a:cs typeface="Verdana" charset="0"/>
                  </a:rPr>
                  <a:t>.</a:t>
                </a:r>
              </a:p>
              <a:p>
                <a:pPr marL="1206500" indent="-328613">
                  <a:buFont typeface="Arial" charset="0"/>
                  <a:buChar char="•"/>
                </a:pPr>
                <a:r>
                  <a:rPr lang="en-US" sz="2000" dirty="0">
                    <a:latin typeface="Verdana" charset="0"/>
                    <a:ea typeface="Verdana" charset="0"/>
                    <a:cs typeface="Verdana" charset="0"/>
                  </a:rPr>
                  <a:t>Label the altitude </a:t>
                </a:r>
                <a14:m>
                  <m:oMath xmlns:m="http://schemas.openxmlformats.org/officeDocument/2006/math">
                    <m:r>
                      <a:rPr lang="en-US" sz="2000" i="1">
                        <a:latin typeface="Cambria Math" charset="0"/>
                        <a:ea typeface="Verdana" charset="0"/>
                        <a:cs typeface="Verdana" charset="0"/>
                      </a:rPr>
                      <m:t>h</m:t>
                    </m:r>
                  </m:oMath>
                </a14:m>
                <a:r>
                  <a:rPr lang="en-US" sz="2000" dirty="0">
                    <a:latin typeface="Verdana" charset="0"/>
                    <a:ea typeface="Verdana" charset="0"/>
                    <a:cs typeface="Verdana" charset="0"/>
                  </a:rPr>
                  <a:t>, and label the point on </a:t>
                </a:r>
                <a14:m>
                  <m:oMath xmlns:m="http://schemas.openxmlformats.org/officeDocument/2006/math">
                    <m:acc>
                      <m:accPr>
                        <m:chr m:val="̅"/>
                        <m:ctrlPr>
                          <a:rPr lang="en-US" sz="2000" i="1">
                            <a:latin typeface="Cambria Math" panose="02040503050406030204" pitchFamily="18" charset="0"/>
                            <a:ea typeface="Verdana" charset="0"/>
                            <a:cs typeface="Verdana" charset="0"/>
                          </a:rPr>
                        </m:ctrlPr>
                      </m:accPr>
                      <m:e>
                        <m:r>
                          <a:rPr lang="en-US" sz="2000" i="1">
                            <a:latin typeface="Cambria Math" charset="0"/>
                            <a:ea typeface="Verdana" charset="0"/>
                            <a:cs typeface="Verdana" charset="0"/>
                          </a:rPr>
                          <m:t>𝐴𝐵</m:t>
                        </m:r>
                      </m:e>
                    </m:acc>
                  </m:oMath>
                </a14:m>
                <a:r>
                  <a:rPr lang="en-US" sz="2000" dirty="0">
                    <a:latin typeface="Verdana" charset="0"/>
                    <a:ea typeface="Verdana" charset="0"/>
                    <a:cs typeface="Verdana" charset="0"/>
                  </a:rPr>
                  <a:t> as </a:t>
                </a:r>
                <a14:m>
                  <m:oMath xmlns:m="http://schemas.openxmlformats.org/officeDocument/2006/math">
                    <m:r>
                      <a:rPr lang="en-US" sz="2000" i="1">
                        <a:latin typeface="Cambria Math" charset="0"/>
                        <a:ea typeface="Verdana" charset="0"/>
                        <a:cs typeface="Verdana" charset="0"/>
                      </a:rPr>
                      <m:t>𝐷</m:t>
                    </m:r>
                    <m:r>
                      <a:rPr lang="en-US" sz="2000" i="1">
                        <a:latin typeface="Cambria Math" charset="0"/>
                        <a:ea typeface="Verdana" charset="0"/>
                        <a:cs typeface="Verdana" charset="0"/>
                      </a:rPr>
                      <m:t>.</m:t>
                    </m:r>
                  </m:oMath>
                </a14:m>
                <a:endParaRPr lang="en-US" sz="2000" dirty="0">
                  <a:latin typeface="Verdana" charset="0"/>
                  <a:ea typeface="Verdana" charset="0"/>
                  <a:cs typeface="Verdana" charset="0"/>
                </a:endParaRPr>
              </a:p>
              <a:p>
                <a:pPr marL="1206500" indent="-328613">
                  <a:buFont typeface="Arial" charset="0"/>
                  <a:buChar char="•"/>
                </a:pPr>
                <a:r>
                  <a:rPr lang="en-US" sz="2000" dirty="0">
                    <a:latin typeface="Verdana" charset="0"/>
                    <a:ea typeface="Verdana" charset="0"/>
                    <a:cs typeface="Verdana" charset="0"/>
                  </a:rPr>
                  <a:t>Label each line segment. </a:t>
                </a:r>
                <a14:m>
                  <m:oMath xmlns:m="http://schemas.openxmlformats.org/officeDocument/2006/math">
                    <m:r>
                      <a:rPr lang="en-US" sz="2000" i="1">
                        <a:latin typeface="Cambria Math" charset="0"/>
                        <a:ea typeface="Verdana" charset="0"/>
                        <a:cs typeface="Verdana" charset="0"/>
                      </a:rPr>
                      <m:t>𝐴𝐶</m:t>
                    </m:r>
                    <m:r>
                      <a:rPr lang="en-US" sz="2000" i="1">
                        <a:latin typeface="Cambria Math" charset="0"/>
                        <a:ea typeface="Verdana" charset="0"/>
                        <a:cs typeface="Verdana" charset="0"/>
                      </a:rPr>
                      <m:t>=</m:t>
                    </m:r>
                    <m:r>
                      <a:rPr lang="en-US" sz="2000" i="1">
                        <a:latin typeface="Cambria Math" charset="0"/>
                        <a:ea typeface="Verdana" charset="0"/>
                        <a:cs typeface="Verdana" charset="0"/>
                      </a:rPr>
                      <m:t>𝑏</m:t>
                    </m:r>
                    <m:r>
                      <a:rPr lang="en-US" sz="2000" i="1">
                        <a:latin typeface="Cambria Math" charset="0"/>
                        <a:ea typeface="Verdana" charset="0"/>
                        <a:cs typeface="Verdana" charset="0"/>
                      </a:rPr>
                      <m:t>,  </m:t>
                    </m:r>
                    <m:r>
                      <a:rPr lang="en-US" sz="2000" i="1">
                        <a:latin typeface="Cambria Math" charset="0"/>
                        <a:ea typeface="Verdana" charset="0"/>
                        <a:cs typeface="Verdana" charset="0"/>
                      </a:rPr>
                      <m:t>𝐴𝐷</m:t>
                    </m:r>
                    <m:r>
                      <a:rPr lang="en-US" sz="2000" i="1">
                        <a:latin typeface="Cambria Math" charset="0"/>
                        <a:ea typeface="Verdana" charset="0"/>
                        <a:cs typeface="Verdana" charset="0"/>
                      </a:rPr>
                      <m:t>=</m:t>
                    </m:r>
                    <m:r>
                      <a:rPr lang="en-US" sz="2000" i="1">
                        <a:latin typeface="Cambria Math" charset="0"/>
                        <a:ea typeface="Verdana" charset="0"/>
                        <a:cs typeface="Verdana" charset="0"/>
                      </a:rPr>
                      <m:t>𝑥</m:t>
                    </m:r>
                    <m:r>
                      <a:rPr lang="en-US" sz="2000" i="1">
                        <a:latin typeface="Cambria Math" charset="0"/>
                        <a:ea typeface="Verdana" charset="0"/>
                        <a:cs typeface="Verdana" charset="0"/>
                      </a:rPr>
                      <m:t>, </m:t>
                    </m:r>
                    <m:r>
                      <a:rPr lang="en-US" sz="2000" i="1">
                        <a:latin typeface="Cambria Math" charset="0"/>
                        <a:ea typeface="Verdana" charset="0"/>
                        <a:cs typeface="Verdana" charset="0"/>
                      </a:rPr>
                      <m:t>𝐶𝐵</m:t>
                    </m:r>
                    <m:r>
                      <a:rPr lang="en-US" sz="2000" i="1">
                        <a:latin typeface="Cambria Math" charset="0"/>
                        <a:ea typeface="Verdana" charset="0"/>
                        <a:cs typeface="Verdana" charset="0"/>
                      </a:rPr>
                      <m:t>=</m:t>
                    </m:r>
                    <m:r>
                      <a:rPr lang="en-US" sz="2000" i="1">
                        <a:latin typeface="Cambria Math" charset="0"/>
                        <a:ea typeface="Verdana" charset="0"/>
                        <a:cs typeface="Verdana" charset="0"/>
                      </a:rPr>
                      <m:t>𝑎</m:t>
                    </m:r>
                    <m:r>
                      <a:rPr lang="en-US" sz="2000" i="1">
                        <a:latin typeface="Cambria Math" charset="0"/>
                        <a:ea typeface="Verdana" charset="0"/>
                        <a:cs typeface="Verdana" charset="0"/>
                      </a:rPr>
                      <m:t>,  </m:t>
                    </m:r>
                    <m:r>
                      <a:rPr lang="en-US" sz="2000" i="1">
                        <a:latin typeface="Cambria Math" charset="0"/>
                        <a:ea typeface="Verdana" charset="0"/>
                        <a:cs typeface="Verdana" charset="0"/>
                      </a:rPr>
                      <m:t>𝐷𝐵</m:t>
                    </m:r>
                    <m:r>
                      <a:rPr lang="en-US" sz="2000" i="1">
                        <a:latin typeface="Cambria Math" charset="0"/>
                        <a:ea typeface="Verdana" charset="0"/>
                        <a:cs typeface="Verdana" charset="0"/>
                      </a:rPr>
                      <m:t>=</m:t>
                    </m:r>
                    <m:r>
                      <a:rPr lang="en-US" sz="2000" i="1">
                        <a:latin typeface="Cambria Math" charset="0"/>
                        <a:ea typeface="Verdana" charset="0"/>
                        <a:cs typeface="Verdana" charset="0"/>
                      </a:rPr>
                      <m:t>𝑐</m:t>
                    </m:r>
                    <m:r>
                      <a:rPr lang="en-US" sz="2000" i="1">
                        <a:latin typeface="Cambria Math" charset="0"/>
                        <a:ea typeface="Verdana" charset="0"/>
                        <a:cs typeface="Verdana" charset="0"/>
                      </a:rPr>
                      <m:t>−</m:t>
                    </m:r>
                    <m:r>
                      <a:rPr lang="en-US" sz="2000" i="1">
                        <a:latin typeface="Cambria Math" charset="0"/>
                        <a:ea typeface="Verdana" charset="0"/>
                        <a:cs typeface="Verdana" charset="0"/>
                      </a:rPr>
                      <m:t>𝑥</m:t>
                    </m:r>
                    <m:r>
                      <a:rPr lang="en-US" sz="2000" i="1">
                        <a:latin typeface="Cambria Math" charset="0"/>
                        <a:ea typeface="Verdana" charset="0"/>
                        <a:cs typeface="Verdana" charset="0"/>
                      </a:rPr>
                      <m:t>,  </m:t>
                    </m:r>
                    <m:r>
                      <a:rPr lang="en-US" sz="2000" i="1">
                        <a:latin typeface="Cambria Math" charset="0"/>
                        <a:ea typeface="Verdana" charset="0"/>
                        <a:cs typeface="Verdana" charset="0"/>
                      </a:rPr>
                      <m:t>𝐴𝐵</m:t>
                    </m:r>
                    <m:r>
                      <a:rPr lang="en-US" sz="2000" i="1">
                        <a:latin typeface="Cambria Math" charset="0"/>
                        <a:ea typeface="Verdana" charset="0"/>
                        <a:cs typeface="Verdana" charset="0"/>
                      </a:rPr>
                      <m:t>=</m:t>
                    </m:r>
                    <m:r>
                      <a:rPr lang="en-US" sz="2000" i="1">
                        <a:latin typeface="Cambria Math" charset="0"/>
                        <a:ea typeface="Verdana" charset="0"/>
                        <a:cs typeface="Verdana" charset="0"/>
                      </a:rPr>
                      <m:t>𝑐</m:t>
                    </m:r>
                  </m:oMath>
                </a14:m>
                <a:endParaRPr lang="en-US" sz="2000" dirty="0">
                  <a:latin typeface="Verdana" charset="0"/>
                  <a:ea typeface="Verdana" charset="0"/>
                  <a:cs typeface="Verdana" charset="0"/>
                </a:endParaRPr>
              </a:p>
            </p:txBody>
          </p:sp>
        </mc:Choice>
        <mc:Fallback xmlns="">
          <p:sp>
            <p:nvSpPr>
              <p:cNvPr id="10" name="TextBox 9">
                <a:extLst>
                  <a:ext uri="{FF2B5EF4-FFF2-40B4-BE49-F238E27FC236}">
                    <a16:creationId xmlns:a16="http://schemas.microsoft.com/office/drawing/2014/main" id="{E44DF7DE-9172-3E4E-B74A-7A51585FB6EA}"/>
                  </a:ext>
                </a:extLst>
              </p:cNvPr>
              <p:cNvSpPr txBox="1">
                <a:spLocks noRot="1" noChangeAspect="1" noMove="1" noResize="1" noEditPoints="1" noAdjustHandles="1" noChangeArrowheads="1" noChangeShapeType="1" noTextEdit="1"/>
              </p:cNvSpPr>
              <p:nvPr/>
            </p:nvSpPr>
            <p:spPr>
              <a:xfrm>
                <a:off x="550516" y="1386149"/>
                <a:ext cx="10973408" cy="5017464"/>
              </a:xfrm>
              <a:prstGeom prst="rect">
                <a:avLst/>
              </a:prstGeom>
              <a:blipFill>
                <a:blip r:embed="rId5"/>
                <a:stretch>
                  <a:fillRect l="-611" t="-729" b="-1215"/>
                </a:stretch>
              </a:blipFill>
            </p:spPr>
            <p:txBody>
              <a:bodyPr/>
              <a:lstStyle/>
              <a:p>
                <a:r>
                  <a:rPr lang="en-US">
                    <a:noFill/>
                  </a:rPr>
                  <a:t> </a:t>
                </a:r>
              </a:p>
            </p:txBody>
          </p:sp>
        </mc:Fallback>
      </mc:AlternateContent>
      <p:sp>
        <p:nvSpPr>
          <p:cNvPr id="11" name="Google Shape;278;g104476d1465_1_17">
            <a:extLst>
              <a:ext uri="{FF2B5EF4-FFF2-40B4-BE49-F238E27FC236}">
                <a16:creationId xmlns:a16="http://schemas.microsoft.com/office/drawing/2014/main" id="{50C37AA2-8B34-A044-9CF0-D6F9EE428461}"/>
              </a:ext>
            </a:extLst>
          </p:cNvPr>
          <p:cNvSpPr/>
          <p:nvPr/>
        </p:nvSpPr>
        <p:spPr>
          <a:xfrm>
            <a:off x="0" y="-8101"/>
            <a:ext cx="223200" cy="6866100"/>
          </a:xfrm>
          <a:prstGeom prst="rect">
            <a:avLst/>
          </a:prstGeom>
          <a:solidFill>
            <a:srgbClr val="41BFAC"/>
          </a:solidFill>
          <a:ln w="9525" cap="flat" cmpd="sng">
            <a:solidFill>
              <a:srgbClr val="41BFAC"/>
            </a:solidFill>
            <a:prstDash val="solid"/>
            <a:round/>
            <a:headEnd type="none" w="sm" len="sm"/>
            <a:tailEnd type="none" w="sm" len="sm"/>
          </a:ln>
          <a:effectLst>
            <a:outerShdw blurRad="57150" dist="19050" dir="5400000" algn="bl" rotWithShape="0">
              <a:srgbClr val="000000">
                <a:alpha val="50000"/>
              </a:srgbClr>
            </a:outerShdw>
          </a:effectLst>
        </p:spPr>
        <p:txBody>
          <a:bodyPr spcFirstLastPara="1" wrap="square" lIns="91425" tIns="91425" rIns="91425" bIns="91425" anchor="ctr" anchorCtr="0">
            <a:noAutofit/>
          </a:bodyPr>
          <a:lstStyle/>
          <a:p>
            <a:endParaRPr dirty="0">
              <a:highlight>
                <a:srgbClr val="FFFF00"/>
              </a:highlight>
            </a:endParaRPr>
          </a:p>
        </p:txBody>
      </p:sp>
      <p:pic>
        <p:nvPicPr>
          <p:cNvPr id="2" name="Picture 1"/>
          <p:cNvPicPr>
            <a:picLocks noChangeAspect="1"/>
          </p:cNvPicPr>
          <p:nvPr/>
        </p:nvPicPr>
        <p:blipFill>
          <a:blip r:embed="rId6" cstate="screen">
            <a:extLst>
              <a:ext uri="{28A0092B-C50C-407E-A947-70E740481C1C}">
                <a14:useLocalDpi xmlns:a14="http://schemas.microsoft.com/office/drawing/2010/main"/>
              </a:ext>
            </a:extLst>
          </a:blip>
          <a:stretch>
            <a:fillRect/>
          </a:stretch>
        </p:blipFill>
        <p:spPr>
          <a:xfrm>
            <a:off x="2549689" y="1916511"/>
            <a:ext cx="4326168" cy="2750207"/>
          </a:xfrm>
          <a:prstGeom prst="rect">
            <a:avLst/>
          </a:prstGeom>
        </p:spPr>
      </p:pic>
    </p:spTree>
    <p:extLst>
      <p:ext uri="{BB962C8B-B14F-4D97-AF65-F5344CB8AC3E}">
        <p14:creationId xmlns:p14="http://schemas.microsoft.com/office/powerpoint/2010/main" val="1674437042"/>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Shape 277"/>
        <p:cNvGrpSpPr/>
        <p:nvPr/>
      </p:nvGrpSpPr>
      <p:grpSpPr>
        <a:xfrm>
          <a:off x="0" y="0"/>
          <a:ext cx="0" cy="0"/>
          <a:chOff x="0" y="0"/>
          <a:chExt cx="0" cy="0"/>
        </a:xfrm>
      </p:grpSpPr>
      <p:pic>
        <p:nvPicPr>
          <p:cNvPr id="283" name="Google Shape;283;g104476d1465_1_17"/>
          <p:cNvPicPr preferRelativeResize="0"/>
          <p:nvPr/>
        </p:nvPicPr>
        <p:blipFill>
          <a:blip r:embed="rId3" cstate="screen">
            <a:alphaModFix/>
            <a:extLst>
              <a:ext uri="{28A0092B-C50C-407E-A947-70E740481C1C}">
                <a14:useLocalDpi xmlns:a14="http://schemas.microsoft.com/office/drawing/2010/main"/>
              </a:ext>
            </a:extLst>
          </a:blip>
          <a:stretch>
            <a:fillRect/>
          </a:stretch>
        </p:blipFill>
        <p:spPr>
          <a:xfrm>
            <a:off x="11598125" y="6200724"/>
            <a:ext cx="563850" cy="657276"/>
          </a:xfrm>
          <a:prstGeom prst="rect">
            <a:avLst/>
          </a:prstGeom>
          <a:noFill/>
          <a:ln>
            <a:noFill/>
          </a:ln>
          <a:effectLst>
            <a:outerShdw blurRad="57150" dist="19050" dir="5400000" algn="bl" rotWithShape="0">
              <a:srgbClr val="000000">
                <a:alpha val="50000"/>
              </a:srgbClr>
            </a:outerShdw>
          </a:effectLst>
        </p:spPr>
      </p:pic>
      <p:sp>
        <p:nvSpPr>
          <p:cNvPr id="12" name="Google Shape;282;g104476d1465_1_17">
            <a:extLst>
              <a:ext uri="{FF2B5EF4-FFF2-40B4-BE49-F238E27FC236}">
                <a16:creationId xmlns:a16="http://schemas.microsoft.com/office/drawing/2014/main" id="{647643F2-AA27-F54D-9B18-929351C91D74}"/>
              </a:ext>
            </a:extLst>
          </p:cNvPr>
          <p:cNvSpPr txBox="1"/>
          <p:nvPr/>
        </p:nvSpPr>
        <p:spPr>
          <a:xfrm>
            <a:off x="8859899" y="6457799"/>
            <a:ext cx="2634000" cy="400200"/>
          </a:xfrm>
          <a:prstGeom prst="rect">
            <a:avLst/>
          </a:prstGeom>
          <a:noFill/>
          <a:ln>
            <a:noFill/>
          </a:ln>
        </p:spPr>
        <p:txBody>
          <a:bodyPr spcFirstLastPara="1" wrap="square" lIns="91425" tIns="91425" rIns="91425" bIns="91425" anchor="t" anchorCtr="0">
            <a:spAutoFit/>
          </a:bodyPr>
          <a:lstStyle/>
          <a:p>
            <a:pPr lvl="0" algn="r"/>
            <a:r>
              <a:rPr lang="it-IT" i="1" dirty="0">
                <a:latin typeface="Calibri"/>
                <a:ea typeface="Calibri"/>
                <a:cs typeface="Calibri"/>
                <a:sym typeface="Calibri"/>
              </a:rPr>
              <a:t>volume 1, </a:t>
            </a:r>
            <a:r>
              <a:rPr lang="it-IT" i="1" dirty="0" err="1">
                <a:latin typeface="Calibri"/>
                <a:ea typeface="Calibri"/>
                <a:cs typeface="Calibri"/>
                <a:sym typeface="Calibri"/>
              </a:rPr>
              <a:t>pg</a:t>
            </a:r>
            <a:r>
              <a:rPr lang="it-IT" i="1" dirty="0">
                <a:latin typeface="Calibri"/>
                <a:ea typeface="Calibri"/>
                <a:cs typeface="Calibri"/>
                <a:sym typeface="Calibri"/>
              </a:rPr>
              <a:t>. 434</a:t>
            </a:r>
          </a:p>
        </p:txBody>
      </p:sp>
      <mc:AlternateContent xmlns:mc="http://schemas.openxmlformats.org/markup-compatibility/2006" xmlns:a14="http://schemas.microsoft.com/office/drawing/2010/main">
        <mc:Choice Requires="a14">
          <p:sp>
            <p:nvSpPr>
              <p:cNvPr id="14" name="TextBox 13">
                <a:extLst>
                  <a:ext uri="{FF2B5EF4-FFF2-40B4-BE49-F238E27FC236}">
                    <a16:creationId xmlns:a16="http://schemas.microsoft.com/office/drawing/2014/main" id="{2FA392D8-3ED3-7940-83A8-1451AA8A08D4}"/>
                  </a:ext>
                </a:extLst>
              </p:cNvPr>
              <p:cNvSpPr txBox="1"/>
              <p:nvPr/>
            </p:nvSpPr>
            <p:spPr>
              <a:xfrm>
                <a:off x="497833" y="520517"/>
                <a:ext cx="10996066" cy="1631216"/>
              </a:xfrm>
              <a:prstGeom prst="rect">
                <a:avLst/>
              </a:prstGeom>
              <a:noFill/>
            </p:spPr>
            <p:txBody>
              <a:bodyPr wrap="square" rtlCol="0">
                <a:spAutoFit/>
              </a:bodyPr>
              <a:lstStyle/>
              <a:p>
                <a:r>
                  <a:rPr lang="en-US" sz="2000" dirty="0">
                    <a:latin typeface="Verdana" charset="0"/>
                    <a:ea typeface="Verdana" charset="0"/>
                    <a:cs typeface="Verdana" charset="0"/>
                  </a:rPr>
                  <a:t>The altitude creates two right triangles inside </a:t>
                </a:r>
                <a14:m>
                  <m:oMath xmlns:m="http://schemas.openxmlformats.org/officeDocument/2006/math">
                    <m:r>
                      <m:rPr>
                        <m:sty m:val="p"/>
                      </m:rPr>
                      <a:rPr lang="en-US" sz="2000">
                        <a:latin typeface="Cambria Math" charset="0"/>
                        <a:ea typeface="Verdana" charset="0"/>
                        <a:cs typeface="Verdana" charset="0"/>
                      </a:rPr>
                      <m:t>Δ</m:t>
                    </m:r>
                    <m:r>
                      <a:rPr lang="en-US" sz="2000" i="1">
                        <a:latin typeface="Cambria Math" charset="0"/>
                        <a:ea typeface="Verdana" charset="0"/>
                        <a:cs typeface="Verdana" charset="0"/>
                      </a:rPr>
                      <m:t>𝐴𝐵𝐶</m:t>
                    </m:r>
                  </m:oMath>
                </a14:m>
                <a:r>
                  <a:rPr lang="en-US" sz="2000" dirty="0">
                    <a:latin typeface="Verdana" charset="0"/>
                    <a:ea typeface="Verdana" charset="0"/>
                    <a:cs typeface="Verdana" charset="0"/>
                  </a:rPr>
                  <a:t>.</a:t>
                </a:r>
              </a:p>
              <a:p>
                <a:r>
                  <a:rPr lang="en-US" sz="2000" dirty="0">
                    <a:latin typeface="Verdana" charset="0"/>
                    <a:ea typeface="Verdana" charset="0"/>
                    <a:cs typeface="Verdana" charset="0"/>
                  </a:rPr>
                  <a:t>Notice that </a:t>
                </a:r>
                <a14:m>
                  <m:oMath xmlns:m="http://schemas.openxmlformats.org/officeDocument/2006/math">
                    <m:r>
                      <a:rPr lang="en-US" sz="2000" i="1">
                        <a:latin typeface="Cambria Math" charset="0"/>
                        <a:ea typeface="Verdana" charset="0"/>
                        <a:cs typeface="Verdana" charset="0"/>
                      </a:rPr>
                      <m:t>∠</m:t>
                    </m:r>
                    <m:r>
                      <a:rPr lang="en-US" sz="2000" i="1">
                        <a:latin typeface="Cambria Math" charset="0"/>
                        <a:ea typeface="Verdana" charset="0"/>
                        <a:cs typeface="Verdana" charset="0"/>
                      </a:rPr>
                      <m:t>𝐴</m:t>
                    </m:r>
                  </m:oMath>
                </a14:m>
                <a:r>
                  <a:rPr lang="en-US" sz="2000" i="1" dirty="0">
                    <a:latin typeface="Verdana" charset="0"/>
                    <a:ea typeface="Verdana" charset="0"/>
                    <a:cs typeface="Verdana" charset="0"/>
                  </a:rPr>
                  <a:t> </a:t>
                </a:r>
                <a:r>
                  <a:rPr lang="en-US" sz="2000" dirty="0">
                    <a:latin typeface="Verdana" charset="0"/>
                    <a:ea typeface="Verdana" charset="0"/>
                    <a:cs typeface="Verdana" charset="0"/>
                  </a:rPr>
                  <a:t>is contained in one of the right triangles, and </a:t>
                </a:r>
                <a14:m>
                  <m:oMath xmlns:m="http://schemas.openxmlformats.org/officeDocument/2006/math">
                    <m:r>
                      <a:rPr lang="en-US" sz="2000" i="1">
                        <a:latin typeface="Cambria Math" charset="0"/>
                        <a:ea typeface="Verdana" charset="0"/>
                        <a:cs typeface="Verdana" charset="0"/>
                      </a:rPr>
                      <m:t>∠</m:t>
                    </m:r>
                    <m:r>
                      <a:rPr lang="en-US" sz="2000" i="1">
                        <a:latin typeface="Cambria Math" charset="0"/>
                        <a:ea typeface="Verdana" charset="0"/>
                        <a:cs typeface="Verdana" charset="0"/>
                      </a:rPr>
                      <m:t>𝐵</m:t>
                    </m:r>
                  </m:oMath>
                </a14:m>
                <a:r>
                  <a:rPr lang="en-US" sz="2000" i="1" dirty="0">
                    <a:latin typeface="Verdana" charset="0"/>
                    <a:ea typeface="Verdana" charset="0"/>
                    <a:cs typeface="Verdana" charset="0"/>
                  </a:rPr>
                  <a:t> </a:t>
                </a:r>
                <a:r>
                  <a:rPr lang="en-US" sz="2000" dirty="0">
                    <a:latin typeface="Verdana" charset="0"/>
                    <a:ea typeface="Verdana" charset="0"/>
                    <a:cs typeface="Verdana" charset="0"/>
                  </a:rPr>
                  <a:t>is contained in the other. </a:t>
                </a:r>
              </a:p>
              <a:p>
                <a:r>
                  <a:rPr lang="en-US" sz="2000" dirty="0">
                    <a:latin typeface="Verdana" charset="0"/>
                    <a:ea typeface="Verdana" charset="0"/>
                    <a:cs typeface="Verdana" charset="0"/>
                  </a:rPr>
                  <a:t> </a:t>
                </a:r>
              </a:p>
              <a:p>
                <a:pPr marL="923925" indent="-454025">
                  <a:buFont typeface="+mj-lt"/>
                  <a:buAutoNum type="alphaLcPeriod" startAt="2"/>
                </a:pPr>
                <a:r>
                  <a:rPr lang="en-US" sz="2000" dirty="0">
                    <a:latin typeface="Verdana" charset="0"/>
                    <a:ea typeface="Verdana" charset="0"/>
                    <a:cs typeface="Verdana" charset="0"/>
                  </a:rPr>
                  <a:t>Use the labels on the two right triangles inside </a:t>
                </a:r>
                <a14:m>
                  <m:oMath xmlns:m="http://schemas.openxmlformats.org/officeDocument/2006/math">
                    <m:r>
                      <m:rPr>
                        <m:sty m:val="p"/>
                      </m:rPr>
                      <a:rPr lang="en-US" sz="2000">
                        <a:latin typeface="Cambria Math" charset="0"/>
                        <a:ea typeface="Verdana" charset="0"/>
                        <a:cs typeface="Verdana" charset="0"/>
                      </a:rPr>
                      <m:t>Δ</m:t>
                    </m:r>
                    <m:r>
                      <a:rPr lang="en-US" sz="2000" i="1">
                        <a:latin typeface="Cambria Math" charset="0"/>
                        <a:ea typeface="Verdana" charset="0"/>
                        <a:cs typeface="Verdana" charset="0"/>
                      </a:rPr>
                      <m:t>𝐴𝐶𝐵</m:t>
                    </m:r>
                  </m:oMath>
                </a14:m>
                <a:r>
                  <a:rPr lang="en-US" sz="2000" dirty="0">
                    <a:latin typeface="Verdana" charset="0"/>
                    <a:ea typeface="Verdana" charset="0"/>
                    <a:cs typeface="Verdana" charset="0"/>
                  </a:rPr>
                  <a:t> to complete the table.</a:t>
                </a:r>
              </a:p>
            </p:txBody>
          </p:sp>
        </mc:Choice>
        <mc:Fallback xmlns="">
          <p:sp>
            <p:nvSpPr>
              <p:cNvPr id="14" name="TextBox 13">
                <a:extLst>
                  <a:ext uri="{FF2B5EF4-FFF2-40B4-BE49-F238E27FC236}">
                    <a16:creationId xmlns:a16="http://schemas.microsoft.com/office/drawing/2014/main" id="{2FA392D8-3ED3-7940-83A8-1451AA8A08D4}"/>
                  </a:ext>
                </a:extLst>
              </p:cNvPr>
              <p:cNvSpPr txBox="1">
                <a:spLocks noRot="1" noChangeAspect="1" noMove="1" noResize="1" noEditPoints="1" noAdjustHandles="1" noChangeArrowheads="1" noChangeShapeType="1" noTextEdit="1"/>
              </p:cNvSpPr>
              <p:nvPr/>
            </p:nvSpPr>
            <p:spPr>
              <a:xfrm>
                <a:off x="497833" y="520517"/>
                <a:ext cx="10996066" cy="1631216"/>
              </a:xfrm>
              <a:prstGeom prst="rect">
                <a:avLst/>
              </a:prstGeom>
              <a:blipFill>
                <a:blip r:embed="rId4"/>
                <a:stretch>
                  <a:fillRect l="-610" t="-1866" b="-5970"/>
                </a:stretch>
              </a:blipFill>
            </p:spPr>
            <p:txBody>
              <a:bodyPr/>
              <a:lstStyle/>
              <a:p>
                <a:r>
                  <a:rPr lang="en-US">
                    <a:noFill/>
                  </a:rPr>
                  <a:t> </a:t>
                </a:r>
              </a:p>
            </p:txBody>
          </p:sp>
        </mc:Fallback>
      </mc:AlternateContent>
      <p:sp>
        <p:nvSpPr>
          <p:cNvPr id="6" name="Google Shape;278;g104476d1465_1_17">
            <a:extLst>
              <a:ext uri="{FF2B5EF4-FFF2-40B4-BE49-F238E27FC236}">
                <a16:creationId xmlns:a16="http://schemas.microsoft.com/office/drawing/2014/main" id="{5B857E21-14F1-9C47-B2E8-32DB537DBF85}"/>
              </a:ext>
            </a:extLst>
          </p:cNvPr>
          <p:cNvSpPr/>
          <p:nvPr/>
        </p:nvSpPr>
        <p:spPr>
          <a:xfrm>
            <a:off x="0" y="-8101"/>
            <a:ext cx="223200" cy="6866100"/>
          </a:xfrm>
          <a:prstGeom prst="rect">
            <a:avLst/>
          </a:prstGeom>
          <a:solidFill>
            <a:srgbClr val="41BFAC"/>
          </a:solidFill>
          <a:ln w="9525" cap="flat" cmpd="sng">
            <a:solidFill>
              <a:srgbClr val="41BFAC"/>
            </a:solidFill>
            <a:prstDash val="solid"/>
            <a:round/>
            <a:headEnd type="none" w="sm" len="sm"/>
            <a:tailEnd type="none" w="sm" len="sm"/>
          </a:ln>
          <a:effectLst>
            <a:outerShdw blurRad="57150" dist="19050" dir="5400000" algn="bl" rotWithShape="0">
              <a:srgbClr val="000000">
                <a:alpha val="50000"/>
              </a:srgbClr>
            </a:outerShdw>
          </a:effectLst>
        </p:spPr>
        <p:txBody>
          <a:bodyPr spcFirstLastPara="1" wrap="square" lIns="91425" tIns="91425" rIns="91425" bIns="91425" anchor="ctr" anchorCtr="0">
            <a:noAutofit/>
          </a:bodyPr>
          <a:lstStyle/>
          <a:p>
            <a:endParaRPr dirty="0">
              <a:highlight>
                <a:srgbClr val="FFFF00"/>
              </a:highlight>
            </a:endParaRPr>
          </a:p>
        </p:txBody>
      </p:sp>
      <mc:AlternateContent xmlns:mc="http://schemas.openxmlformats.org/markup-compatibility/2006" xmlns:a14="http://schemas.microsoft.com/office/drawing/2010/main">
        <mc:Choice Requires="a14">
          <p:graphicFrame>
            <p:nvGraphicFramePr>
              <p:cNvPr id="2" name="Table 1"/>
              <p:cNvGraphicFramePr>
                <a:graphicFrameLocks noGrp="1"/>
              </p:cNvGraphicFramePr>
              <p:nvPr>
                <p:extLst>
                  <p:ext uri="{D42A27DB-BD31-4B8C-83A1-F6EECF244321}">
                    <p14:modId xmlns:p14="http://schemas.microsoft.com/office/powerpoint/2010/main" val="328704986"/>
                  </p:ext>
                </p:extLst>
              </p:nvPr>
            </p:nvGraphicFramePr>
            <p:xfrm>
              <a:off x="1020526" y="2997154"/>
              <a:ext cx="7281750" cy="1219200"/>
            </p:xfrm>
            <a:graphic>
              <a:graphicData uri="http://schemas.openxmlformats.org/drawingml/2006/table">
                <a:tbl>
                  <a:tblPr firstRow="1" firstCol="1" bandRow="1"/>
                  <a:tblGrid>
                    <a:gridCol w="3684700">
                      <a:extLst>
                        <a:ext uri="{9D8B030D-6E8A-4147-A177-3AD203B41FA5}">
                          <a16:colId xmlns:a16="http://schemas.microsoft.com/office/drawing/2014/main" val="20000"/>
                        </a:ext>
                      </a:extLst>
                    </a:gridCol>
                    <a:gridCol w="3597050">
                      <a:extLst>
                        <a:ext uri="{9D8B030D-6E8A-4147-A177-3AD203B41FA5}">
                          <a16:colId xmlns:a16="http://schemas.microsoft.com/office/drawing/2014/main" val="20001"/>
                        </a:ext>
                      </a:extLst>
                    </a:gridCol>
                  </a:tblGrid>
                  <a:tr h="0">
                    <a:tc>
                      <a:txBody>
                        <a:bodyPr/>
                        <a:lstStyle/>
                        <a:p>
                          <a:pPr marL="0" marR="0" algn="ctr">
                            <a:spcBef>
                              <a:spcPts val="0"/>
                            </a:spcBef>
                            <a:spcAft>
                              <a:spcPts val="0"/>
                            </a:spcAft>
                          </a:pPr>
                          <a14:m>
                            <m:oMathPara xmlns:m="http://schemas.openxmlformats.org/officeDocument/2006/math">
                              <m:oMathParaPr>
                                <m:jc m:val="centerGroup"/>
                              </m:oMathParaPr>
                              <m:oMath xmlns:m="http://schemas.openxmlformats.org/officeDocument/2006/math">
                                <m:r>
                                  <a:rPr lang="en-US" sz="2000" b="1" i="1">
                                    <a:effectLst/>
                                    <a:latin typeface="Cambria Math" charset="0"/>
                                    <a:ea typeface="Verdana" charset="0"/>
                                    <a:cs typeface="Verdana" charset="0"/>
                                  </a:rPr>
                                  <m:t>∆</m:t>
                                </m:r>
                                <m:r>
                                  <a:rPr lang="en-US" sz="2000" b="1" i="1">
                                    <a:effectLst/>
                                    <a:latin typeface="Cambria Math" charset="0"/>
                                    <a:ea typeface="Verdana" charset="0"/>
                                    <a:cs typeface="Verdana" charset="0"/>
                                  </a:rPr>
                                  <m:t>𝑨𝑫𝑪</m:t>
                                </m:r>
                              </m:oMath>
                            </m:oMathPara>
                          </a14:m>
                          <a:endParaRPr lang="en-US" sz="1400" dirty="0">
                            <a:effectLst/>
                            <a:latin typeface="Verdana" charset="0"/>
                            <a:ea typeface="Verdana" charset="0"/>
                            <a:cs typeface="Verdana" charset="0"/>
                          </a:endParaRPr>
                        </a:p>
                      </a:txBody>
                      <a:tcPr marL="68580" marR="6858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rgbClr val="BFBFBF"/>
                        </a:solidFill>
                      </a:tcPr>
                    </a:tc>
                    <a:tc>
                      <a:txBody>
                        <a:bodyPr/>
                        <a:lstStyle/>
                        <a:p>
                          <a:pPr marL="0" marR="0" algn="ctr">
                            <a:spcBef>
                              <a:spcPts val="0"/>
                            </a:spcBef>
                            <a:spcAft>
                              <a:spcPts val="0"/>
                            </a:spcAft>
                          </a:pPr>
                          <a14:m>
                            <m:oMathPara xmlns:m="http://schemas.openxmlformats.org/officeDocument/2006/math">
                              <m:oMathParaPr>
                                <m:jc m:val="centerGroup"/>
                              </m:oMathParaPr>
                              <m:oMath xmlns:m="http://schemas.openxmlformats.org/officeDocument/2006/math">
                                <m:r>
                                  <a:rPr lang="en-US" sz="2000" b="1" i="1">
                                    <a:effectLst/>
                                    <a:latin typeface="Cambria Math" charset="0"/>
                                    <a:ea typeface="Verdana" charset="0"/>
                                    <a:cs typeface="Verdana" charset="0"/>
                                  </a:rPr>
                                  <m:t>∆</m:t>
                                </m:r>
                                <m:r>
                                  <a:rPr lang="en-US" sz="2000" b="1" i="1">
                                    <a:effectLst/>
                                    <a:latin typeface="Cambria Math" charset="0"/>
                                    <a:ea typeface="Verdana" charset="0"/>
                                    <a:cs typeface="Verdana" charset="0"/>
                                  </a:rPr>
                                  <m:t>𝑪𝑫𝑩</m:t>
                                </m:r>
                              </m:oMath>
                            </m:oMathPara>
                          </a14:m>
                          <a:endParaRPr lang="en-US" sz="1400">
                            <a:effectLst/>
                            <a:latin typeface="Verdana" charset="0"/>
                            <a:ea typeface="Verdana" charset="0"/>
                            <a:cs typeface="Verdana" charset="0"/>
                          </a:endParaRPr>
                        </a:p>
                      </a:txBody>
                      <a:tcPr marL="68580" marR="6858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rgbClr val="BFBFBF"/>
                        </a:solidFill>
                      </a:tcPr>
                    </a:tc>
                    <a:extLst>
                      <a:ext uri="{0D108BD9-81ED-4DB2-BD59-A6C34878D82A}">
                        <a16:rowId xmlns:a16="http://schemas.microsoft.com/office/drawing/2014/main" val="10000"/>
                      </a:ext>
                    </a:extLst>
                  </a:tr>
                  <a:tr h="914400">
                    <a:tc>
                      <a:txBody>
                        <a:bodyPr/>
                        <a:lstStyle/>
                        <a:p>
                          <a:pPr marL="0" marR="0">
                            <a:spcBef>
                              <a:spcPts val="0"/>
                            </a:spcBef>
                            <a:spcAft>
                              <a:spcPts val="0"/>
                            </a:spcAft>
                          </a:pPr>
                          <a14:m>
                            <m:oMathPara xmlns:m="http://schemas.openxmlformats.org/officeDocument/2006/math">
                              <m:oMathParaPr>
                                <m:jc m:val="centerGroup"/>
                              </m:oMathParaPr>
                              <m:oMath xmlns:m="http://schemas.openxmlformats.org/officeDocument/2006/math">
                                <m:sSup>
                                  <m:sSupPr>
                                    <m:ctrlPr>
                                      <a:rPr lang="en-US" sz="2000" i="1">
                                        <a:effectLst/>
                                        <a:latin typeface="Cambria Math" panose="02040503050406030204" pitchFamily="18" charset="0"/>
                                        <a:ea typeface="Verdana" charset="0"/>
                                        <a:cs typeface="Verdana" charset="0"/>
                                      </a:rPr>
                                    </m:ctrlPr>
                                  </m:sSupPr>
                                  <m:e>
                                    <m:r>
                                      <a:rPr lang="en-US" sz="2000" i="1">
                                        <a:effectLst/>
                                        <a:latin typeface="Cambria Math" charset="0"/>
                                        <a:ea typeface="Verdana" charset="0"/>
                                        <a:cs typeface="Verdana" charset="0"/>
                                      </a:rPr>
                                      <m:t>_______</m:t>
                                    </m:r>
                                  </m:e>
                                  <m:sup>
                                    <m:r>
                                      <a:rPr lang="en-US" sz="2000" i="1">
                                        <a:effectLst/>
                                        <a:latin typeface="Cambria Math" charset="0"/>
                                        <a:ea typeface="Verdana" charset="0"/>
                                        <a:cs typeface="Verdana" charset="0"/>
                                      </a:rPr>
                                      <m:t>2</m:t>
                                    </m:r>
                                  </m:sup>
                                </m:sSup>
                                <m:r>
                                  <a:rPr lang="en-US" sz="2000" i="1">
                                    <a:effectLst/>
                                    <a:latin typeface="Cambria Math" charset="0"/>
                                    <a:ea typeface="Verdana" charset="0"/>
                                    <a:cs typeface="Verdana" charset="0"/>
                                  </a:rPr>
                                  <m:t>+</m:t>
                                </m:r>
                                <m:sSup>
                                  <m:sSupPr>
                                    <m:ctrlPr>
                                      <a:rPr lang="en-US" sz="2000" i="1">
                                        <a:effectLst/>
                                        <a:latin typeface="Cambria Math" panose="02040503050406030204" pitchFamily="18" charset="0"/>
                                        <a:ea typeface="Verdana" charset="0"/>
                                        <a:cs typeface="Verdana" charset="0"/>
                                      </a:rPr>
                                    </m:ctrlPr>
                                  </m:sSupPr>
                                  <m:e>
                                    <m:r>
                                      <a:rPr lang="en-US" sz="2000" i="1">
                                        <a:effectLst/>
                                        <a:latin typeface="Cambria Math" charset="0"/>
                                        <a:ea typeface="Verdana" charset="0"/>
                                        <a:cs typeface="Verdana" charset="0"/>
                                      </a:rPr>
                                      <m:t>________</m:t>
                                    </m:r>
                                  </m:e>
                                  <m:sup>
                                    <m:r>
                                      <a:rPr lang="en-US" sz="2000" i="1">
                                        <a:effectLst/>
                                        <a:latin typeface="Cambria Math" charset="0"/>
                                        <a:ea typeface="Verdana" charset="0"/>
                                        <a:cs typeface="Verdana" charset="0"/>
                                      </a:rPr>
                                      <m:t>2</m:t>
                                    </m:r>
                                  </m:sup>
                                </m:sSup>
                                <m:r>
                                  <a:rPr lang="en-US" sz="2000" i="1">
                                    <a:effectLst/>
                                    <a:latin typeface="Cambria Math" charset="0"/>
                                    <a:ea typeface="Verdana" charset="0"/>
                                    <a:cs typeface="Verdana" charset="0"/>
                                  </a:rPr>
                                  <m:t>=</m:t>
                                </m:r>
                                <m:sSup>
                                  <m:sSupPr>
                                    <m:ctrlPr>
                                      <a:rPr lang="en-US" sz="2000" i="1">
                                        <a:effectLst/>
                                        <a:latin typeface="Cambria Math" panose="02040503050406030204" pitchFamily="18" charset="0"/>
                                        <a:ea typeface="Verdana" charset="0"/>
                                        <a:cs typeface="Verdana" charset="0"/>
                                      </a:rPr>
                                    </m:ctrlPr>
                                  </m:sSupPr>
                                  <m:e>
                                    <m:r>
                                      <a:rPr lang="en-US" sz="2000" i="1">
                                        <a:effectLst/>
                                        <a:latin typeface="Cambria Math" charset="0"/>
                                        <a:ea typeface="Verdana" charset="0"/>
                                        <a:cs typeface="Verdana" charset="0"/>
                                      </a:rPr>
                                      <m:t>_______</m:t>
                                    </m:r>
                                  </m:e>
                                  <m:sup>
                                    <m:r>
                                      <a:rPr lang="en-US" sz="2000" i="1">
                                        <a:effectLst/>
                                        <a:latin typeface="Cambria Math" charset="0"/>
                                        <a:ea typeface="Verdana" charset="0"/>
                                        <a:cs typeface="Verdana" charset="0"/>
                                      </a:rPr>
                                      <m:t>2</m:t>
                                    </m:r>
                                  </m:sup>
                                </m:sSup>
                              </m:oMath>
                            </m:oMathPara>
                          </a14:m>
                          <a:endParaRPr lang="en-US" sz="1400">
                            <a:effectLst/>
                            <a:latin typeface="Verdana" charset="0"/>
                            <a:ea typeface="Verdana" charset="0"/>
                            <a:cs typeface="Verdana" charset="0"/>
                          </a:endParaRPr>
                        </a:p>
                      </a:txBody>
                      <a:tcPr marL="68580" marR="6858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marL="0" marR="0">
                            <a:spcBef>
                              <a:spcPts val="0"/>
                            </a:spcBef>
                            <a:spcAft>
                              <a:spcPts val="0"/>
                            </a:spcAft>
                          </a:pPr>
                          <a14:m>
                            <m:oMathPara xmlns:m="http://schemas.openxmlformats.org/officeDocument/2006/math">
                              <m:oMathParaPr>
                                <m:jc m:val="centerGroup"/>
                              </m:oMathParaPr>
                              <m:oMath xmlns:m="http://schemas.openxmlformats.org/officeDocument/2006/math">
                                <m:sSup>
                                  <m:sSupPr>
                                    <m:ctrlPr>
                                      <a:rPr lang="en-US" sz="2000" i="1">
                                        <a:effectLst/>
                                        <a:latin typeface="Cambria Math" panose="02040503050406030204" pitchFamily="18" charset="0"/>
                                        <a:ea typeface="Verdana" charset="0"/>
                                        <a:cs typeface="Verdana" charset="0"/>
                                      </a:rPr>
                                    </m:ctrlPr>
                                  </m:sSupPr>
                                  <m:e>
                                    <m:r>
                                      <a:rPr lang="en-US" sz="2000" i="1">
                                        <a:effectLst/>
                                        <a:latin typeface="Cambria Math" charset="0"/>
                                        <a:ea typeface="Verdana" charset="0"/>
                                        <a:cs typeface="Verdana" charset="0"/>
                                      </a:rPr>
                                      <m:t>_______</m:t>
                                    </m:r>
                                  </m:e>
                                  <m:sup>
                                    <m:r>
                                      <a:rPr lang="en-US" sz="2000" i="1">
                                        <a:effectLst/>
                                        <a:latin typeface="Cambria Math" charset="0"/>
                                        <a:ea typeface="Verdana" charset="0"/>
                                        <a:cs typeface="Verdana" charset="0"/>
                                      </a:rPr>
                                      <m:t>2</m:t>
                                    </m:r>
                                  </m:sup>
                                </m:sSup>
                                <m:r>
                                  <a:rPr lang="en-US" sz="2000" i="1">
                                    <a:effectLst/>
                                    <a:latin typeface="Cambria Math" charset="0"/>
                                    <a:ea typeface="Verdana" charset="0"/>
                                    <a:cs typeface="Verdana" charset="0"/>
                                  </a:rPr>
                                  <m:t>+</m:t>
                                </m:r>
                                <m:sSup>
                                  <m:sSupPr>
                                    <m:ctrlPr>
                                      <a:rPr lang="en-US" sz="2000" i="1">
                                        <a:effectLst/>
                                        <a:latin typeface="Cambria Math" panose="02040503050406030204" pitchFamily="18" charset="0"/>
                                        <a:ea typeface="Verdana" charset="0"/>
                                        <a:cs typeface="Verdana" charset="0"/>
                                      </a:rPr>
                                    </m:ctrlPr>
                                  </m:sSupPr>
                                  <m:e>
                                    <m:r>
                                      <a:rPr lang="en-US" sz="2000" i="1">
                                        <a:effectLst/>
                                        <a:latin typeface="Cambria Math" charset="0"/>
                                        <a:ea typeface="Verdana" charset="0"/>
                                        <a:cs typeface="Verdana" charset="0"/>
                                      </a:rPr>
                                      <m:t>________</m:t>
                                    </m:r>
                                  </m:e>
                                  <m:sup>
                                    <m:r>
                                      <a:rPr lang="en-US" sz="2000" i="1">
                                        <a:effectLst/>
                                        <a:latin typeface="Cambria Math" charset="0"/>
                                        <a:ea typeface="Verdana" charset="0"/>
                                        <a:cs typeface="Verdana" charset="0"/>
                                      </a:rPr>
                                      <m:t>2</m:t>
                                    </m:r>
                                  </m:sup>
                                </m:sSup>
                                <m:r>
                                  <a:rPr lang="en-US" sz="2000" i="1">
                                    <a:effectLst/>
                                    <a:latin typeface="Cambria Math" charset="0"/>
                                    <a:ea typeface="Verdana" charset="0"/>
                                    <a:cs typeface="Verdana" charset="0"/>
                                  </a:rPr>
                                  <m:t>=</m:t>
                                </m:r>
                                <m:sSup>
                                  <m:sSupPr>
                                    <m:ctrlPr>
                                      <a:rPr lang="en-US" sz="2000" i="1">
                                        <a:effectLst/>
                                        <a:latin typeface="Cambria Math" panose="02040503050406030204" pitchFamily="18" charset="0"/>
                                        <a:ea typeface="Verdana" charset="0"/>
                                        <a:cs typeface="Verdana" charset="0"/>
                                      </a:rPr>
                                    </m:ctrlPr>
                                  </m:sSupPr>
                                  <m:e>
                                    <m:r>
                                      <a:rPr lang="en-US" sz="2000" i="1">
                                        <a:effectLst/>
                                        <a:latin typeface="Cambria Math" charset="0"/>
                                        <a:ea typeface="Verdana" charset="0"/>
                                        <a:cs typeface="Verdana" charset="0"/>
                                      </a:rPr>
                                      <m:t>_______</m:t>
                                    </m:r>
                                  </m:e>
                                  <m:sup>
                                    <m:r>
                                      <a:rPr lang="en-US" sz="2000" i="1">
                                        <a:effectLst/>
                                        <a:latin typeface="Cambria Math" charset="0"/>
                                        <a:ea typeface="Verdana" charset="0"/>
                                        <a:cs typeface="Verdana" charset="0"/>
                                      </a:rPr>
                                      <m:t>2</m:t>
                                    </m:r>
                                  </m:sup>
                                </m:sSup>
                              </m:oMath>
                            </m:oMathPara>
                          </a14:m>
                          <a:endParaRPr lang="en-US" sz="1400" dirty="0">
                            <a:effectLst/>
                            <a:latin typeface="Verdana" charset="0"/>
                            <a:ea typeface="Verdana" charset="0"/>
                            <a:cs typeface="Verdana" charset="0"/>
                          </a:endParaRPr>
                        </a:p>
                      </a:txBody>
                      <a:tcPr marL="68580" marR="6858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extLst>
                      <a:ext uri="{0D108BD9-81ED-4DB2-BD59-A6C34878D82A}">
                        <a16:rowId xmlns:a16="http://schemas.microsoft.com/office/drawing/2014/main" val="10001"/>
                      </a:ext>
                    </a:extLst>
                  </a:tr>
                </a:tbl>
              </a:graphicData>
            </a:graphic>
          </p:graphicFrame>
        </mc:Choice>
        <mc:Fallback xmlns="">
          <p:graphicFrame>
            <p:nvGraphicFramePr>
              <p:cNvPr id="2" name="Table 1"/>
              <p:cNvGraphicFramePr>
                <a:graphicFrameLocks noGrp="1"/>
              </p:cNvGraphicFramePr>
              <p:nvPr>
                <p:extLst>
                  <p:ext uri="{D42A27DB-BD31-4B8C-83A1-F6EECF244321}">
                    <p14:modId xmlns:p14="http://schemas.microsoft.com/office/powerpoint/2010/main" val="328704986"/>
                  </p:ext>
                </p:extLst>
              </p:nvPr>
            </p:nvGraphicFramePr>
            <p:xfrm>
              <a:off x="1020526" y="2997154"/>
              <a:ext cx="7281750" cy="1219200"/>
            </p:xfrm>
            <a:graphic>
              <a:graphicData uri="http://schemas.openxmlformats.org/drawingml/2006/table">
                <a:tbl>
                  <a:tblPr firstRow="1" firstCol="1" bandRow="1"/>
                  <a:tblGrid>
                    <a:gridCol w="3684700">
                      <a:extLst>
                        <a:ext uri="{9D8B030D-6E8A-4147-A177-3AD203B41FA5}">
                          <a16:colId xmlns:a16="http://schemas.microsoft.com/office/drawing/2014/main" val="20000"/>
                        </a:ext>
                      </a:extLst>
                    </a:gridCol>
                    <a:gridCol w="3597050">
                      <a:extLst>
                        <a:ext uri="{9D8B030D-6E8A-4147-A177-3AD203B41FA5}">
                          <a16:colId xmlns:a16="http://schemas.microsoft.com/office/drawing/2014/main" val="20001"/>
                        </a:ext>
                      </a:extLst>
                    </a:gridCol>
                  </a:tblGrid>
                  <a:tr h="304800">
                    <a:tc>
                      <a:txBody>
                        <a:bodyPr/>
                        <a:lstStyle/>
                        <a:p>
                          <a:endParaRPr lang="en-US"/>
                        </a:p>
                      </a:txBody>
                      <a:tcPr marL="68580" marR="6858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blipFill>
                          <a:blip r:embed="rId5"/>
                          <a:stretch>
                            <a:fillRect l="-165" t="-2000" r="-98017" b="-306000"/>
                          </a:stretch>
                        </a:blipFill>
                      </a:tcPr>
                    </a:tc>
                    <a:tc>
                      <a:txBody>
                        <a:bodyPr/>
                        <a:lstStyle/>
                        <a:p>
                          <a:endParaRPr lang="en-US"/>
                        </a:p>
                      </a:txBody>
                      <a:tcPr marL="68580" marR="6858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blipFill>
                          <a:blip r:embed="rId5"/>
                          <a:stretch>
                            <a:fillRect l="-102712" t="-2000" r="-508" b="-306000"/>
                          </a:stretch>
                        </a:blipFill>
                      </a:tcPr>
                    </a:tc>
                    <a:extLst>
                      <a:ext uri="{0D108BD9-81ED-4DB2-BD59-A6C34878D82A}">
                        <a16:rowId xmlns:a16="http://schemas.microsoft.com/office/drawing/2014/main" val="10000"/>
                      </a:ext>
                    </a:extLst>
                  </a:tr>
                  <a:tr h="914400">
                    <a:tc>
                      <a:txBody>
                        <a:bodyPr/>
                        <a:lstStyle/>
                        <a:p>
                          <a:endParaRPr lang="en-US"/>
                        </a:p>
                      </a:txBody>
                      <a:tcPr marL="68580" marR="6858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blipFill>
                          <a:blip r:embed="rId5"/>
                          <a:stretch>
                            <a:fillRect l="-165" t="-33775" r="-98017" b="-1325"/>
                          </a:stretch>
                        </a:blipFill>
                      </a:tcPr>
                    </a:tc>
                    <a:tc>
                      <a:txBody>
                        <a:bodyPr/>
                        <a:lstStyle/>
                        <a:p>
                          <a:endParaRPr lang="en-US"/>
                        </a:p>
                      </a:txBody>
                      <a:tcPr marL="68580" marR="6858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blipFill>
                          <a:blip r:embed="rId5"/>
                          <a:stretch>
                            <a:fillRect l="-102712" t="-33775" r="-508" b="-1325"/>
                          </a:stretch>
                        </a:blipFill>
                      </a:tcPr>
                    </a:tc>
                    <a:extLst>
                      <a:ext uri="{0D108BD9-81ED-4DB2-BD59-A6C34878D82A}">
                        <a16:rowId xmlns:a16="http://schemas.microsoft.com/office/drawing/2014/main" val="10001"/>
                      </a:ext>
                    </a:extLst>
                  </a:tr>
                </a:tbl>
              </a:graphicData>
            </a:graphic>
          </p:graphicFrame>
        </mc:Fallback>
      </mc:AlternateContent>
    </p:spTree>
    <p:extLst>
      <p:ext uri="{BB962C8B-B14F-4D97-AF65-F5344CB8AC3E}">
        <p14:creationId xmlns:p14="http://schemas.microsoft.com/office/powerpoint/2010/main" val="3134841670"/>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Shape 277"/>
        <p:cNvGrpSpPr/>
        <p:nvPr/>
      </p:nvGrpSpPr>
      <p:grpSpPr>
        <a:xfrm>
          <a:off x="0" y="0"/>
          <a:ext cx="0" cy="0"/>
          <a:chOff x="0" y="0"/>
          <a:chExt cx="0" cy="0"/>
        </a:xfrm>
      </p:grpSpPr>
      <p:pic>
        <p:nvPicPr>
          <p:cNvPr id="283" name="Google Shape;283;g104476d1465_1_17"/>
          <p:cNvPicPr preferRelativeResize="0"/>
          <p:nvPr/>
        </p:nvPicPr>
        <p:blipFill>
          <a:blip r:embed="rId3" cstate="screen">
            <a:alphaModFix/>
            <a:extLst>
              <a:ext uri="{28A0092B-C50C-407E-A947-70E740481C1C}">
                <a14:useLocalDpi xmlns:a14="http://schemas.microsoft.com/office/drawing/2010/main"/>
              </a:ext>
            </a:extLst>
          </a:blip>
          <a:stretch>
            <a:fillRect/>
          </a:stretch>
        </p:blipFill>
        <p:spPr>
          <a:xfrm>
            <a:off x="11628150" y="6208824"/>
            <a:ext cx="563850" cy="657276"/>
          </a:xfrm>
          <a:prstGeom prst="rect">
            <a:avLst/>
          </a:prstGeom>
          <a:noFill/>
          <a:ln>
            <a:noFill/>
          </a:ln>
          <a:effectLst>
            <a:outerShdw blurRad="57150" dist="19050" dir="5400000" algn="bl" rotWithShape="0">
              <a:srgbClr val="000000">
                <a:alpha val="50000"/>
              </a:srgbClr>
            </a:outerShdw>
          </a:effectLst>
        </p:spPr>
      </p:pic>
      <p:sp>
        <p:nvSpPr>
          <p:cNvPr id="12" name="Google Shape;282;g104476d1465_1_17">
            <a:extLst>
              <a:ext uri="{FF2B5EF4-FFF2-40B4-BE49-F238E27FC236}">
                <a16:creationId xmlns:a16="http://schemas.microsoft.com/office/drawing/2014/main" id="{647643F2-AA27-F54D-9B18-929351C91D74}"/>
              </a:ext>
            </a:extLst>
          </p:cNvPr>
          <p:cNvSpPr txBox="1"/>
          <p:nvPr/>
        </p:nvSpPr>
        <p:spPr>
          <a:xfrm>
            <a:off x="8889924" y="6465899"/>
            <a:ext cx="2634000" cy="400200"/>
          </a:xfrm>
          <a:prstGeom prst="rect">
            <a:avLst/>
          </a:prstGeom>
          <a:noFill/>
          <a:ln>
            <a:noFill/>
          </a:ln>
        </p:spPr>
        <p:txBody>
          <a:bodyPr spcFirstLastPara="1" wrap="square" lIns="91425" tIns="91425" rIns="91425" bIns="91425" anchor="t" anchorCtr="0">
            <a:spAutoFit/>
          </a:bodyPr>
          <a:lstStyle/>
          <a:p>
            <a:pPr lvl="0" algn="r"/>
            <a:r>
              <a:rPr lang="it-IT" i="1" dirty="0">
                <a:latin typeface="Calibri"/>
                <a:ea typeface="Calibri"/>
                <a:cs typeface="Calibri"/>
                <a:sym typeface="Calibri"/>
              </a:rPr>
              <a:t>volume 1, </a:t>
            </a:r>
            <a:r>
              <a:rPr lang="it-IT" i="1" dirty="0" err="1">
                <a:latin typeface="Calibri"/>
                <a:ea typeface="Calibri"/>
                <a:cs typeface="Calibri"/>
                <a:sym typeface="Calibri"/>
              </a:rPr>
              <a:t>pg</a:t>
            </a:r>
            <a:r>
              <a:rPr lang="it-IT" i="1" dirty="0">
                <a:latin typeface="Calibri"/>
                <a:ea typeface="Calibri"/>
                <a:cs typeface="Calibri"/>
                <a:sym typeface="Calibri"/>
              </a:rPr>
              <a:t>. 435</a:t>
            </a:r>
          </a:p>
        </p:txBody>
      </p:sp>
      <mc:AlternateContent xmlns:mc="http://schemas.openxmlformats.org/markup-compatibility/2006" xmlns:a14="http://schemas.microsoft.com/office/drawing/2010/main">
        <mc:Choice Requires="a14">
          <p:sp>
            <p:nvSpPr>
              <p:cNvPr id="14" name="TextBox 13">
                <a:extLst>
                  <a:ext uri="{FF2B5EF4-FFF2-40B4-BE49-F238E27FC236}">
                    <a16:creationId xmlns:a16="http://schemas.microsoft.com/office/drawing/2014/main" id="{2FA392D8-3ED3-7940-83A8-1451AA8A08D4}"/>
                  </a:ext>
                </a:extLst>
              </p:cNvPr>
              <p:cNvSpPr txBox="1"/>
              <p:nvPr/>
            </p:nvSpPr>
            <p:spPr>
              <a:xfrm>
                <a:off x="912702" y="528619"/>
                <a:ext cx="10384563" cy="4093428"/>
              </a:xfrm>
              <a:prstGeom prst="rect">
                <a:avLst/>
              </a:prstGeom>
              <a:noFill/>
            </p:spPr>
            <p:txBody>
              <a:bodyPr wrap="square" rtlCol="0">
                <a:spAutoFit/>
              </a:bodyPr>
              <a:lstStyle/>
              <a:p>
                <a:pPr marL="457200" indent="-457200">
                  <a:buFont typeface="+mj-lt"/>
                  <a:buAutoNum type="alphaLcPeriod" startAt="3"/>
                </a:pPr>
                <a:r>
                  <a:rPr lang="en-US" sz="2000" dirty="0">
                    <a:latin typeface="Verdana" charset="0"/>
                    <a:ea typeface="Verdana" charset="0"/>
                    <a:cs typeface="Verdana" charset="0"/>
                  </a:rPr>
                  <a:t>What do you notice about both equations? </a:t>
                </a:r>
              </a:p>
              <a:p>
                <a:pPr marL="457200" indent="-457200">
                  <a:buFont typeface="+mj-lt"/>
                  <a:buAutoNum type="alphaLcPeriod" startAt="3"/>
                </a:pPr>
                <a:endParaRPr lang="en-US" sz="2000" dirty="0">
                  <a:latin typeface="Verdana" charset="0"/>
                  <a:ea typeface="Verdana" charset="0"/>
                  <a:cs typeface="Verdana" charset="0"/>
                </a:endParaRPr>
              </a:p>
              <a:p>
                <a:pPr marL="457200" indent="-457200">
                  <a:buFont typeface="+mj-lt"/>
                  <a:buAutoNum type="alphaLcPeriod" startAt="3"/>
                </a:pPr>
                <a:endParaRPr lang="en-US" sz="2000" dirty="0">
                  <a:latin typeface="Verdana" charset="0"/>
                  <a:ea typeface="Verdana" charset="0"/>
                  <a:cs typeface="Verdana" charset="0"/>
                </a:endParaRPr>
              </a:p>
              <a:p>
                <a:pPr marL="457200" indent="-457200">
                  <a:buFont typeface="+mj-lt"/>
                  <a:buAutoNum type="alphaLcPeriod" startAt="3"/>
                </a:pPr>
                <a:r>
                  <a:rPr lang="en-US" sz="2000" dirty="0">
                    <a:latin typeface="Verdana" charset="0"/>
                    <a:ea typeface="Verdana" charset="0"/>
                    <a:cs typeface="Verdana" charset="0"/>
                  </a:rPr>
                  <a:t>Rearrange the Pythagorean Theorem for </a:t>
                </a:r>
                <a14:m>
                  <m:oMath xmlns:m="http://schemas.openxmlformats.org/officeDocument/2006/math">
                    <m:r>
                      <m:rPr>
                        <m:sty m:val="p"/>
                      </m:rPr>
                      <a:rPr lang="en-US" sz="2000">
                        <a:latin typeface="Cambria Math" charset="0"/>
                        <a:ea typeface="Verdana" charset="0"/>
                        <a:cs typeface="Verdana" charset="0"/>
                      </a:rPr>
                      <m:t>Δ</m:t>
                    </m:r>
                    <m:r>
                      <a:rPr lang="en-US" sz="2000" i="1">
                        <a:latin typeface="Cambria Math" charset="0"/>
                        <a:ea typeface="Verdana" charset="0"/>
                        <a:cs typeface="Verdana" charset="0"/>
                      </a:rPr>
                      <m:t>𝐴𝐷𝐶</m:t>
                    </m:r>
                  </m:oMath>
                </a14:m>
                <a:r>
                  <a:rPr lang="en-US" sz="2000" dirty="0">
                    <a:latin typeface="Verdana" charset="0"/>
                    <a:ea typeface="Verdana" charset="0"/>
                    <a:cs typeface="Verdana" charset="0"/>
                  </a:rPr>
                  <a:t> in terms of </a:t>
                </a:r>
                <a14:m>
                  <m:oMath xmlns:m="http://schemas.openxmlformats.org/officeDocument/2006/math">
                    <m:sSup>
                      <m:sSupPr>
                        <m:ctrlPr>
                          <a:rPr lang="en-US" sz="2000" i="1">
                            <a:latin typeface="Cambria Math" panose="02040503050406030204" pitchFamily="18" charset="0"/>
                            <a:ea typeface="Verdana" charset="0"/>
                            <a:cs typeface="Verdana" charset="0"/>
                          </a:rPr>
                        </m:ctrlPr>
                      </m:sSupPr>
                      <m:e>
                        <m:r>
                          <a:rPr lang="en-US" sz="2000" i="1">
                            <a:latin typeface="Cambria Math" charset="0"/>
                            <a:ea typeface="Verdana" charset="0"/>
                            <a:cs typeface="Verdana" charset="0"/>
                          </a:rPr>
                          <m:t>h</m:t>
                        </m:r>
                      </m:e>
                      <m:sup>
                        <m:r>
                          <a:rPr lang="en-US" sz="2000" i="1">
                            <a:latin typeface="Cambria Math" charset="0"/>
                            <a:ea typeface="Verdana" charset="0"/>
                            <a:cs typeface="Verdana" charset="0"/>
                          </a:rPr>
                          <m:t>2</m:t>
                        </m:r>
                      </m:sup>
                    </m:sSup>
                  </m:oMath>
                </a14:m>
                <a:r>
                  <a:rPr lang="en-US" sz="2000" dirty="0">
                    <a:latin typeface="Verdana" charset="0"/>
                    <a:ea typeface="Verdana" charset="0"/>
                    <a:cs typeface="Verdana" charset="0"/>
                  </a:rPr>
                  <a:t>.</a:t>
                </a:r>
              </a:p>
              <a:p>
                <a:pPr marL="457200" indent="-457200">
                  <a:buFont typeface="+mj-lt"/>
                  <a:buAutoNum type="alphaLcPeriod" startAt="3"/>
                </a:pPr>
                <a:endParaRPr lang="en-US" sz="2000" dirty="0">
                  <a:latin typeface="Verdana" charset="0"/>
                  <a:ea typeface="Verdana" charset="0"/>
                  <a:cs typeface="Verdana" charset="0"/>
                </a:endParaRPr>
              </a:p>
              <a:p>
                <a:pPr marL="457200" indent="-457200">
                  <a:buFont typeface="+mj-lt"/>
                  <a:buAutoNum type="alphaLcPeriod" startAt="3"/>
                </a:pPr>
                <a:endParaRPr lang="en-US" sz="2000" dirty="0">
                  <a:latin typeface="Verdana" charset="0"/>
                  <a:ea typeface="Verdana" charset="0"/>
                  <a:cs typeface="Verdana" charset="0"/>
                </a:endParaRPr>
              </a:p>
              <a:p>
                <a:pPr marL="457200" indent="-457200">
                  <a:buFont typeface="+mj-lt"/>
                  <a:buAutoNum type="alphaLcPeriod" startAt="3"/>
                </a:pPr>
                <a:r>
                  <a:rPr lang="en-US" sz="2000" dirty="0">
                    <a:latin typeface="Verdana" charset="0"/>
                    <a:ea typeface="Verdana" charset="0"/>
                    <a:cs typeface="Verdana" charset="0"/>
                  </a:rPr>
                  <a:t>Substitute the new equation in place of </a:t>
                </a:r>
                <a14:m>
                  <m:oMath xmlns:m="http://schemas.openxmlformats.org/officeDocument/2006/math">
                    <m:sSup>
                      <m:sSupPr>
                        <m:ctrlPr>
                          <a:rPr lang="en-US" sz="2000" i="1">
                            <a:latin typeface="Cambria Math" panose="02040503050406030204" pitchFamily="18" charset="0"/>
                            <a:ea typeface="Verdana" charset="0"/>
                            <a:cs typeface="Verdana" charset="0"/>
                          </a:rPr>
                        </m:ctrlPr>
                      </m:sSupPr>
                      <m:e>
                        <m:r>
                          <a:rPr lang="en-US" sz="2000" i="1">
                            <a:latin typeface="Cambria Math" charset="0"/>
                            <a:ea typeface="Verdana" charset="0"/>
                            <a:cs typeface="Verdana" charset="0"/>
                          </a:rPr>
                          <m:t>h</m:t>
                        </m:r>
                      </m:e>
                      <m:sup>
                        <m:r>
                          <a:rPr lang="en-US" sz="2000" i="1">
                            <a:latin typeface="Cambria Math" charset="0"/>
                            <a:ea typeface="Verdana" charset="0"/>
                            <a:cs typeface="Verdana" charset="0"/>
                          </a:rPr>
                          <m:t>2</m:t>
                        </m:r>
                      </m:sup>
                    </m:sSup>
                  </m:oMath>
                </a14:m>
                <a:r>
                  <a:rPr lang="en-US" sz="2000" dirty="0">
                    <a:latin typeface="Verdana" charset="0"/>
                    <a:ea typeface="Verdana" charset="0"/>
                    <a:cs typeface="Verdana" charset="0"/>
                  </a:rPr>
                  <a:t> in </a:t>
                </a:r>
                <a14:m>
                  <m:oMath xmlns:m="http://schemas.openxmlformats.org/officeDocument/2006/math">
                    <m:r>
                      <m:rPr>
                        <m:sty m:val="p"/>
                      </m:rPr>
                      <a:rPr lang="en-US" sz="2000">
                        <a:latin typeface="Cambria Math" charset="0"/>
                        <a:ea typeface="Verdana" charset="0"/>
                        <a:cs typeface="Verdana" charset="0"/>
                      </a:rPr>
                      <m:t>Δ</m:t>
                    </m:r>
                    <m:r>
                      <a:rPr lang="en-US" sz="2000" i="1">
                        <a:latin typeface="Cambria Math" charset="0"/>
                        <a:ea typeface="Verdana" charset="0"/>
                        <a:cs typeface="Verdana" charset="0"/>
                      </a:rPr>
                      <m:t>𝐶𝐷𝐵</m:t>
                    </m:r>
                  </m:oMath>
                </a14:m>
                <a:r>
                  <a:rPr lang="en-US" sz="2000" dirty="0">
                    <a:latin typeface="Verdana" charset="0"/>
                    <a:ea typeface="Verdana" charset="0"/>
                    <a:cs typeface="Verdana" charset="0"/>
                  </a:rPr>
                  <a:t>.</a:t>
                </a:r>
              </a:p>
              <a:p>
                <a:pPr marL="457200" indent="-457200">
                  <a:buFont typeface="+mj-lt"/>
                  <a:buAutoNum type="alphaLcPeriod" startAt="3"/>
                </a:pPr>
                <a:endParaRPr lang="en-US" sz="2000" dirty="0">
                  <a:latin typeface="Verdana" charset="0"/>
                  <a:ea typeface="Verdana" charset="0"/>
                  <a:cs typeface="Verdana" charset="0"/>
                </a:endParaRPr>
              </a:p>
              <a:p>
                <a:pPr marL="457200" indent="-457200">
                  <a:buFont typeface="+mj-lt"/>
                  <a:buAutoNum type="alphaLcPeriod" startAt="3"/>
                </a:pPr>
                <a:endParaRPr lang="en-US" sz="2000" dirty="0">
                  <a:latin typeface="Verdana" charset="0"/>
                  <a:ea typeface="Verdana" charset="0"/>
                  <a:cs typeface="Verdana" charset="0"/>
                </a:endParaRPr>
              </a:p>
              <a:p>
                <a:pPr marL="457200" indent="-457200">
                  <a:buFont typeface="+mj-lt"/>
                  <a:buAutoNum type="alphaLcPeriod" startAt="3"/>
                </a:pPr>
                <a:r>
                  <a:rPr lang="en-US" sz="2000" dirty="0">
                    <a:latin typeface="Verdana" charset="0"/>
                    <a:ea typeface="Verdana" charset="0"/>
                    <a:cs typeface="Verdana" charset="0"/>
                  </a:rPr>
                  <a:t>Use cosine to write the trigonometric ratio for </a:t>
                </a:r>
                <a14:m>
                  <m:oMath xmlns:m="http://schemas.openxmlformats.org/officeDocument/2006/math">
                    <m:r>
                      <a:rPr lang="en-US" sz="2000" i="1">
                        <a:latin typeface="Cambria Math" charset="0"/>
                        <a:ea typeface="Verdana" charset="0"/>
                        <a:cs typeface="Verdana" charset="0"/>
                      </a:rPr>
                      <m:t>∠</m:t>
                    </m:r>
                    <m:r>
                      <a:rPr lang="en-US" sz="2000" i="1">
                        <a:latin typeface="Cambria Math" charset="0"/>
                        <a:ea typeface="Verdana" charset="0"/>
                        <a:cs typeface="Verdana" charset="0"/>
                      </a:rPr>
                      <m:t>𝐴</m:t>
                    </m:r>
                  </m:oMath>
                </a14:m>
                <a:r>
                  <a:rPr lang="en-US" sz="2000" dirty="0">
                    <a:latin typeface="Verdana" charset="0"/>
                    <a:ea typeface="Verdana" charset="0"/>
                    <a:cs typeface="Verdana" charset="0"/>
                  </a:rPr>
                  <a:t>.</a:t>
                </a:r>
              </a:p>
              <a:p>
                <a:pPr marL="457200" indent="-457200">
                  <a:buFont typeface="+mj-lt"/>
                  <a:buAutoNum type="alphaLcPeriod" startAt="3"/>
                </a:pPr>
                <a:endParaRPr lang="en-US" sz="2000" dirty="0">
                  <a:latin typeface="Verdana" charset="0"/>
                  <a:ea typeface="Verdana" charset="0"/>
                  <a:cs typeface="Verdana" charset="0"/>
                </a:endParaRPr>
              </a:p>
              <a:p>
                <a:pPr marL="457200" indent="-457200">
                  <a:buFont typeface="+mj-lt"/>
                  <a:buAutoNum type="alphaLcPeriod" startAt="3"/>
                </a:pPr>
                <a:endParaRPr lang="en-US" sz="2000" dirty="0">
                  <a:latin typeface="Verdana" charset="0"/>
                  <a:ea typeface="Verdana" charset="0"/>
                  <a:cs typeface="Verdana" charset="0"/>
                </a:endParaRPr>
              </a:p>
              <a:p>
                <a:pPr marL="457200" indent="-457200">
                  <a:buFont typeface="+mj-lt"/>
                  <a:buAutoNum type="alphaLcPeriod" startAt="3"/>
                </a:pPr>
                <a:r>
                  <a:rPr lang="en-US" sz="2000" dirty="0">
                    <a:latin typeface="Verdana" charset="0"/>
                    <a:ea typeface="Verdana" charset="0"/>
                    <a:cs typeface="Verdana" charset="0"/>
                  </a:rPr>
                  <a:t>Solve the trigonometric ratio for </a:t>
                </a:r>
                <a14:m>
                  <m:oMath xmlns:m="http://schemas.openxmlformats.org/officeDocument/2006/math">
                    <m:r>
                      <a:rPr lang="en-US" sz="2000" i="1">
                        <a:latin typeface="Cambria Math" charset="0"/>
                        <a:ea typeface="Verdana" charset="0"/>
                        <a:cs typeface="Verdana" charset="0"/>
                      </a:rPr>
                      <m:t>∠</m:t>
                    </m:r>
                    <m:r>
                      <a:rPr lang="en-US" sz="2000" i="1">
                        <a:latin typeface="Cambria Math" charset="0"/>
                        <a:ea typeface="Verdana" charset="0"/>
                        <a:cs typeface="Verdana" charset="0"/>
                      </a:rPr>
                      <m:t>𝐴</m:t>
                    </m:r>
                  </m:oMath>
                </a14:m>
                <a:r>
                  <a:rPr lang="en-US" sz="2000" dirty="0">
                    <a:latin typeface="Verdana" charset="0"/>
                    <a:ea typeface="Verdana" charset="0"/>
                    <a:cs typeface="Verdana" charset="0"/>
                  </a:rPr>
                  <a:t> for </a:t>
                </a:r>
                <a14:m>
                  <m:oMath xmlns:m="http://schemas.openxmlformats.org/officeDocument/2006/math">
                    <m:r>
                      <a:rPr lang="en-US" sz="2000" i="1">
                        <a:latin typeface="Cambria Math" charset="0"/>
                        <a:ea typeface="Verdana" charset="0"/>
                        <a:cs typeface="Verdana" charset="0"/>
                      </a:rPr>
                      <m:t>𝑥</m:t>
                    </m:r>
                  </m:oMath>
                </a14:m>
                <a:r>
                  <a:rPr lang="en-US" sz="2000" dirty="0">
                    <a:latin typeface="Verdana" charset="0"/>
                    <a:ea typeface="Verdana" charset="0"/>
                    <a:cs typeface="Verdana" charset="0"/>
                  </a:rPr>
                  <a:t>.</a:t>
                </a:r>
              </a:p>
            </p:txBody>
          </p:sp>
        </mc:Choice>
        <mc:Fallback xmlns="">
          <p:sp>
            <p:nvSpPr>
              <p:cNvPr id="14" name="TextBox 13">
                <a:extLst>
                  <a:ext uri="{FF2B5EF4-FFF2-40B4-BE49-F238E27FC236}">
                    <a16:creationId xmlns:a16="http://schemas.microsoft.com/office/drawing/2014/main" id="{2FA392D8-3ED3-7940-83A8-1451AA8A08D4}"/>
                  </a:ext>
                </a:extLst>
              </p:cNvPr>
              <p:cNvSpPr txBox="1">
                <a:spLocks noRot="1" noChangeAspect="1" noMove="1" noResize="1" noEditPoints="1" noAdjustHandles="1" noChangeArrowheads="1" noChangeShapeType="1" noTextEdit="1"/>
              </p:cNvSpPr>
              <p:nvPr/>
            </p:nvSpPr>
            <p:spPr>
              <a:xfrm>
                <a:off x="912702" y="528619"/>
                <a:ext cx="10384563" cy="4093428"/>
              </a:xfrm>
              <a:prstGeom prst="rect">
                <a:avLst/>
              </a:prstGeom>
              <a:blipFill>
                <a:blip r:embed="rId4"/>
                <a:stretch>
                  <a:fillRect l="-646" t="-1043" b="-1788"/>
                </a:stretch>
              </a:blipFill>
            </p:spPr>
            <p:txBody>
              <a:bodyPr/>
              <a:lstStyle/>
              <a:p>
                <a:r>
                  <a:rPr lang="en-US">
                    <a:noFill/>
                  </a:rPr>
                  <a:t> </a:t>
                </a:r>
              </a:p>
            </p:txBody>
          </p:sp>
        </mc:Fallback>
      </mc:AlternateContent>
      <p:sp>
        <p:nvSpPr>
          <p:cNvPr id="6" name="Google Shape;278;g104476d1465_1_17">
            <a:extLst>
              <a:ext uri="{FF2B5EF4-FFF2-40B4-BE49-F238E27FC236}">
                <a16:creationId xmlns:a16="http://schemas.microsoft.com/office/drawing/2014/main" id="{5B857E21-14F1-9C47-B2E8-32DB537DBF85}"/>
              </a:ext>
            </a:extLst>
          </p:cNvPr>
          <p:cNvSpPr/>
          <p:nvPr/>
        </p:nvSpPr>
        <p:spPr>
          <a:xfrm>
            <a:off x="0" y="0"/>
            <a:ext cx="223200" cy="6866100"/>
          </a:xfrm>
          <a:prstGeom prst="rect">
            <a:avLst/>
          </a:prstGeom>
          <a:solidFill>
            <a:srgbClr val="41BFAC"/>
          </a:solidFill>
          <a:ln w="9525" cap="flat" cmpd="sng">
            <a:solidFill>
              <a:srgbClr val="41BFAC"/>
            </a:solidFill>
            <a:prstDash val="solid"/>
            <a:round/>
            <a:headEnd type="none" w="sm" len="sm"/>
            <a:tailEnd type="none" w="sm" len="sm"/>
          </a:ln>
          <a:effectLst>
            <a:outerShdw blurRad="57150" dist="19050" dir="5400000" algn="bl" rotWithShape="0">
              <a:srgbClr val="000000">
                <a:alpha val="50000"/>
              </a:srgbClr>
            </a:outerShdw>
          </a:effectLst>
        </p:spPr>
        <p:txBody>
          <a:bodyPr spcFirstLastPara="1" wrap="square" lIns="91425" tIns="91425" rIns="91425" bIns="91425" anchor="ctr" anchorCtr="0">
            <a:noAutofit/>
          </a:bodyPr>
          <a:lstStyle/>
          <a:p>
            <a:endParaRPr dirty="0">
              <a:highlight>
                <a:srgbClr val="FFFF00"/>
              </a:highlight>
            </a:endParaRPr>
          </a:p>
        </p:txBody>
      </p:sp>
    </p:spTree>
    <p:extLst>
      <p:ext uri="{BB962C8B-B14F-4D97-AF65-F5344CB8AC3E}">
        <p14:creationId xmlns:p14="http://schemas.microsoft.com/office/powerpoint/2010/main" val="421287320"/>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Shape 277"/>
        <p:cNvGrpSpPr/>
        <p:nvPr/>
      </p:nvGrpSpPr>
      <p:grpSpPr>
        <a:xfrm>
          <a:off x="0" y="0"/>
          <a:ext cx="0" cy="0"/>
          <a:chOff x="0" y="0"/>
          <a:chExt cx="0" cy="0"/>
        </a:xfrm>
      </p:grpSpPr>
      <p:pic>
        <p:nvPicPr>
          <p:cNvPr id="283" name="Google Shape;283;g104476d1465_1_17"/>
          <p:cNvPicPr preferRelativeResize="0"/>
          <p:nvPr/>
        </p:nvPicPr>
        <p:blipFill>
          <a:blip r:embed="rId3" cstate="screen">
            <a:alphaModFix/>
            <a:extLst>
              <a:ext uri="{28A0092B-C50C-407E-A947-70E740481C1C}">
                <a14:useLocalDpi xmlns:a14="http://schemas.microsoft.com/office/drawing/2010/main"/>
              </a:ext>
            </a:extLst>
          </a:blip>
          <a:stretch>
            <a:fillRect/>
          </a:stretch>
        </p:blipFill>
        <p:spPr>
          <a:xfrm>
            <a:off x="11628150" y="6200724"/>
            <a:ext cx="563850" cy="657276"/>
          </a:xfrm>
          <a:prstGeom prst="rect">
            <a:avLst/>
          </a:prstGeom>
          <a:noFill/>
          <a:ln>
            <a:noFill/>
          </a:ln>
          <a:effectLst>
            <a:outerShdw blurRad="57150" dist="19050" dir="5400000" algn="bl" rotWithShape="0">
              <a:srgbClr val="000000">
                <a:alpha val="50000"/>
              </a:srgbClr>
            </a:outerShdw>
          </a:effectLst>
        </p:spPr>
      </p:pic>
      <p:sp>
        <p:nvSpPr>
          <p:cNvPr id="12" name="Google Shape;282;g104476d1465_1_17">
            <a:extLst>
              <a:ext uri="{FF2B5EF4-FFF2-40B4-BE49-F238E27FC236}">
                <a16:creationId xmlns:a16="http://schemas.microsoft.com/office/drawing/2014/main" id="{647643F2-AA27-F54D-9B18-929351C91D74}"/>
              </a:ext>
            </a:extLst>
          </p:cNvPr>
          <p:cNvSpPr txBox="1"/>
          <p:nvPr/>
        </p:nvSpPr>
        <p:spPr>
          <a:xfrm>
            <a:off x="8889924" y="6457799"/>
            <a:ext cx="2634000" cy="400200"/>
          </a:xfrm>
          <a:prstGeom prst="rect">
            <a:avLst/>
          </a:prstGeom>
          <a:noFill/>
          <a:ln>
            <a:noFill/>
          </a:ln>
        </p:spPr>
        <p:txBody>
          <a:bodyPr spcFirstLastPara="1" wrap="square" lIns="91425" tIns="91425" rIns="91425" bIns="91425" anchor="t" anchorCtr="0">
            <a:spAutoFit/>
          </a:bodyPr>
          <a:lstStyle/>
          <a:p>
            <a:pPr lvl="0" algn="r"/>
            <a:r>
              <a:rPr lang="it-IT" i="1" dirty="0">
                <a:latin typeface="Calibri"/>
                <a:ea typeface="Calibri"/>
                <a:cs typeface="Calibri"/>
                <a:sym typeface="Calibri"/>
              </a:rPr>
              <a:t>volume 1, </a:t>
            </a:r>
            <a:r>
              <a:rPr lang="it-IT" i="1" dirty="0" err="1">
                <a:latin typeface="Calibri"/>
                <a:ea typeface="Calibri"/>
                <a:cs typeface="Calibri"/>
                <a:sym typeface="Calibri"/>
              </a:rPr>
              <a:t>pg</a:t>
            </a:r>
            <a:r>
              <a:rPr lang="it-IT" i="1" dirty="0">
                <a:latin typeface="Calibri"/>
                <a:ea typeface="Calibri"/>
                <a:cs typeface="Calibri"/>
                <a:sym typeface="Calibri"/>
              </a:rPr>
              <a:t>. 435</a:t>
            </a:r>
          </a:p>
        </p:txBody>
      </p:sp>
      <mc:AlternateContent xmlns:mc="http://schemas.openxmlformats.org/markup-compatibility/2006" xmlns:a14="http://schemas.microsoft.com/office/drawing/2010/main">
        <mc:Choice Requires="a14">
          <p:sp>
            <p:nvSpPr>
              <p:cNvPr id="14" name="TextBox 13">
                <a:extLst>
                  <a:ext uri="{FF2B5EF4-FFF2-40B4-BE49-F238E27FC236}">
                    <a16:creationId xmlns:a16="http://schemas.microsoft.com/office/drawing/2014/main" id="{2FA392D8-3ED3-7940-83A8-1451AA8A08D4}"/>
                  </a:ext>
                </a:extLst>
              </p:cNvPr>
              <p:cNvSpPr txBox="1"/>
              <p:nvPr/>
            </p:nvSpPr>
            <p:spPr>
              <a:xfrm>
                <a:off x="928468" y="520518"/>
                <a:ext cx="9056190" cy="2862322"/>
              </a:xfrm>
              <a:prstGeom prst="rect">
                <a:avLst/>
              </a:prstGeom>
              <a:noFill/>
            </p:spPr>
            <p:txBody>
              <a:bodyPr wrap="square" rtlCol="0">
                <a:spAutoFit/>
              </a:bodyPr>
              <a:lstStyle/>
              <a:p>
                <a:pPr marL="457200" indent="-457200">
                  <a:buFont typeface="+mj-lt"/>
                  <a:buAutoNum type="alphaLcPeriod" startAt="8"/>
                </a:pPr>
                <a:r>
                  <a:rPr lang="en-US" sz="2000" dirty="0">
                    <a:latin typeface="Verdana" charset="0"/>
                    <a:ea typeface="Verdana" charset="0"/>
                    <a:cs typeface="Verdana" charset="0"/>
                  </a:rPr>
                  <a:t>Substitute </a:t>
                </a:r>
                <a14:m>
                  <m:oMath xmlns:m="http://schemas.openxmlformats.org/officeDocument/2006/math">
                    <m:r>
                      <a:rPr lang="en-US" sz="2000" i="1">
                        <a:latin typeface="Cambria Math" charset="0"/>
                        <a:ea typeface="Verdana" charset="0"/>
                        <a:cs typeface="Verdana" charset="0"/>
                      </a:rPr>
                      <m:t>𝑏</m:t>
                    </m:r>
                    <m:func>
                      <m:funcPr>
                        <m:ctrlPr>
                          <a:rPr lang="en-US" sz="2000" i="1">
                            <a:latin typeface="Cambria Math" panose="02040503050406030204" pitchFamily="18" charset="0"/>
                            <a:ea typeface="Verdana" charset="0"/>
                            <a:cs typeface="Verdana" charset="0"/>
                          </a:rPr>
                        </m:ctrlPr>
                      </m:funcPr>
                      <m:fName>
                        <m:r>
                          <m:rPr>
                            <m:sty m:val="p"/>
                          </m:rPr>
                          <a:rPr lang="en-US" sz="2000">
                            <a:latin typeface="Cambria Math" charset="0"/>
                            <a:ea typeface="Verdana" charset="0"/>
                            <a:cs typeface="Verdana" charset="0"/>
                          </a:rPr>
                          <m:t>cos</m:t>
                        </m:r>
                      </m:fName>
                      <m:e>
                        <m:r>
                          <a:rPr lang="en-US" sz="2000" i="1">
                            <a:latin typeface="Cambria Math" charset="0"/>
                            <a:ea typeface="Verdana" charset="0"/>
                            <a:cs typeface="Verdana" charset="0"/>
                          </a:rPr>
                          <m:t>𝐴</m:t>
                        </m:r>
                      </m:e>
                    </m:func>
                  </m:oMath>
                </a14:m>
                <a:r>
                  <a:rPr lang="en-US" sz="2000" dirty="0">
                    <a:latin typeface="Verdana" charset="0"/>
                    <a:ea typeface="Verdana" charset="0"/>
                    <a:cs typeface="Verdana" charset="0"/>
                  </a:rPr>
                  <a:t> in place of </a:t>
                </a:r>
                <a14:m>
                  <m:oMath xmlns:m="http://schemas.openxmlformats.org/officeDocument/2006/math">
                    <m:r>
                      <a:rPr lang="en-US" sz="2000" i="1">
                        <a:latin typeface="Cambria Math" charset="0"/>
                        <a:ea typeface="Verdana" charset="0"/>
                        <a:cs typeface="Verdana" charset="0"/>
                      </a:rPr>
                      <m:t>𝑥</m:t>
                    </m:r>
                  </m:oMath>
                </a14:m>
                <a:r>
                  <a:rPr lang="en-US" sz="2000" dirty="0">
                    <a:latin typeface="Verdana" charset="0"/>
                    <a:ea typeface="Verdana" charset="0"/>
                    <a:cs typeface="Verdana" charset="0"/>
                  </a:rPr>
                  <a:t> in the equation from part e.</a:t>
                </a:r>
              </a:p>
              <a:p>
                <a:pPr marL="457200" indent="-457200">
                  <a:buFont typeface="+mj-lt"/>
                  <a:buAutoNum type="alphaLcPeriod" startAt="8"/>
                </a:pPr>
                <a:endParaRPr lang="en-US" sz="2000" dirty="0">
                  <a:latin typeface="Verdana" charset="0"/>
                  <a:ea typeface="Verdana" charset="0"/>
                  <a:cs typeface="Verdana" charset="0"/>
                </a:endParaRPr>
              </a:p>
              <a:p>
                <a:pPr marL="457200" indent="-457200">
                  <a:buFont typeface="+mj-lt"/>
                  <a:buAutoNum type="alphaLcPeriod" startAt="8"/>
                </a:pPr>
                <a:endParaRPr lang="en-US" sz="2000" dirty="0">
                  <a:latin typeface="Verdana" charset="0"/>
                  <a:ea typeface="Verdana" charset="0"/>
                  <a:cs typeface="Verdana" charset="0"/>
                </a:endParaRPr>
              </a:p>
              <a:p>
                <a:pPr marL="457200" indent="-457200">
                  <a:buFont typeface="+mj-lt"/>
                  <a:buAutoNum type="alphaLcPeriod" startAt="8"/>
                </a:pPr>
                <a:endParaRPr lang="en-US" sz="2000" dirty="0">
                  <a:latin typeface="Verdana" charset="0"/>
                  <a:ea typeface="Verdana" charset="0"/>
                  <a:cs typeface="Verdana" charset="0"/>
                </a:endParaRPr>
              </a:p>
              <a:p>
                <a:pPr marL="457200" indent="-457200">
                  <a:buFont typeface="+mj-lt"/>
                  <a:buAutoNum type="alphaLcPeriod" startAt="8"/>
                </a:pPr>
                <a:endParaRPr lang="en-US" sz="2000" dirty="0">
                  <a:latin typeface="Verdana" charset="0"/>
                  <a:ea typeface="Verdana" charset="0"/>
                  <a:cs typeface="Verdana" charset="0"/>
                </a:endParaRPr>
              </a:p>
              <a:p>
                <a:pPr marL="457200" indent="-457200">
                  <a:buFont typeface="+mj-lt"/>
                  <a:buAutoNum type="alphaLcPeriod" startAt="8"/>
                </a:pPr>
                <a:endParaRPr lang="en-US" sz="2000" dirty="0">
                  <a:latin typeface="Verdana" charset="0"/>
                  <a:ea typeface="Verdana" charset="0"/>
                  <a:cs typeface="Verdana" charset="0"/>
                </a:endParaRPr>
              </a:p>
              <a:p>
                <a:pPr marL="457200" indent="-457200">
                  <a:buFont typeface="+mj-lt"/>
                  <a:buAutoNum type="alphaLcPeriod" startAt="8"/>
                </a:pPr>
                <a:endParaRPr lang="en-US" sz="2000" dirty="0">
                  <a:latin typeface="Verdana" charset="0"/>
                  <a:ea typeface="Verdana" charset="0"/>
                  <a:cs typeface="Verdana" charset="0"/>
                </a:endParaRPr>
              </a:p>
              <a:p>
                <a:pPr marL="457200" indent="-457200">
                  <a:buFont typeface="+mj-lt"/>
                  <a:buAutoNum type="alphaLcPeriod" startAt="8"/>
                </a:pPr>
                <a:endParaRPr lang="en-US" sz="2000" dirty="0">
                  <a:latin typeface="Verdana" charset="0"/>
                  <a:ea typeface="Verdana" charset="0"/>
                  <a:cs typeface="Verdana" charset="0"/>
                </a:endParaRPr>
              </a:p>
              <a:p>
                <a:pPr marL="457200" indent="-457200">
                  <a:buFont typeface="+mj-lt"/>
                  <a:buAutoNum type="alphaLcPeriod" startAt="8"/>
                </a:pPr>
                <a:r>
                  <a:rPr lang="en-US" sz="2000" dirty="0">
                    <a:latin typeface="Verdana" charset="0"/>
                    <a:ea typeface="Verdana" charset="0"/>
                    <a:cs typeface="Verdana" charset="0"/>
                  </a:rPr>
                  <a:t>Expand and combine like terms.</a:t>
                </a:r>
              </a:p>
            </p:txBody>
          </p:sp>
        </mc:Choice>
        <mc:Fallback xmlns="">
          <p:sp>
            <p:nvSpPr>
              <p:cNvPr id="14" name="TextBox 13">
                <a:extLst>
                  <a:ext uri="{FF2B5EF4-FFF2-40B4-BE49-F238E27FC236}">
                    <a16:creationId xmlns:a16="http://schemas.microsoft.com/office/drawing/2014/main" id="{2FA392D8-3ED3-7940-83A8-1451AA8A08D4}"/>
                  </a:ext>
                </a:extLst>
              </p:cNvPr>
              <p:cNvSpPr txBox="1">
                <a:spLocks noRot="1" noChangeAspect="1" noMove="1" noResize="1" noEditPoints="1" noAdjustHandles="1" noChangeArrowheads="1" noChangeShapeType="1" noTextEdit="1"/>
              </p:cNvSpPr>
              <p:nvPr/>
            </p:nvSpPr>
            <p:spPr>
              <a:xfrm>
                <a:off x="928468" y="520518"/>
                <a:ext cx="9056190" cy="2862322"/>
              </a:xfrm>
              <a:prstGeom prst="rect">
                <a:avLst/>
              </a:prstGeom>
              <a:blipFill>
                <a:blip r:embed="rId4"/>
                <a:stretch>
                  <a:fillRect l="-740" t="-1277" b="-2979"/>
                </a:stretch>
              </a:blipFill>
            </p:spPr>
            <p:txBody>
              <a:bodyPr/>
              <a:lstStyle/>
              <a:p>
                <a:r>
                  <a:rPr lang="en-US">
                    <a:noFill/>
                  </a:rPr>
                  <a:t> </a:t>
                </a:r>
              </a:p>
            </p:txBody>
          </p:sp>
        </mc:Fallback>
      </mc:AlternateContent>
      <p:sp>
        <p:nvSpPr>
          <p:cNvPr id="6" name="Google Shape;278;g104476d1465_1_17">
            <a:extLst>
              <a:ext uri="{FF2B5EF4-FFF2-40B4-BE49-F238E27FC236}">
                <a16:creationId xmlns:a16="http://schemas.microsoft.com/office/drawing/2014/main" id="{5B857E21-14F1-9C47-B2E8-32DB537DBF85}"/>
              </a:ext>
            </a:extLst>
          </p:cNvPr>
          <p:cNvSpPr/>
          <p:nvPr/>
        </p:nvSpPr>
        <p:spPr>
          <a:xfrm>
            <a:off x="0" y="-8101"/>
            <a:ext cx="223200" cy="6866100"/>
          </a:xfrm>
          <a:prstGeom prst="rect">
            <a:avLst/>
          </a:prstGeom>
          <a:solidFill>
            <a:srgbClr val="41BFAC"/>
          </a:solidFill>
          <a:ln w="9525" cap="flat" cmpd="sng">
            <a:solidFill>
              <a:srgbClr val="41BFAC"/>
            </a:solidFill>
            <a:prstDash val="solid"/>
            <a:round/>
            <a:headEnd type="none" w="sm" len="sm"/>
            <a:tailEnd type="none" w="sm" len="sm"/>
          </a:ln>
          <a:effectLst>
            <a:outerShdw blurRad="57150" dist="19050" dir="5400000" algn="bl" rotWithShape="0">
              <a:srgbClr val="000000">
                <a:alpha val="50000"/>
              </a:srgbClr>
            </a:outerShdw>
          </a:effectLst>
        </p:spPr>
        <p:txBody>
          <a:bodyPr spcFirstLastPara="1" wrap="square" lIns="91425" tIns="91425" rIns="91425" bIns="91425" anchor="ctr" anchorCtr="0">
            <a:noAutofit/>
          </a:bodyPr>
          <a:lstStyle/>
          <a:p>
            <a:endParaRPr dirty="0">
              <a:highlight>
                <a:srgbClr val="FFFF00"/>
              </a:highlight>
            </a:endParaRPr>
          </a:p>
        </p:txBody>
      </p:sp>
    </p:spTree>
    <p:extLst>
      <p:ext uri="{BB962C8B-B14F-4D97-AF65-F5344CB8AC3E}">
        <p14:creationId xmlns:p14="http://schemas.microsoft.com/office/powerpoint/2010/main" val="1093668837"/>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Shape 308"/>
        <p:cNvGrpSpPr/>
        <p:nvPr/>
      </p:nvGrpSpPr>
      <p:grpSpPr>
        <a:xfrm>
          <a:off x="0" y="0"/>
          <a:ext cx="0" cy="0"/>
          <a:chOff x="0" y="0"/>
          <a:chExt cx="0" cy="0"/>
        </a:xfrm>
      </p:grpSpPr>
      <p:sp>
        <p:nvSpPr>
          <p:cNvPr id="309" name="Google Shape;309;g104476d1465_1_39"/>
          <p:cNvSpPr/>
          <p:nvPr/>
        </p:nvSpPr>
        <p:spPr>
          <a:xfrm>
            <a:off x="0" y="-8225"/>
            <a:ext cx="2731200" cy="6866100"/>
          </a:xfrm>
          <a:prstGeom prst="rect">
            <a:avLst/>
          </a:prstGeom>
          <a:solidFill>
            <a:srgbClr val="41BFAC"/>
          </a:solidFill>
          <a:ln w="9525" cap="flat" cmpd="sng">
            <a:solidFill>
              <a:srgbClr val="41BFAC"/>
            </a:solidFill>
            <a:prstDash val="solid"/>
            <a:round/>
            <a:headEnd type="none" w="sm" len="sm"/>
            <a:tailEnd type="none" w="sm" len="sm"/>
          </a:ln>
          <a:effectLst>
            <a:outerShdw blurRad="50800" dist="38100" dir="2700000" algn="tl" rotWithShape="0">
              <a:prstClr val="black">
                <a:alpha val="40000"/>
              </a:prstClr>
            </a:outerShdw>
          </a:effectLst>
        </p:spPr>
        <p:txBody>
          <a:bodyPr spcFirstLastPara="1" wrap="square" lIns="91425" tIns="91425" rIns="91425" bIns="91425" anchor="ctr" anchorCtr="0">
            <a:noAutofit/>
          </a:bodyPr>
          <a:lstStyle/>
          <a:p>
            <a:endParaRPr/>
          </a:p>
        </p:txBody>
      </p:sp>
      <p:pic>
        <p:nvPicPr>
          <p:cNvPr id="311" name="Google Shape;311;g104476d1465_1_39"/>
          <p:cNvPicPr preferRelativeResize="0"/>
          <p:nvPr/>
        </p:nvPicPr>
        <p:blipFill>
          <a:blip r:embed="rId3" cstate="screen">
            <a:alphaModFix/>
            <a:extLst>
              <a:ext uri="{28A0092B-C50C-407E-A947-70E740481C1C}">
                <a14:useLocalDpi xmlns:a14="http://schemas.microsoft.com/office/drawing/2010/main"/>
              </a:ext>
            </a:extLst>
          </a:blip>
          <a:stretch>
            <a:fillRect/>
          </a:stretch>
        </p:blipFill>
        <p:spPr>
          <a:xfrm>
            <a:off x="11628150" y="6200599"/>
            <a:ext cx="563850" cy="657276"/>
          </a:xfrm>
          <a:prstGeom prst="rect">
            <a:avLst/>
          </a:prstGeom>
          <a:noFill/>
          <a:ln>
            <a:noFill/>
          </a:ln>
          <a:effectLst>
            <a:outerShdw blurRad="57150" dist="19050" dir="5400000" algn="bl" rotWithShape="0">
              <a:srgbClr val="000000">
                <a:alpha val="50000"/>
              </a:srgbClr>
            </a:outerShdw>
          </a:effectLst>
        </p:spPr>
      </p:pic>
      <p:sp>
        <p:nvSpPr>
          <p:cNvPr id="313" name="Google Shape;313;g104476d1465_1_39"/>
          <p:cNvSpPr txBox="1">
            <a:spLocks noGrp="1"/>
          </p:cNvSpPr>
          <p:nvPr>
            <p:ph type="title" idx="4294967295"/>
          </p:nvPr>
        </p:nvSpPr>
        <p:spPr>
          <a:xfrm>
            <a:off x="5664867" y="2766145"/>
            <a:ext cx="4480750" cy="1325700"/>
          </a:xfrm>
          <a:prstGeom prst="rect">
            <a:avLst/>
          </a:prstGeom>
          <a:noFill/>
          <a:ln>
            <a:noFill/>
          </a:ln>
        </p:spPr>
        <p:txBody>
          <a:bodyPr spcFirstLastPara="1" wrap="square" lIns="91425" tIns="45700" rIns="91425" bIns="45700" anchor="ctr" anchorCtr="0">
            <a:normAutofit fontScale="90000"/>
          </a:bodyPr>
          <a:lstStyle/>
          <a:p>
            <a:pPr algn="ctr">
              <a:buClr>
                <a:schemeClr val="lt1"/>
              </a:buClr>
              <a:buSzPts val="4800"/>
            </a:pPr>
            <a:r>
              <a:rPr lang="en-US" sz="5500" b="1" dirty="0">
                <a:solidFill>
                  <a:srgbClr val="54B5D1"/>
                </a:solidFill>
                <a:latin typeface="Verdana"/>
                <a:ea typeface="Verdana"/>
                <a:cs typeface="Verdana"/>
                <a:sym typeface="Verdana"/>
              </a:rPr>
              <a:t>Guided Instruction</a:t>
            </a:r>
            <a:endParaRPr sz="5100" b="1" dirty="0">
              <a:solidFill>
                <a:srgbClr val="54B5D1"/>
              </a:solidFill>
              <a:latin typeface="Verdana"/>
              <a:ea typeface="Verdana"/>
              <a:cs typeface="Verdana"/>
              <a:sym typeface="Verdana"/>
            </a:endParaRPr>
          </a:p>
        </p:txBody>
      </p:sp>
      <p:pic>
        <p:nvPicPr>
          <p:cNvPr id="7" name="Google Shape;338;g103996e1364_0_315">
            <a:extLst>
              <a:ext uri="{FF2B5EF4-FFF2-40B4-BE49-F238E27FC236}">
                <a16:creationId xmlns:a16="http://schemas.microsoft.com/office/drawing/2014/main" id="{2AC58C8F-2DD8-F347-9ECA-58EE9E1B7E9C}"/>
              </a:ext>
            </a:extLst>
          </p:cNvPr>
          <p:cNvPicPr preferRelativeResize="0"/>
          <p:nvPr/>
        </p:nvPicPr>
        <p:blipFill rotWithShape="1">
          <a:blip r:embed="rId4">
            <a:alphaModFix/>
          </a:blip>
          <a:srcRect/>
          <a:stretch/>
        </p:blipFill>
        <p:spPr>
          <a:xfrm>
            <a:off x="4519075" y="2849920"/>
            <a:ext cx="1145792" cy="1158150"/>
          </a:xfrm>
          <a:prstGeom prst="rect">
            <a:avLst/>
          </a:prstGeom>
          <a:noFill/>
          <a:ln>
            <a:noFill/>
          </a:ln>
          <a:effectLst>
            <a:outerShdw blurRad="50800" dist="38100" dir="2700000" algn="tl" rotWithShape="0">
              <a:prstClr val="black">
                <a:alpha val="40000"/>
              </a:prstClr>
            </a:outerShdw>
          </a:effectLst>
        </p:spPr>
      </p:pic>
      <p:sp>
        <p:nvSpPr>
          <p:cNvPr id="8" name="Google Shape;282;g104476d1465_1_17">
            <a:extLst>
              <a:ext uri="{FF2B5EF4-FFF2-40B4-BE49-F238E27FC236}">
                <a16:creationId xmlns:a16="http://schemas.microsoft.com/office/drawing/2014/main" id="{33005AFD-D615-1344-BDC0-5A40F6454816}"/>
              </a:ext>
            </a:extLst>
          </p:cNvPr>
          <p:cNvSpPr txBox="1"/>
          <p:nvPr/>
        </p:nvSpPr>
        <p:spPr>
          <a:xfrm>
            <a:off x="8889924" y="6457674"/>
            <a:ext cx="2634000" cy="400200"/>
          </a:xfrm>
          <a:prstGeom prst="rect">
            <a:avLst/>
          </a:prstGeom>
          <a:noFill/>
          <a:ln>
            <a:noFill/>
          </a:ln>
        </p:spPr>
        <p:txBody>
          <a:bodyPr spcFirstLastPara="1" wrap="square" lIns="91425" tIns="91425" rIns="91425" bIns="91425" anchor="t" anchorCtr="0">
            <a:spAutoFit/>
          </a:bodyPr>
          <a:lstStyle/>
          <a:p>
            <a:pPr lvl="0" algn="r"/>
            <a:r>
              <a:rPr lang="it-IT" i="1" dirty="0">
                <a:latin typeface="Calibri"/>
                <a:ea typeface="Calibri"/>
                <a:cs typeface="Calibri"/>
                <a:sym typeface="Calibri"/>
              </a:rPr>
              <a:t>volume 1, </a:t>
            </a:r>
            <a:r>
              <a:rPr lang="it-IT" i="1" dirty="0" err="1">
                <a:latin typeface="Calibri"/>
                <a:ea typeface="Calibri"/>
                <a:cs typeface="Calibri"/>
                <a:sym typeface="Calibri"/>
              </a:rPr>
              <a:t>pg</a:t>
            </a:r>
            <a:r>
              <a:rPr lang="it-IT" i="1" dirty="0">
                <a:latin typeface="Calibri"/>
                <a:ea typeface="Calibri"/>
                <a:cs typeface="Calibri"/>
                <a:sym typeface="Calibri"/>
              </a:rPr>
              <a:t>. 436</a:t>
            </a:r>
          </a:p>
        </p:txBody>
      </p:sp>
    </p:spTree>
    <p:extLst>
      <p:ext uri="{BB962C8B-B14F-4D97-AF65-F5344CB8AC3E}">
        <p14:creationId xmlns:p14="http://schemas.microsoft.com/office/powerpoint/2010/main" val="160978675"/>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Shape 277"/>
        <p:cNvGrpSpPr/>
        <p:nvPr/>
      </p:nvGrpSpPr>
      <p:grpSpPr>
        <a:xfrm>
          <a:off x="0" y="0"/>
          <a:ext cx="0" cy="0"/>
          <a:chOff x="0" y="0"/>
          <a:chExt cx="0" cy="0"/>
        </a:xfrm>
      </p:grpSpPr>
      <p:pic>
        <p:nvPicPr>
          <p:cNvPr id="283" name="Google Shape;283;g104476d1465_1_17"/>
          <p:cNvPicPr preferRelativeResize="0"/>
          <p:nvPr/>
        </p:nvPicPr>
        <p:blipFill>
          <a:blip r:embed="rId3" cstate="screen">
            <a:alphaModFix/>
            <a:extLst>
              <a:ext uri="{28A0092B-C50C-407E-A947-70E740481C1C}">
                <a14:useLocalDpi xmlns:a14="http://schemas.microsoft.com/office/drawing/2010/main"/>
              </a:ext>
            </a:extLst>
          </a:blip>
          <a:stretch>
            <a:fillRect/>
          </a:stretch>
        </p:blipFill>
        <p:spPr>
          <a:xfrm>
            <a:off x="11628150" y="6200724"/>
            <a:ext cx="563850" cy="657276"/>
          </a:xfrm>
          <a:prstGeom prst="rect">
            <a:avLst/>
          </a:prstGeom>
          <a:noFill/>
          <a:ln>
            <a:noFill/>
          </a:ln>
          <a:effectLst>
            <a:outerShdw blurRad="57150" dist="19050" dir="5400000" algn="bl" rotWithShape="0">
              <a:srgbClr val="000000">
                <a:alpha val="50000"/>
              </a:srgbClr>
            </a:outerShdw>
          </a:effectLst>
        </p:spPr>
      </p:pic>
      <p:sp>
        <p:nvSpPr>
          <p:cNvPr id="7" name="Google Shape;343;g103996e1364_0_321">
            <a:extLst>
              <a:ext uri="{FF2B5EF4-FFF2-40B4-BE49-F238E27FC236}">
                <a16:creationId xmlns:a16="http://schemas.microsoft.com/office/drawing/2014/main" id="{21B1DF8E-16A0-FA4E-8CEB-434668DFA68D}"/>
              </a:ext>
            </a:extLst>
          </p:cNvPr>
          <p:cNvSpPr txBox="1">
            <a:spLocks/>
          </p:cNvSpPr>
          <p:nvPr/>
        </p:nvSpPr>
        <p:spPr>
          <a:xfrm>
            <a:off x="1009918" y="-85855"/>
            <a:ext cx="11182082" cy="1325700"/>
          </a:xfrm>
          <a:prstGeom prst="rect">
            <a:avLst/>
          </a:prstGeom>
          <a:noFill/>
          <a:ln>
            <a:noFill/>
          </a:ln>
        </p:spPr>
        <p:txBody>
          <a:bodyPr spcFirstLastPara="1" wrap="square" lIns="91425" tIns="45700" rIns="91425" bIns="45700" anchor="ctr" anchorCtr="0">
            <a:noAutofit/>
          </a:bodyP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a:lstStyle>
          <a:p>
            <a:pPr>
              <a:lnSpc>
                <a:spcPct val="90000"/>
              </a:lnSpc>
              <a:buClr>
                <a:schemeClr val="dk1"/>
              </a:buClr>
              <a:buSzPts val="5400"/>
              <a:buFont typeface="Century Gothic"/>
              <a:buNone/>
            </a:pPr>
            <a:r>
              <a:rPr lang="en-US" sz="3600" b="1" dirty="0">
                <a:solidFill>
                  <a:srgbClr val="54B5D1"/>
                </a:solidFill>
                <a:latin typeface="Verdana"/>
                <a:ea typeface="Verdana"/>
                <a:cs typeface="Verdana"/>
                <a:sym typeface="Verdana"/>
              </a:rPr>
              <a:t>7.H2.3 Guided Instruction: Law of Cosines</a:t>
            </a:r>
          </a:p>
        </p:txBody>
      </p:sp>
      <p:pic>
        <p:nvPicPr>
          <p:cNvPr id="9" name="Google Shape;345;g103996e1364_0_321">
            <a:extLst>
              <a:ext uri="{FF2B5EF4-FFF2-40B4-BE49-F238E27FC236}">
                <a16:creationId xmlns:a16="http://schemas.microsoft.com/office/drawing/2014/main" id="{CBDD45DF-949B-9F42-BFF6-A7167F0CF795}"/>
              </a:ext>
            </a:extLst>
          </p:cNvPr>
          <p:cNvPicPr preferRelativeResize="0"/>
          <p:nvPr/>
        </p:nvPicPr>
        <p:blipFill rotWithShape="1">
          <a:blip r:embed="rId4">
            <a:alphaModFix/>
          </a:blip>
          <a:srcRect/>
          <a:stretch/>
        </p:blipFill>
        <p:spPr>
          <a:xfrm>
            <a:off x="262618" y="121409"/>
            <a:ext cx="747300" cy="747300"/>
          </a:xfrm>
          <a:prstGeom prst="rect">
            <a:avLst/>
          </a:prstGeom>
          <a:noFill/>
          <a:ln>
            <a:noFill/>
          </a:ln>
          <a:effectLst>
            <a:outerShdw blurRad="50800" dist="38100" dir="2700000" algn="tl" rotWithShape="0">
              <a:prstClr val="black">
                <a:alpha val="40000"/>
              </a:prstClr>
            </a:outerShdw>
          </a:effectLst>
        </p:spPr>
      </p:pic>
      <p:sp>
        <p:nvSpPr>
          <p:cNvPr id="12" name="Google Shape;282;g104476d1465_1_17">
            <a:extLst>
              <a:ext uri="{FF2B5EF4-FFF2-40B4-BE49-F238E27FC236}">
                <a16:creationId xmlns:a16="http://schemas.microsoft.com/office/drawing/2014/main" id="{B2B1ECCC-8E07-F247-BB16-7B958B8E6B20}"/>
              </a:ext>
            </a:extLst>
          </p:cNvPr>
          <p:cNvSpPr txBox="1"/>
          <p:nvPr/>
        </p:nvSpPr>
        <p:spPr>
          <a:xfrm>
            <a:off x="8889924" y="6457799"/>
            <a:ext cx="2634000" cy="400200"/>
          </a:xfrm>
          <a:prstGeom prst="rect">
            <a:avLst/>
          </a:prstGeom>
          <a:noFill/>
          <a:ln>
            <a:noFill/>
          </a:ln>
        </p:spPr>
        <p:txBody>
          <a:bodyPr spcFirstLastPara="1" wrap="square" lIns="91425" tIns="91425" rIns="91425" bIns="91425" anchor="t" anchorCtr="0">
            <a:spAutoFit/>
          </a:bodyPr>
          <a:lstStyle/>
          <a:p>
            <a:pPr lvl="0" algn="r"/>
            <a:r>
              <a:rPr lang="it-IT" i="1" dirty="0">
                <a:latin typeface="Calibri"/>
                <a:ea typeface="Calibri"/>
                <a:cs typeface="Calibri"/>
                <a:sym typeface="Calibri"/>
              </a:rPr>
              <a:t>volume 1, </a:t>
            </a:r>
            <a:r>
              <a:rPr lang="it-IT" i="1" dirty="0" err="1">
                <a:latin typeface="Calibri"/>
                <a:ea typeface="Calibri"/>
                <a:cs typeface="Calibri"/>
                <a:sym typeface="Calibri"/>
              </a:rPr>
              <a:t>pg</a:t>
            </a:r>
            <a:r>
              <a:rPr lang="it-IT" i="1" dirty="0">
                <a:latin typeface="Calibri"/>
                <a:ea typeface="Calibri"/>
                <a:cs typeface="Calibri"/>
                <a:sym typeface="Calibri"/>
              </a:rPr>
              <a:t>. 436</a:t>
            </a:r>
          </a:p>
        </p:txBody>
      </p:sp>
      <mc:AlternateContent xmlns:mc="http://schemas.openxmlformats.org/markup-compatibility/2006" xmlns:a14="http://schemas.microsoft.com/office/drawing/2010/main">
        <mc:Choice Requires="a14">
          <p:sp>
            <p:nvSpPr>
              <p:cNvPr id="13" name="TextBox 12">
                <a:extLst>
                  <a:ext uri="{FF2B5EF4-FFF2-40B4-BE49-F238E27FC236}">
                    <a16:creationId xmlns:a16="http://schemas.microsoft.com/office/drawing/2014/main" id="{C01B13E8-EC8D-E443-A329-C5E3593DD13A}"/>
                  </a:ext>
                </a:extLst>
              </p:cNvPr>
              <p:cNvSpPr txBox="1"/>
              <p:nvPr/>
            </p:nvSpPr>
            <p:spPr>
              <a:xfrm>
                <a:off x="497833" y="3771006"/>
                <a:ext cx="9693302" cy="2246769"/>
              </a:xfrm>
              <a:prstGeom prst="rect">
                <a:avLst/>
              </a:prstGeom>
              <a:noFill/>
            </p:spPr>
            <p:txBody>
              <a:bodyPr wrap="square" rtlCol="0">
                <a:spAutoFit/>
              </a:bodyPr>
              <a:lstStyle/>
              <a:p>
                <a:pPr marL="457200" indent="-457200">
                  <a:buFont typeface="+mj-lt"/>
                  <a:buAutoNum type="arabicPeriod"/>
                </a:pPr>
                <a:r>
                  <a:rPr lang="en-US" sz="2000" dirty="0">
                    <a:latin typeface="Verdana" charset="0"/>
                    <a:ea typeface="Verdana" charset="0"/>
                    <a:cs typeface="Verdana" charset="0"/>
                  </a:rPr>
                  <a:t>In </a:t>
                </a:r>
                <a14:m>
                  <m:oMath xmlns:m="http://schemas.openxmlformats.org/officeDocument/2006/math">
                    <m:r>
                      <a:rPr lang="en-US" sz="2000" i="1">
                        <a:latin typeface="Cambria Math" charset="0"/>
                        <a:ea typeface="Verdana" charset="0"/>
                        <a:cs typeface="Verdana" charset="0"/>
                      </a:rPr>
                      <m:t>∆</m:t>
                    </m:r>
                    <m:r>
                      <a:rPr lang="en-US" sz="2000" i="1">
                        <a:latin typeface="Cambria Math" charset="0"/>
                        <a:ea typeface="Verdana" charset="0"/>
                        <a:cs typeface="Verdana" charset="0"/>
                      </a:rPr>
                      <m:t>𝐷𝑅𝑃</m:t>
                    </m:r>
                  </m:oMath>
                </a14:m>
                <a:r>
                  <a:rPr lang="en-US" sz="2000" dirty="0">
                    <a:latin typeface="Verdana" charset="0"/>
                    <a:ea typeface="Verdana" charset="0"/>
                    <a:cs typeface="Verdana" charset="0"/>
                  </a:rPr>
                  <a:t>, </a:t>
                </a:r>
                <a14:m>
                  <m:oMath xmlns:m="http://schemas.openxmlformats.org/officeDocument/2006/math">
                    <m:r>
                      <a:rPr lang="en-US" sz="2000" i="1">
                        <a:latin typeface="Cambria Math" charset="0"/>
                        <a:ea typeface="Verdana" charset="0"/>
                        <a:cs typeface="Verdana" charset="0"/>
                      </a:rPr>
                      <m:t>𝐷𝑅</m:t>
                    </m:r>
                    <m:r>
                      <a:rPr lang="en-US" sz="2000" i="1">
                        <a:latin typeface="Cambria Math" charset="0"/>
                        <a:ea typeface="Verdana" charset="0"/>
                        <a:cs typeface="Verdana" charset="0"/>
                      </a:rPr>
                      <m:t>=10,  </m:t>
                    </m:r>
                    <m:r>
                      <a:rPr lang="en-US" sz="2000" i="1">
                        <a:latin typeface="Cambria Math" charset="0"/>
                        <a:ea typeface="Verdana" charset="0"/>
                        <a:cs typeface="Verdana" charset="0"/>
                      </a:rPr>
                      <m:t>𝐷𝑃</m:t>
                    </m:r>
                    <m:r>
                      <a:rPr lang="en-US" sz="2000" i="1">
                        <a:latin typeface="Cambria Math" charset="0"/>
                        <a:ea typeface="Verdana" charset="0"/>
                        <a:cs typeface="Verdana" charset="0"/>
                      </a:rPr>
                      <m:t>=4.7, </m:t>
                    </m:r>
                  </m:oMath>
                </a14:m>
                <a:r>
                  <a:rPr lang="en-US" sz="2000" dirty="0">
                    <a:latin typeface="Verdana" charset="0"/>
                    <a:ea typeface="Verdana" charset="0"/>
                    <a:cs typeface="Verdana" charset="0"/>
                  </a:rPr>
                  <a:t>and </a:t>
                </a:r>
                <a14:m>
                  <m:oMath xmlns:m="http://schemas.openxmlformats.org/officeDocument/2006/math">
                    <m:r>
                      <a:rPr lang="en-US" sz="2000" i="1">
                        <a:latin typeface="Cambria Math" charset="0"/>
                        <a:ea typeface="Verdana" charset="0"/>
                        <a:cs typeface="Verdana" charset="0"/>
                      </a:rPr>
                      <m:t>𝑚</m:t>
                    </m:r>
                    <m:r>
                      <a:rPr lang="en-US" sz="2000" i="1">
                        <a:latin typeface="Cambria Math" charset="0"/>
                        <a:ea typeface="Verdana" charset="0"/>
                        <a:cs typeface="Verdana" charset="0"/>
                      </a:rPr>
                      <m:t>∠</m:t>
                    </m:r>
                    <m:r>
                      <a:rPr lang="en-US" sz="2000" i="1">
                        <a:latin typeface="Cambria Math" charset="0"/>
                        <a:ea typeface="Verdana" charset="0"/>
                        <a:cs typeface="Verdana" charset="0"/>
                      </a:rPr>
                      <m:t>𝑅𝐷𝑃</m:t>
                    </m:r>
                    <m:r>
                      <a:rPr lang="en-US" sz="2000" i="1">
                        <a:latin typeface="Cambria Math" charset="0"/>
                        <a:ea typeface="Verdana" charset="0"/>
                        <a:cs typeface="Verdana" charset="0"/>
                      </a:rPr>
                      <m:t>=60°</m:t>
                    </m:r>
                  </m:oMath>
                </a14:m>
                <a:r>
                  <a:rPr lang="en-US" sz="2000" dirty="0">
                    <a:latin typeface="Verdana" charset="0"/>
                    <a:ea typeface="Verdana" charset="0"/>
                    <a:cs typeface="Verdana" charset="0"/>
                  </a:rPr>
                  <a:t>. </a:t>
                </a:r>
              </a:p>
              <a:p>
                <a:r>
                  <a:rPr lang="en-US" sz="2000" dirty="0">
                    <a:latin typeface="Verdana" charset="0"/>
                    <a:ea typeface="Verdana" charset="0"/>
                    <a:cs typeface="Verdana" charset="0"/>
                  </a:rPr>
                  <a:t> </a:t>
                </a:r>
              </a:p>
              <a:p>
                <a:pPr marL="923925" indent="-454025">
                  <a:buFont typeface="+mj-lt"/>
                  <a:buAutoNum type="alphaLcPeriod"/>
                </a:pPr>
                <a:r>
                  <a:rPr lang="en-US" sz="2000" dirty="0">
                    <a:latin typeface="Verdana" charset="0"/>
                    <a:ea typeface="Verdana" charset="0"/>
                    <a:cs typeface="Verdana" charset="0"/>
                  </a:rPr>
                  <a:t>Draw and label a triangle with the given measurements.</a:t>
                </a:r>
              </a:p>
              <a:p>
                <a:pPr marL="923925" indent="-454025">
                  <a:buFont typeface="+mj-lt"/>
                  <a:buAutoNum type="alphaLcPeriod"/>
                </a:pPr>
                <a:endParaRPr lang="en-US" sz="2000" dirty="0">
                  <a:latin typeface="Verdana" charset="0"/>
                  <a:ea typeface="Verdana" charset="0"/>
                  <a:cs typeface="Verdana" charset="0"/>
                </a:endParaRPr>
              </a:p>
              <a:p>
                <a:pPr marL="923925" indent="-454025">
                  <a:buFont typeface="+mj-lt"/>
                  <a:buAutoNum type="alphaLcPeriod"/>
                </a:pPr>
                <a:r>
                  <a:rPr lang="en-US" sz="2000" dirty="0">
                    <a:latin typeface="Verdana" charset="0"/>
                    <a:ea typeface="Verdana" charset="0"/>
                    <a:cs typeface="Verdana" charset="0"/>
                  </a:rPr>
                  <a:t>Use the law of cosines to find the measure of </a:t>
                </a:r>
                <a14:m>
                  <m:oMath xmlns:m="http://schemas.openxmlformats.org/officeDocument/2006/math">
                    <m:acc>
                      <m:accPr>
                        <m:chr m:val="̅"/>
                        <m:ctrlPr>
                          <a:rPr lang="en-US" sz="2000" i="1">
                            <a:latin typeface="Cambria Math" panose="02040503050406030204" pitchFamily="18" charset="0"/>
                            <a:ea typeface="Verdana" charset="0"/>
                            <a:cs typeface="Verdana" charset="0"/>
                          </a:rPr>
                        </m:ctrlPr>
                      </m:accPr>
                      <m:e>
                        <m:r>
                          <a:rPr lang="en-US" sz="2000" i="1">
                            <a:latin typeface="Cambria Math" charset="0"/>
                            <a:ea typeface="Verdana" charset="0"/>
                            <a:cs typeface="Verdana" charset="0"/>
                          </a:rPr>
                          <m:t>𝑅𝑃</m:t>
                        </m:r>
                      </m:e>
                    </m:acc>
                  </m:oMath>
                </a14:m>
                <a:r>
                  <a:rPr lang="en-US" sz="2000" dirty="0">
                    <a:latin typeface="Verdana" charset="0"/>
                    <a:ea typeface="Verdana" charset="0"/>
                    <a:cs typeface="Verdana" charset="0"/>
                  </a:rPr>
                  <a:t>.</a:t>
                </a:r>
              </a:p>
              <a:p>
                <a:pPr marL="923925" indent="-454025">
                  <a:buFont typeface="+mj-lt"/>
                  <a:buAutoNum type="alphaLcPeriod"/>
                </a:pPr>
                <a:endParaRPr lang="en-US" sz="2000" dirty="0">
                  <a:latin typeface="Verdana" charset="0"/>
                  <a:ea typeface="Verdana" charset="0"/>
                  <a:cs typeface="Verdana" charset="0"/>
                </a:endParaRPr>
              </a:p>
              <a:p>
                <a:pPr marL="923925" indent="-454025">
                  <a:buFont typeface="+mj-lt"/>
                  <a:buAutoNum type="alphaLcPeriod"/>
                </a:pPr>
                <a:r>
                  <a:rPr lang="en-US" sz="2000" dirty="0">
                    <a:latin typeface="Verdana" charset="0"/>
                    <a:ea typeface="Verdana" charset="0"/>
                    <a:cs typeface="Verdana" charset="0"/>
                  </a:rPr>
                  <a:t>Use the law of cosines to find </a:t>
                </a:r>
                <a14:m>
                  <m:oMath xmlns:m="http://schemas.openxmlformats.org/officeDocument/2006/math">
                    <m:r>
                      <a:rPr lang="en-US" sz="2000" i="1">
                        <a:latin typeface="Cambria Math" charset="0"/>
                        <a:ea typeface="Verdana" charset="0"/>
                        <a:cs typeface="Verdana" charset="0"/>
                      </a:rPr>
                      <m:t>𝑚</m:t>
                    </m:r>
                    <m:r>
                      <a:rPr lang="en-US" sz="2000" i="1">
                        <a:latin typeface="Cambria Math" charset="0"/>
                        <a:ea typeface="Verdana" charset="0"/>
                        <a:cs typeface="Verdana" charset="0"/>
                      </a:rPr>
                      <m:t>∠</m:t>
                    </m:r>
                    <m:r>
                      <a:rPr lang="en-US" sz="2000" i="1">
                        <a:latin typeface="Cambria Math" charset="0"/>
                        <a:ea typeface="Verdana" charset="0"/>
                        <a:cs typeface="Verdana" charset="0"/>
                      </a:rPr>
                      <m:t>𝑅𝑃𝐷</m:t>
                    </m:r>
                  </m:oMath>
                </a14:m>
                <a:r>
                  <a:rPr lang="en-US" sz="2000" dirty="0">
                    <a:latin typeface="Verdana" charset="0"/>
                    <a:ea typeface="Verdana" charset="0"/>
                    <a:cs typeface="Verdana" charset="0"/>
                  </a:rPr>
                  <a:t>. </a:t>
                </a:r>
              </a:p>
            </p:txBody>
          </p:sp>
        </mc:Choice>
        <mc:Fallback xmlns="">
          <p:sp>
            <p:nvSpPr>
              <p:cNvPr id="13" name="TextBox 12">
                <a:extLst>
                  <a:ext uri="{FF2B5EF4-FFF2-40B4-BE49-F238E27FC236}">
                    <a16:creationId xmlns:a16="http://schemas.microsoft.com/office/drawing/2014/main" id="{C01B13E8-EC8D-E443-A329-C5E3593DD13A}"/>
                  </a:ext>
                </a:extLst>
              </p:cNvPr>
              <p:cNvSpPr txBox="1">
                <a:spLocks noRot="1" noChangeAspect="1" noMove="1" noResize="1" noEditPoints="1" noAdjustHandles="1" noChangeArrowheads="1" noChangeShapeType="1" noTextEdit="1"/>
              </p:cNvSpPr>
              <p:nvPr/>
            </p:nvSpPr>
            <p:spPr>
              <a:xfrm>
                <a:off x="497833" y="3771006"/>
                <a:ext cx="9693302" cy="2246769"/>
              </a:xfrm>
              <a:prstGeom prst="rect">
                <a:avLst/>
              </a:prstGeom>
              <a:blipFill>
                <a:blip r:embed="rId5"/>
                <a:stretch>
                  <a:fillRect l="-692" t="-1902" b="-4076"/>
                </a:stretch>
              </a:blipFill>
            </p:spPr>
            <p:txBody>
              <a:bodyPr/>
              <a:lstStyle/>
              <a:p>
                <a:r>
                  <a:rPr lang="en-US">
                    <a:noFill/>
                  </a:rPr>
                  <a:t> </a:t>
                </a:r>
              </a:p>
            </p:txBody>
          </p:sp>
        </mc:Fallback>
      </mc:AlternateContent>
      <p:sp>
        <p:nvSpPr>
          <p:cNvPr id="8" name="Google Shape;278;g104476d1465_1_17">
            <a:extLst>
              <a:ext uri="{FF2B5EF4-FFF2-40B4-BE49-F238E27FC236}">
                <a16:creationId xmlns:a16="http://schemas.microsoft.com/office/drawing/2014/main" id="{2B75021C-9817-6449-B54A-E1D9EB71417A}"/>
              </a:ext>
            </a:extLst>
          </p:cNvPr>
          <p:cNvSpPr/>
          <p:nvPr/>
        </p:nvSpPr>
        <p:spPr>
          <a:xfrm>
            <a:off x="0" y="-8101"/>
            <a:ext cx="223200" cy="6866100"/>
          </a:xfrm>
          <a:prstGeom prst="rect">
            <a:avLst/>
          </a:prstGeom>
          <a:solidFill>
            <a:srgbClr val="41BFAC"/>
          </a:solidFill>
          <a:ln w="9525" cap="flat" cmpd="sng">
            <a:solidFill>
              <a:srgbClr val="41BFAC"/>
            </a:solidFill>
            <a:prstDash val="solid"/>
            <a:round/>
            <a:headEnd type="none" w="sm" len="sm"/>
            <a:tailEnd type="none" w="sm" len="sm"/>
          </a:ln>
          <a:effectLst>
            <a:outerShdw blurRad="57150" dist="19050" dir="5400000" algn="bl" rotWithShape="0">
              <a:srgbClr val="000000">
                <a:alpha val="50000"/>
              </a:srgbClr>
            </a:outerShdw>
          </a:effectLst>
        </p:spPr>
        <p:txBody>
          <a:bodyPr spcFirstLastPara="1" wrap="square" lIns="91425" tIns="91425" rIns="91425" bIns="91425" anchor="ctr" anchorCtr="0">
            <a:noAutofit/>
          </a:bodyPr>
          <a:lstStyle/>
          <a:p>
            <a:endParaRPr dirty="0">
              <a:highlight>
                <a:srgbClr val="FFFF00"/>
              </a:highlight>
            </a:endParaRPr>
          </a:p>
        </p:txBody>
      </p:sp>
      <mc:AlternateContent xmlns:mc="http://schemas.openxmlformats.org/markup-compatibility/2006" xmlns:a14="http://schemas.microsoft.com/office/drawing/2010/main">
        <mc:Choice Requires="a14">
          <p:sp>
            <p:nvSpPr>
              <p:cNvPr id="10" name="Text Box 24"/>
              <p:cNvSpPr txBox="1"/>
              <p:nvPr/>
            </p:nvSpPr>
            <p:spPr>
              <a:xfrm>
                <a:off x="1362466" y="1536526"/>
                <a:ext cx="6629400" cy="1937798"/>
              </a:xfrm>
              <a:prstGeom prst="roundRect">
                <a:avLst/>
              </a:prstGeom>
              <a:solidFill>
                <a:srgbClr val="BAE6F5"/>
              </a:solidFill>
              <a:ln>
                <a:noFill/>
              </a:ln>
              <a:effectLst>
                <a:outerShdw blurRad="50800" dist="76200" dir="2700000" algn="tl" rotWithShape="0">
                  <a:prstClr val="black">
                    <a:alpha val="40000"/>
                  </a:prstClr>
                </a:outerShdw>
              </a:effectLst>
            </p:spPr>
            <p:style>
              <a:lnRef idx="3">
                <a:schemeClr val="lt1"/>
              </a:lnRef>
              <a:fillRef idx="1">
                <a:schemeClr val="accent5"/>
              </a:fillRef>
              <a:effectRef idx="1">
                <a:schemeClr val="accent5"/>
              </a:effectRef>
              <a:fontRef idx="minor">
                <a:schemeClr val="lt1"/>
              </a:fontRef>
            </p:style>
            <p:txBody>
              <a:bodyPr rot="0" spcFirstLastPara="0" vert="horz" wrap="square" lIns="91440" tIns="45720" rIns="91440" bIns="45720" numCol="1" spcCol="0" rtlCol="0" fromWordArt="0" anchor="ctr" anchorCtr="0" forceAA="0" compatLnSpc="1">
                <a:prstTxWarp prst="textNoShape">
                  <a:avLst/>
                </a:prstTxWarp>
                <a:noAutofit/>
              </a:bodyPr>
              <a:lstStyle/>
              <a:p>
                <a:r>
                  <a:rPr lang="en-US" sz="2000" dirty="0">
                    <a:solidFill>
                      <a:srgbClr val="0070C0"/>
                    </a:solidFill>
                    <a:latin typeface="Verdana" charset="0"/>
                    <a:ea typeface="Verdana" charset="0"/>
                    <a:cs typeface="Verdana" charset="0"/>
                  </a:rPr>
                  <a:t>	The </a:t>
                </a:r>
                <a:r>
                  <a:rPr lang="en-US" sz="2000" b="1" dirty="0">
                    <a:solidFill>
                      <a:srgbClr val="0070C0"/>
                    </a:solidFill>
                    <a:latin typeface="Verdana" charset="0"/>
                    <a:ea typeface="Verdana" charset="0"/>
                    <a:cs typeface="Verdana" charset="0"/>
                  </a:rPr>
                  <a:t>Law of Cosines</a:t>
                </a:r>
                <a:r>
                  <a:rPr lang="en-US" sz="2000" dirty="0">
                    <a:solidFill>
                      <a:srgbClr val="0070C0"/>
                    </a:solidFill>
                    <a:latin typeface="Verdana" charset="0"/>
                    <a:ea typeface="Verdana" charset="0"/>
                    <a:cs typeface="Verdana" charset="0"/>
                  </a:rPr>
                  <a:t> can be written as 	one of 	the following:</a:t>
                </a:r>
              </a:p>
              <a:p>
                <a:pPr/>
                <a14:m>
                  <m:oMathPara xmlns:m="http://schemas.openxmlformats.org/officeDocument/2006/math">
                    <m:oMathParaPr>
                      <m:jc m:val="centerGroup"/>
                    </m:oMathParaPr>
                    <m:oMath xmlns:m="http://schemas.openxmlformats.org/officeDocument/2006/math">
                      <m:sSup>
                        <m:sSupPr>
                          <m:ctrlPr>
                            <a:rPr lang="en-US" sz="2000" i="1">
                              <a:solidFill>
                                <a:srgbClr val="0070C0"/>
                              </a:solidFill>
                              <a:latin typeface="Cambria Math" panose="02040503050406030204" pitchFamily="18" charset="0"/>
                              <a:ea typeface="Verdana" charset="0"/>
                              <a:cs typeface="Verdana" charset="0"/>
                            </a:rPr>
                          </m:ctrlPr>
                        </m:sSupPr>
                        <m:e>
                          <m:r>
                            <a:rPr lang="en-US" sz="2000" i="1">
                              <a:solidFill>
                                <a:srgbClr val="0070C0"/>
                              </a:solidFill>
                              <a:latin typeface="Cambria Math" panose="02040503050406030204" pitchFamily="18" charset="0"/>
                              <a:ea typeface="Verdana" charset="0"/>
                              <a:cs typeface="Verdana" charset="0"/>
                            </a:rPr>
                            <m:t>𝑎</m:t>
                          </m:r>
                        </m:e>
                        <m:sup>
                          <m:r>
                            <a:rPr lang="en-US" sz="2000" i="1">
                              <a:solidFill>
                                <a:srgbClr val="0070C0"/>
                              </a:solidFill>
                              <a:latin typeface="Cambria Math" panose="02040503050406030204" pitchFamily="18" charset="0"/>
                              <a:ea typeface="Verdana" charset="0"/>
                              <a:cs typeface="Verdana" charset="0"/>
                            </a:rPr>
                            <m:t>2</m:t>
                          </m:r>
                        </m:sup>
                      </m:sSup>
                      <m:r>
                        <a:rPr lang="en-US" sz="2000" i="1">
                          <a:solidFill>
                            <a:srgbClr val="0070C0"/>
                          </a:solidFill>
                          <a:latin typeface="Cambria Math" panose="02040503050406030204" pitchFamily="18" charset="0"/>
                          <a:ea typeface="Verdana" charset="0"/>
                          <a:cs typeface="Verdana" charset="0"/>
                        </a:rPr>
                        <m:t>=</m:t>
                      </m:r>
                      <m:sSup>
                        <m:sSupPr>
                          <m:ctrlPr>
                            <a:rPr lang="en-US" sz="2000" i="1">
                              <a:solidFill>
                                <a:srgbClr val="0070C0"/>
                              </a:solidFill>
                              <a:latin typeface="Cambria Math" panose="02040503050406030204" pitchFamily="18" charset="0"/>
                              <a:ea typeface="Verdana" charset="0"/>
                              <a:cs typeface="Verdana" charset="0"/>
                            </a:rPr>
                          </m:ctrlPr>
                        </m:sSupPr>
                        <m:e>
                          <m:r>
                            <a:rPr lang="en-US" sz="2000" i="1">
                              <a:solidFill>
                                <a:srgbClr val="0070C0"/>
                              </a:solidFill>
                              <a:latin typeface="Cambria Math" panose="02040503050406030204" pitchFamily="18" charset="0"/>
                              <a:ea typeface="Verdana" charset="0"/>
                              <a:cs typeface="Verdana" charset="0"/>
                            </a:rPr>
                            <m:t>𝑏</m:t>
                          </m:r>
                        </m:e>
                        <m:sup>
                          <m:r>
                            <a:rPr lang="en-US" sz="2000" i="1">
                              <a:solidFill>
                                <a:srgbClr val="0070C0"/>
                              </a:solidFill>
                              <a:latin typeface="Cambria Math" panose="02040503050406030204" pitchFamily="18" charset="0"/>
                              <a:ea typeface="Verdana" charset="0"/>
                              <a:cs typeface="Verdana" charset="0"/>
                            </a:rPr>
                            <m:t>2</m:t>
                          </m:r>
                        </m:sup>
                      </m:sSup>
                      <m:r>
                        <a:rPr lang="en-US" sz="2000" i="1">
                          <a:solidFill>
                            <a:srgbClr val="0070C0"/>
                          </a:solidFill>
                          <a:latin typeface="Cambria Math" panose="02040503050406030204" pitchFamily="18" charset="0"/>
                          <a:ea typeface="Verdana" charset="0"/>
                          <a:cs typeface="Verdana" charset="0"/>
                        </a:rPr>
                        <m:t>+</m:t>
                      </m:r>
                      <m:sSup>
                        <m:sSupPr>
                          <m:ctrlPr>
                            <a:rPr lang="en-US" sz="2000" i="1">
                              <a:solidFill>
                                <a:srgbClr val="0070C0"/>
                              </a:solidFill>
                              <a:latin typeface="Cambria Math" panose="02040503050406030204" pitchFamily="18" charset="0"/>
                              <a:ea typeface="Verdana" charset="0"/>
                              <a:cs typeface="Verdana" charset="0"/>
                            </a:rPr>
                          </m:ctrlPr>
                        </m:sSupPr>
                        <m:e>
                          <m:r>
                            <a:rPr lang="en-US" sz="2000" i="1">
                              <a:solidFill>
                                <a:srgbClr val="0070C0"/>
                              </a:solidFill>
                              <a:latin typeface="Cambria Math" panose="02040503050406030204" pitchFamily="18" charset="0"/>
                              <a:ea typeface="Verdana" charset="0"/>
                              <a:cs typeface="Verdana" charset="0"/>
                            </a:rPr>
                            <m:t>𝑐</m:t>
                          </m:r>
                        </m:e>
                        <m:sup>
                          <m:r>
                            <a:rPr lang="en-US" sz="2000" i="1">
                              <a:solidFill>
                                <a:srgbClr val="0070C0"/>
                              </a:solidFill>
                              <a:latin typeface="Cambria Math" panose="02040503050406030204" pitchFamily="18" charset="0"/>
                              <a:ea typeface="Verdana" charset="0"/>
                              <a:cs typeface="Verdana" charset="0"/>
                            </a:rPr>
                            <m:t>2</m:t>
                          </m:r>
                        </m:sup>
                      </m:sSup>
                      <m:r>
                        <a:rPr lang="en-US" sz="2000" i="1">
                          <a:solidFill>
                            <a:srgbClr val="0070C0"/>
                          </a:solidFill>
                          <a:latin typeface="Cambria Math" panose="02040503050406030204" pitchFamily="18" charset="0"/>
                          <a:ea typeface="Verdana" charset="0"/>
                          <a:cs typeface="Verdana" charset="0"/>
                        </a:rPr>
                        <m:t>−2</m:t>
                      </m:r>
                      <m:r>
                        <a:rPr lang="en-US" sz="2000" i="1">
                          <a:solidFill>
                            <a:srgbClr val="0070C0"/>
                          </a:solidFill>
                          <a:latin typeface="Cambria Math" panose="02040503050406030204" pitchFamily="18" charset="0"/>
                          <a:ea typeface="Verdana" charset="0"/>
                          <a:cs typeface="Verdana" charset="0"/>
                        </a:rPr>
                        <m:t>𝑏𝑐</m:t>
                      </m:r>
                      <m:func>
                        <m:funcPr>
                          <m:ctrlPr>
                            <a:rPr lang="en-US" sz="2000" i="1">
                              <a:solidFill>
                                <a:srgbClr val="0070C0"/>
                              </a:solidFill>
                              <a:latin typeface="Cambria Math" panose="02040503050406030204" pitchFamily="18" charset="0"/>
                              <a:ea typeface="Verdana" charset="0"/>
                              <a:cs typeface="Verdana" charset="0"/>
                            </a:rPr>
                          </m:ctrlPr>
                        </m:funcPr>
                        <m:fName>
                          <m:r>
                            <m:rPr>
                              <m:sty m:val="p"/>
                            </m:rPr>
                            <a:rPr lang="en-US" sz="2000">
                              <a:solidFill>
                                <a:srgbClr val="0070C0"/>
                              </a:solidFill>
                              <a:latin typeface="Cambria Math" panose="02040503050406030204" pitchFamily="18" charset="0"/>
                              <a:ea typeface="Verdana" charset="0"/>
                              <a:cs typeface="Verdana" charset="0"/>
                            </a:rPr>
                            <m:t>cos</m:t>
                          </m:r>
                        </m:fName>
                        <m:e>
                          <m:r>
                            <a:rPr lang="en-US" sz="2000" i="1">
                              <a:solidFill>
                                <a:srgbClr val="0070C0"/>
                              </a:solidFill>
                              <a:latin typeface="Cambria Math" panose="02040503050406030204" pitchFamily="18" charset="0"/>
                              <a:ea typeface="Verdana" charset="0"/>
                              <a:cs typeface="Verdana" charset="0"/>
                            </a:rPr>
                            <m:t>𝐴</m:t>
                          </m:r>
                        </m:e>
                      </m:func>
                    </m:oMath>
                  </m:oMathPara>
                </a14:m>
                <a:endParaRPr lang="en-US" sz="2000" dirty="0">
                  <a:solidFill>
                    <a:srgbClr val="0070C0"/>
                  </a:solidFill>
                  <a:latin typeface="Verdana" charset="0"/>
                  <a:ea typeface="Verdana" charset="0"/>
                  <a:cs typeface="Verdana" charset="0"/>
                </a:endParaRPr>
              </a:p>
              <a:p>
                <a:pPr/>
                <a14:m>
                  <m:oMathPara xmlns:m="http://schemas.openxmlformats.org/officeDocument/2006/math">
                    <m:oMathParaPr>
                      <m:jc m:val="centerGroup"/>
                    </m:oMathParaPr>
                    <m:oMath xmlns:m="http://schemas.openxmlformats.org/officeDocument/2006/math">
                      <m:sSup>
                        <m:sSupPr>
                          <m:ctrlPr>
                            <a:rPr lang="en-US" sz="2000" i="1">
                              <a:solidFill>
                                <a:srgbClr val="0070C0"/>
                              </a:solidFill>
                              <a:latin typeface="Cambria Math" panose="02040503050406030204" pitchFamily="18" charset="0"/>
                              <a:ea typeface="Verdana" charset="0"/>
                              <a:cs typeface="Verdana" charset="0"/>
                            </a:rPr>
                          </m:ctrlPr>
                        </m:sSupPr>
                        <m:e>
                          <m:r>
                            <a:rPr lang="en-US" sz="2000" i="1">
                              <a:solidFill>
                                <a:srgbClr val="0070C0"/>
                              </a:solidFill>
                              <a:latin typeface="Cambria Math" panose="02040503050406030204" pitchFamily="18" charset="0"/>
                              <a:ea typeface="Verdana" charset="0"/>
                              <a:cs typeface="Verdana" charset="0"/>
                            </a:rPr>
                            <m:t>𝑏</m:t>
                          </m:r>
                        </m:e>
                        <m:sup>
                          <m:r>
                            <a:rPr lang="en-US" sz="2000" i="1">
                              <a:solidFill>
                                <a:srgbClr val="0070C0"/>
                              </a:solidFill>
                              <a:latin typeface="Cambria Math" panose="02040503050406030204" pitchFamily="18" charset="0"/>
                              <a:ea typeface="Verdana" charset="0"/>
                              <a:cs typeface="Verdana" charset="0"/>
                            </a:rPr>
                            <m:t>2</m:t>
                          </m:r>
                        </m:sup>
                      </m:sSup>
                      <m:r>
                        <a:rPr lang="en-US" sz="2000" i="1">
                          <a:solidFill>
                            <a:srgbClr val="0070C0"/>
                          </a:solidFill>
                          <a:latin typeface="Cambria Math" panose="02040503050406030204" pitchFamily="18" charset="0"/>
                          <a:ea typeface="Verdana" charset="0"/>
                          <a:cs typeface="Verdana" charset="0"/>
                        </a:rPr>
                        <m:t>=</m:t>
                      </m:r>
                      <m:sSup>
                        <m:sSupPr>
                          <m:ctrlPr>
                            <a:rPr lang="en-US" sz="2000" i="1">
                              <a:solidFill>
                                <a:srgbClr val="0070C0"/>
                              </a:solidFill>
                              <a:latin typeface="Cambria Math" panose="02040503050406030204" pitchFamily="18" charset="0"/>
                              <a:ea typeface="Verdana" charset="0"/>
                              <a:cs typeface="Verdana" charset="0"/>
                            </a:rPr>
                          </m:ctrlPr>
                        </m:sSupPr>
                        <m:e>
                          <m:r>
                            <a:rPr lang="en-US" sz="2000" i="1">
                              <a:solidFill>
                                <a:srgbClr val="0070C0"/>
                              </a:solidFill>
                              <a:latin typeface="Cambria Math" panose="02040503050406030204" pitchFamily="18" charset="0"/>
                              <a:ea typeface="Verdana" charset="0"/>
                              <a:cs typeface="Verdana" charset="0"/>
                            </a:rPr>
                            <m:t>𝑎</m:t>
                          </m:r>
                        </m:e>
                        <m:sup>
                          <m:r>
                            <a:rPr lang="en-US" sz="2000" i="1">
                              <a:solidFill>
                                <a:srgbClr val="0070C0"/>
                              </a:solidFill>
                              <a:latin typeface="Cambria Math" panose="02040503050406030204" pitchFamily="18" charset="0"/>
                              <a:ea typeface="Verdana" charset="0"/>
                              <a:cs typeface="Verdana" charset="0"/>
                            </a:rPr>
                            <m:t>2</m:t>
                          </m:r>
                        </m:sup>
                      </m:sSup>
                      <m:r>
                        <a:rPr lang="en-US" sz="2000" i="1">
                          <a:solidFill>
                            <a:srgbClr val="0070C0"/>
                          </a:solidFill>
                          <a:latin typeface="Cambria Math" panose="02040503050406030204" pitchFamily="18" charset="0"/>
                          <a:ea typeface="Verdana" charset="0"/>
                          <a:cs typeface="Verdana" charset="0"/>
                        </a:rPr>
                        <m:t>+</m:t>
                      </m:r>
                      <m:sSup>
                        <m:sSupPr>
                          <m:ctrlPr>
                            <a:rPr lang="en-US" sz="2000" i="1">
                              <a:solidFill>
                                <a:srgbClr val="0070C0"/>
                              </a:solidFill>
                              <a:latin typeface="Cambria Math" panose="02040503050406030204" pitchFamily="18" charset="0"/>
                              <a:ea typeface="Verdana" charset="0"/>
                              <a:cs typeface="Verdana" charset="0"/>
                            </a:rPr>
                          </m:ctrlPr>
                        </m:sSupPr>
                        <m:e>
                          <m:r>
                            <a:rPr lang="en-US" sz="2000" i="1">
                              <a:solidFill>
                                <a:srgbClr val="0070C0"/>
                              </a:solidFill>
                              <a:latin typeface="Cambria Math" panose="02040503050406030204" pitchFamily="18" charset="0"/>
                              <a:ea typeface="Verdana" charset="0"/>
                              <a:cs typeface="Verdana" charset="0"/>
                            </a:rPr>
                            <m:t>𝑐</m:t>
                          </m:r>
                        </m:e>
                        <m:sup>
                          <m:r>
                            <a:rPr lang="en-US" sz="2000" i="1">
                              <a:solidFill>
                                <a:srgbClr val="0070C0"/>
                              </a:solidFill>
                              <a:latin typeface="Cambria Math" panose="02040503050406030204" pitchFamily="18" charset="0"/>
                              <a:ea typeface="Verdana" charset="0"/>
                              <a:cs typeface="Verdana" charset="0"/>
                            </a:rPr>
                            <m:t>2</m:t>
                          </m:r>
                        </m:sup>
                      </m:sSup>
                      <m:r>
                        <a:rPr lang="en-US" sz="2000" i="1">
                          <a:solidFill>
                            <a:srgbClr val="0070C0"/>
                          </a:solidFill>
                          <a:latin typeface="Cambria Math" panose="02040503050406030204" pitchFamily="18" charset="0"/>
                          <a:ea typeface="Verdana" charset="0"/>
                          <a:cs typeface="Verdana" charset="0"/>
                        </a:rPr>
                        <m:t>−2</m:t>
                      </m:r>
                      <m:r>
                        <a:rPr lang="en-US" sz="2000" i="1">
                          <a:solidFill>
                            <a:srgbClr val="0070C0"/>
                          </a:solidFill>
                          <a:latin typeface="Cambria Math" panose="02040503050406030204" pitchFamily="18" charset="0"/>
                          <a:ea typeface="Verdana" charset="0"/>
                          <a:cs typeface="Verdana" charset="0"/>
                        </a:rPr>
                        <m:t>𝑎𝑐</m:t>
                      </m:r>
                      <m:func>
                        <m:funcPr>
                          <m:ctrlPr>
                            <a:rPr lang="en-US" sz="2000" i="1">
                              <a:solidFill>
                                <a:srgbClr val="0070C0"/>
                              </a:solidFill>
                              <a:latin typeface="Cambria Math" panose="02040503050406030204" pitchFamily="18" charset="0"/>
                              <a:ea typeface="Verdana" charset="0"/>
                              <a:cs typeface="Verdana" charset="0"/>
                            </a:rPr>
                          </m:ctrlPr>
                        </m:funcPr>
                        <m:fName>
                          <m:r>
                            <m:rPr>
                              <m:sty m:val="p"/>
                            </m:rPr>
                            <a:rPr lang="en-US" sz="2000">
                              <a:solidFill>
                                <a:srgbClr val="0070C0"/>
                              </a:solidFill>
                              <a:latin typeface="Cambria Math" panose="02040503050406030204" pitchFamily="18" charset="0"/>
                              <a:ea typeface="Verdana" charset="0"/>
                              <a:cs typeface="Verdana" charset="0"/>
                            </a:rPr>
                            <m:t>cos</m:t>
                          </m:r>
                        </m:fName>
                        <m:e>
                          <m:r>
                            <a:rPr lang="en-US" sz="2000" i="1">
                              <a:solidFill>
                                <a:srgbClr val="0070C0"/>
                              </a:solidFill>
                              <a:latin typeface="Cambria Math" panose="02040503050406030204" pitchFamily="18" charset="0"/>
                              <a:ea typeface="Verdana" charset="0"/>
                              <a:cs typeface="Verdana" charset="0"/>
                            </a:rPr>
                            <m:t>𝐵</m:t>
                          </m:r>
                        </m:e>
                      </m:func>
                    </m:oMath>
                  </m:oMathPara>
                </a14:m>
                <a:endParaRPr lang="en-US" sz="2000" dirty="0">
                  <a:solidFill>
                    <a:srgbClr val="0070C0"/>
                  </a:solidFill>
                  <a:latin typeface="Verdana" charset="0"/>
                  <a:ea typeface="Verdana" charset="0"/>
                  <a:cs typeface="Verdana" charset="0"/>
                </a:endParaRPr>
              </a:p>
              <a:p>
                <a:pPr/>
                <a14:m>
                  <m:oMathPara xmlns:m="http://schemas.openxmlformats.org/officeDocument/2006/math">
                    <m:oMathParaPr>
                      <m:jc m:val="centerGroup"/>
                    </m:oMathParaPr>
                    <m:oMath xmlns:m="http://schemas.openxmlformats.org/officeDocument/2006/math">
                      <m:sSup>
                        <m:sSupPr>
                          <m:ctrlPr>
                            <a:rPr lang="en-US" sz="2000" i="1">
                              <a:solidFill>
                                <a:srgbClr val="0070C0"/>
                              </a:solidFill>
                              <a:latin typeface="Cambria Math" panose="02040503050406030204" pitchFamily="18" charset="0"/>
                              <a:ea typeface="Verdana" charset="0"/>
                              <a:cs typeface="Verdana" charset="0"/>
                            </a:rPr>
                          </m:ctrlPr>
                        </m:sSupPr>
                        <m:e>
                          <m:r>
                            <a:rPr lang="en-US" sz="2000" i="1">
                              <a:solidFill>
                                <a:srgbClr val="0070C0"/>
                              </a:solidFill>
                              <a:latin typeface="Cambria Math" panose="02040503050406030204" pitchFamily="18" charset="0"/>
                              <a:ea typeface="Verdana" charset="0"/>
                              <a:cs typeface="Verdana" charset="0"/>
                            </a:rPr>
                            <m:t>𝑐</m:t>
                          </m:r>
                        </m:e>
                        <m:sup>
                          <m:r>
                            <a:rPr lang="en-US" sz="2000" i="1">
                              <a:solidFill>
                                <a:srgbClr val="0070C0"/>
                              </a:solidFill>
                              <a:latin typeface="Cambria Math" panose="02040503050406030204" pitchFamily="18" charset="0"/>
                              <a:ea typeface="Verdana" charset="0"/>
                              <a:cs typeface="Verdana" charset="0"/>
                            </a:rPr>
                            <m:t>2</m:t>
                          </m:r>
                        </m:sup>
                      </m:sSup>
                      <m:r>
                        <a:rPr lang="en-US" sz="2000" i="1">
                          <a:solidFill>
                            <a:srgbClr val="0070C0"/>
                          </a:solidFill>
                          <a:latin typeface="Cambria Math" panose="02040503050406030204" pitchFamily="18" charset="0"/>
                          <a:ea typeface="Verdana" charset="0"/>
                          <a:cs typeface="Verdana" charset="0"/>
                        </a:rPr>
                        <m:t>=</m:t>
                      </m:r>
                      <m:sSup>
                        <m:sSupPr>
                          <m:ctrlPr>
                            <a:rPr lang="en-US" sz="2000" i="1">
                              <a:solidFill>
                                <a:srgbClr val="0070C0"/>
                              </a:solidFill>
                              <a:latin typeface="Cambria Math" panose="02040503050406030204" pitchFamily="18" charset="0"/>
                              <a:ea typeface="Verdana" charset="0"/>
                              <a:cs typeface="Verdana" charset="0"/>
                            </a:rPr>
                          </m:ctrlPr>
                        </m:sSupPr>
                        <m:e>
                          <m:r>
                            <a:rPr lang="en-US" sz="2000" i="1">
                              <a:solidFill>
                                <a:srgbClr val="0070C0"/>
                              </a:solidFill>
                              <a:latin typeface="Cambria Math" panose="02040503050406030204" pitchFamily="18" charset="0"/>
                              <a:ea typeface="Verdana" charset="0"/>
                              <a:cs typeface="Verdana" charset="0"/>
                            </a:rPr>
                            <m:t>𝑎</m:t>
                          </m:r>
                        </m:e>
                        <m:sup>
                          <m:r>
                            <a:rPr lang="en-US" sz="2000" i="1">
                              <a:solidFill>
                                <a:srgbClr val="0070C0"/>
                              </a:solidFill>
                              <a:latin typeface="Cambria Math" panose="02040503050406030204" pitchFamily="18" charset="0"/>
                              <a:ea typeface="Verdana" charset="0"/>
                              <a:cs typeface="Verdana" charset="0"/>
                            </a:rPr>
                            <m:t>2</m:t>
                          </m:r>
                        </m:sup>
                      </m:sSup>
                      <m:r>
                        <a:rPr lang="en-US" sz="2000" i="1">
                          <a:solidFill>
                            <a:srgbClr val="0070C0"/>
                          </a:solidFill>
                          <a:latin typeface="Cambria Math" panose="02040503050406030204" pitchFamily="18" charset="0"/>
                          <a:ea typeface="Verdana" charset="0"/>
                          <a:cs typeface="Verdana" charset="0"/>
                        </a:rPr>
                        <m:t>+</m:t>
                      </m:r>
                      <m:sSup>
                        <m:sSupPr>
                          <m:ctrlPr>
                            <a:rPr lang="en-US" sz="2000" i="1">
                              <a:solidFill>
                                <a:srgbClr val="0070C0"/>
                              </a:solidFill>
                              <a:latin typeface="Cambria Math" panose="02040503050406030204" pitchFamily="18" charset="0"/>
                              <a:ea typeface="Verdana" charset="0"/>
                              <a:cs typeface="Verdana" charset="0"/>
                            </a:rPr>
                          </m:ctrlPr>
                        </m:sSupPr>
                        <m:e>
                          <m:r>
                            <a:rPr lang="en-US" sz="2000" i="1">
                              <a:solidFill>
                                <a:srgbClr val="0070C0"/>
                              </a:solidFill>
                              <a:latin typeface="Cambria Math" panose="02040503050406030204" pitchFamily="18" charset="0"/>
                              <a:ea typeface="Verdana" charset="0"/>
                              <a:cs typeface="Verdana" charset="0"/>
                            </a:rPr>
                            <m:t>𝑏</m:t>
                          </m:r>
                        </m:e>
                        <m:sup>
                          <m:r>
                            <a:rPr lang="en-US" sz="2000" i="1">
                              <a:solidFill>
                                <a:srgbClr val="0070C0"/>
                              </a:solidFill>
                              <a:latin typeface="Cambria Math" panose="02040503050406030204" pitchFamily="18" charset="0"/>
                              <a:ea typeface="Verdana" charset="0"/>
                              <a:cs typeface="Verdana" charset="0"/>
                            </a:rPr>
                            <m:t>2</m:t>
                          </m:r>
                        </m:sup>
                      </m:sSup>
                      <m:r>
                        <a:rPr lang="en-US" sz="2000" i="1">
                          <a:solidFill>
                            <a:srgbClr val="0070C0"/>
                          </a:solidFill>
                          <a:latin typeface="Cambria Math" panose="02040503050406030204" pitchFamily="18" charset="0"/>
                          <a:ea typeface="Verdana" charset="0"/>
                          <a:cs typeface="Verdana" charset="0"/>
                        </a:rPr>
                        <m:t>−2</m:t>
                      </m:r>
                      <m:r>
                        <a:rPr lang="en-US" sz="2000" i="1">
                          <a:solidFill>
                            <a:srgbClr val="0070C0"/>
                          </a:solidFill>
                          <a:latin typeface="Cambria Math" panose="02040503050406030204" pitchFamily="18" charset="0"/>
                          <a:ea typeface="Verdana" charset="0"/>
                          <a:cs typeface="Verdana" charset="0"/>
                        </a:rPr>
                        <m:t>𝑎𝑏</m:t>
                      </m:r>
                      <m:func>
                        <m:funcPr>
                          <m:ctrlPr>
                            <a:rPr lang="en-US" sz="2000" i="1">
                              <a:solidFill>
                                <a:srgbClr val="0070C0"/>
                              </a:solidFill>
                              <a:latin typeface="Cambria Math" panose="02040503050406030204" pitchFamily="18" charset="0"/>
                              <a:ea typeface="Verdana" charset="0"/>
                              <a:cs typeface="Verdana" charset="0"/>
                            </a:rPr>
                          </m:ctrlPr>
                        </m:funcPr>
                        <m:fName>
                          <m:r>
                            <m:rPr>
                              <m:sty m:val="p"/>
                            </m:rPr>
                            <a:rPr lang="en-US" sz="2000">
                              <a:solidFill>
                                <a:srgbClr val="0070C0"/>
                              </a:solidFill>
                              <a:latin typeface="Cambria Math" panose="02040503050406030204" pitchFamily="18" charset="0"/>
                              <a:ea typeface="Verdana" charset="0"/>
                              <a:cs typeface="Verdana" charset="0"/>
                            </a:rPr>
                            <m:t>cos</m:t>
                          </m:r>
                        </m:fName>
                        <m:e>
                          <m:r>
                            <a:rPr lang="en-US" sz="2000" i="1">
                              <a:solidFill>
                                <a:srgbClr val="0070C0"/>
                              </a:solidFill>
                              <a:latin typeface="Cambria Math" panose="02040503050406030204" pitchFamily="18" charset="0"/>
                              <a:ea typeface="Verdana" charset="0"/>
                              <a:cs typeface="Verdana" charset="0"/>
                            </a:rPr>
                            <m:t>𝐶</m:t>
                          </m:r>
                        </m:e>
                      </m:func>
                    </m:oMath>
                  </m:oMathPara>
                </a14:m>
                <a:endParaRPr lang="en-US" sz="2000" dirty="0">
                  <a:solidFill>
                    <a:srgbClr val="0070C0"/>
                  </a:solidFill>
                  <a:latin typeface="Verdana" charset="0"/>
                  <a:ea typeface="Verdana" charset="0"/>
                  <a:cs typeface="Verdana" charset="0"/>
                </a:endParaRPr>
              </a:p>
            </p:txBody>
          </p:sp>
        </mc:Choice>
        <mc:Fallback xmlns="">
          <p:sp>
            <p:nvSpPr>
              <p:cNvPr id="10" name="Text Box 24"/>
              <p:cNvSpPr txBox="1">
                <a:spLocks noRot="1" noChangeAspect="1" noMove="1" noResize="1" noEditPoints="1" noAdjustHandles="1" noChangeArrowheads="1" noChangeShapeType="1" noTextEdit="1"/>
              </p:cNvSpPr>
              <p:nvPr/>
            </p:nvSpPr>
            <p:spPr>
              <a:xfrm>
                <a:off x="1362466" y="1536526"/>
                <a:ext cx="6629400" cy="1937798"/>
              </a:xfrm>
              <a:prstGeom prst="roundRect">
                <a:avLst/>
              </a:prstGeom>
              <a:blipFill>
                <a:blip r:embed="rId6"/>
                <a:stretch>
                  <a:fillRect/>
                </a:stretch>
              </a:blipFill>
              <a:ln>
                <a:noFill/>
              </a:ln>
              <a:effectLst>
                <a:outerShdw blurRad="50800" dist="76200" dir="2700000" algn="tl" rotWithShape="0">
                  <a:prstClr val="black">
                    <a:alpha val="40000"/>
                  </a:prstClr>
                </a:outerShdw>
              </a:effectLst>
            </p:spPr>
            <p:txBody>
              <a:bodyPr/>
              <a:lstStyle/>
              <a:p>
                <a:r>
                  <a:rPr lang="en-US">
                    <a:noFill/>
                  </a:rPr>
                  <a:t> </a:t>
                </a:r>
              </a:p>
            </p:txBody>
          </p:sp>
        </mc:Fallback>
      </mc:AlternateContent>
      <p:pic>
        <p:nvPicPr>
          <p:cNvPr id="11" name="Picture 10"/>
          <p:cNvPicPr>
            <a:picLocks noChangeAspect="1"/>
          </p:cNvPicPr>
          <p:nvPr/>
        </p:nvPicPr>
        <p:blipFill>
          <a:blip r:embed="rId7" cstate="screen">
            <a:extLst>
              <a:ext uri="{28A0092B-C50C-407E-A947-70E740481C1C}">
                <a14:useLocalDpi xmlns:a14="http://schemas.microsoft.com/office/drawing/2010/main"/>
              </a:ext>
            </a:extLst>
          </a:blip>
          <a:stretch>
            <a:fillRect/>
          </a:stretch>
        </p:blipFill>
        <p:spPr>
          <a:xfrm>
            <a:off x="1680054" y="1745252"/>
            <a:ext cx="518433" cy="506782"/>
          </a:xfrm>
          <a:prstGeom prst="rect">
            <a:avLst/>
          </a:prstGeom>
          <a:effectLst>
            <a:outerShdw blurRad="50800" dist="76200" dir="2700000" algn="tl" rotWithShape="0">
              <a:prstClr val="black">
                <a:alpha val="40000"/>
              </a:prstClr>
            </a:outerShdw>
          </a:effectLst>
        </p:spPr>
      </p:pic>
    </p:spTree>
    <p:extLst>
      <p:ext uri="{BB962C8B-B14F-4D97-AF65-F5344CB8AC3E}">
        <p14:creationId xmlns:p14="http://schemas.microsoft.com/office/powerpoint/2010/main" val="929400279"/>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Shape 277"/>
        <p:cNvGrpSpPr/>
        <p:nvPr/>
      </p:nvGrpSpPr>
      <p:grpSpPr>
        <a:xfrm>
          <a:off x="0" y="0"/>
          <a:ext cx="0" cy="0"/>
          <a:chOff x="0" y="0"/>
          <a:chExt cx="0" cy="0"/>
        </a:xfrm>
      </p:grpSpPr>
      <p:pic>
        <p:nvPicPr>
          <p:cNvPr id="283" name="Google Shape;283;g104476d1465_1_17"/>
          <p:cNvPicPr preferRelativeResize="0"/>
          <p:nvPr/>
        </p:nvPicPr>
        <p:blipFill>
          <a:blip r:embed="rId3" cstate="screen">
            <a:alphaModFix/>
            <a:extLst>
              <a:ext uri="{28A0092B-C50C-407E-A947-70E740481C1C}">
                <a14:useLocalDpi xmlns:a14="http://schemas.microsoft.com/office/drawing/2010/main"/>
              </a:ext>
            </a:extLst>
          </a:blip>
          <a:stretch>
            <a:fillRect/>
          </a:stretch>
        </p:blipFill>
        <p:spPr>
          <a:xfrm>
            <a:off x="11628150" y="6200724"/>
            <a:ext cx="563850" cy="657276"/>
          </a:xfrm>
          <a:prstGeom prst="rect">
            <a:avLst/>
          </a:prstGeom>
          <a:noFill/>
          <a:ln>
            <a:noFill/>
          </a:ln>
          <a:effectLst>
            <a:outerShdw blurRad="57150" dist="19050" dir="5400000" algn="bl" rotWithShape="0">
              <a:srgbClr val="000000">
                <a:alpha val="50000"/>
              </a:srgbClr>
            </a:outerShdw>
          </a:effectLst>
        </p:spPr>
      </p:pic>
      <p:sp>
        <p:nvSpPr>
          <p:cNvPr id="12" name="Google Shape;282;g104476d1465_1_17">
            <a:extLst>
              <a:ext uri="{FF2B5EF4-FFF2-40B4-BE49-F238E27FC236}">
                <a16:creationId xmlns:a16="http://schemas.microsoft.com/office/drawing/2014/main" id="{647643F2-AA27-F54D-9B18-929351C91D74}"/>
              </a:ext>
            </a:extLst>
          </p:cNvPr>
          <p:cNvSpPr txBox="1"/>
          <p:nvPr/>
        </p:nvSpPr>
        <p:spPr>
          <a:xfrm>
            <a:off x="8889924" y="6457799"/>
            <a:ext cx="2634000" cy="400200"/>
          </a:xfrm>
          <a:prstGeom prst="rect">
            <a:avLst/>
          </a:prstGeom>
          <a:noFill/>
          <a:ln>
            <a:noFill/>
          </a:ln>
        </p:spPr>
        <p:txBody>
          <a:bodyPr spcFirstLastPara="1" wrap="square" lIns="91425" tIns="91425" rIns="91425" bIns="91425" anchor="t" anchorCtr="0">
            <a:spAutoFit/>
          </a:bodyPr>
          <a:lstStyle/>
          <a:p>
            <a:pPr lvl="0" algn="r"/>
            <a:r>
              <a:rPr lang="it-IT" i="1" dirty="0">
                <a:latin typeface="Calibri"/>
                <a:ea typeface="Calibri"/>
                <a:cs typeface="Calibri"/>
                <a:sym typeface="Calibri"/>
              </a:rPr>
              <a:t>volume 1, </a:t>
            </a:r>
            <a:r>
              <a:rPr lang="it-IT" i="1" dirty="0" err="1">
                <a:latin typeface="Calibri"/>
                <a:ea typeface="Calibri"/>
                <a:cs typeface="Calibri"/>
                <a:sym typeface="Calibri"/>
              </a:rPr>
              <a:t>pg</a:t>
            </a:r>
            <a:r>
              <a:rPr lang="it-IT" i="1" dirty="0">
                <a:latin typeface="Calibri"/>
                <a:ea typeface="Calibri"/>
                <a:cs typeface="Calibri"/>
                <a:sym typeface="Calibri"/>
              </a:rPr>
              <a:t>. 436</a:t>
            </a:r>
          </a:p>
        </p:txBody>
      </p:sp>
      <mc:AlternateContent xmlns:mc="http://schemas.openxmlformats.org/markup-compatibility/2006" xmlns:a14="http://schemas.microsoft.com/office/drawing/2010/main">
        <mc:Choice Requires="a14">
          <p:sp>
            <p:nvSpPr>
              <p:cNvPr id="14" name="TextBox 13">
                <a:extLst>
                  <a:ext uri="{FF2B5EF4-FFF2-40B4-BE49-F238E27FC236}">
                    <a16:creationId xmlns:a16="http://schemas.microsoft.com/office/drawing/2014/main" id="{2FA392D8-3ED3-7940-83A8-1451AA8A08D4}"/>
                  </a:ext>
                </a:extLst>
              </p:cNvPr>
              <p:cNvSpPr txBox="1"/>
              <p:nvPr/>
            </p:nvSpPr>
            <p:spPr>
              <a:xfrm>
                <a:off x="497832" y="520517"/>
                <a:ext cx="11026092" cy="707886"/>
              </a:xfrm>
              <a:prstGeom prst="rect">
                <a:avLst/>
              </a:prstGeom>
              <a:noFill/>
            </p:spPr>
            <p:txBody>
              <a:bodyPr wrap="square" rtlCol="0">
                <a:spAutoFit/>
              </a:bodyPr>
              <a:lstStyle/>
              <a:p>
                <a:pPr marL="457200" indent="-457200">
                  <a:buFont typeface="+mj-lt"/>
                  <a:buAutoNum type="arabicPeriod" startAt="2"/>
                </a:pPr>
                <a:r>
                  <a:rPr lang="en-US" sz="2000" dirty="0">
                    <a:latin typeface="Verdana" charset="0"/>
                    <a:ea typeface="Verdana" charset="0"/>
                    <a:cs typeface="Verdana" charset="0"/>
                  </a:rPr>
                  <a:t>The measurements of the sides of </a:t>
                </a:r>
                <a14:m>
                  <m:oMath xmlns:m="http://schemas.openxmlformats.org/officeDocument/2006/math">
                    <m:r>
                      <a:rPr lang="en-US" sz="2000" i="1">
                        <a:latin typeface="Cambria Math" charset="0"/>
                        <a:ea typeface="Verdana" charset="0"/>
                        <a:cs typeface="Verdana" charset="0"/>
                      </a:rPr>
                      <m:t>∆</m:t>
                    </m:r>
                    <m:r>
                      <a:rPr lang="en-US" sz="2000" i="1">
                        <a:latin typeface="Cambria Math" charset="0"/>
                        <a:ea typeface="Verdana" charset="0"/>
                        <a:cs typeface="Verdana" charset="0"/>
                      </a:rPr>
                      <m:t>𝑅𝐿𝑃</m:t>
                    </m:r>
                  </m:oMath>
                </a14:m>
                <a:r>
                  <a:rPr lang="en-US" sz="2000" dirty="0">
                    <a:latin typeface="Verdana" charset="0"/>
                    <a:ea typeface="Verdana" charset="0"/>
                    <a:cs typeface="Verdana" charset="0"/>
                  </a:rPr>
                  <a:t> are </a:t>
                </a:r>
                <a14:m>
                  <m:oMath xmlns:m="http://schemas.openxmlformats.org/officeDocument/2006/math">
                    <m:r>
                      <a:rPr lang="en-US" sz="2000" i="1">
                        <a:latin typeface="Cambria Math" charset="0"/>
                        <a:ea typeface="Verdana" charset="0"/>
                        <a:cs typeface="Verdana" charset="0"/>
                      </a:rPr>
                      <m:t>𝑅𝐿</m:t>
                    </m:r>
                    <m:r>
                      <a:rPr lang="en-US" sz="2000" i="1">
                        <a:latin typeface="Cambria Math" charset="0"/>
                        <a:ea typeface="Verdana" charset="0"/>
                        <a:cs typeface="Verdana" charset="0"/>
                      </a:rPr>
                      <m:t>=4.5,  </m:t>
                    </m:r>
                    <m:r>
                      <a:rPr lang="en-US" sz="2000" i="1">
                        <a:latin typeface="Cambria Math" charset="0"/>
                        <a:ea typeface="Verdana" charset="0"/>
                        <a:cs typeface="Verdana" charset="0"/>
                      </a:rPr>
                      <m:t>𝑃𝐿</m:t>
                    </m:r>
                    <m:r>
                      <a:rPr lang="en-US" sz="2000" i="1">
                        <a:latin typeface="Cambria Math" charset="0"/>
                        <a:ea typeface="Verdana" charset="0"/>
                        <a:cs typeface="Verdana" charset="0"/>
                      </a:rPr>
                      <m:t>=7.2</m:t>
                    </m:r>
                  </m:oMath>
                </a14:m>
                <a:r>
                  <a:rPr lang="en-US" sz="2000" dirty="0">
                    <a:latin typeface="Verdana" charset="0"/>
                    <a:ea typeface="Verdana" charset="0"/>
                    <a:cs typeface="Verdana" charset="0"/>
                  </a:rPr>
                  <a:t>, and </a:t>
                </a:r>
                <a14:m>
                  <m:oMath xmlns:m="http://schemas.openxmlformats.org/officeDocument/2006/math">
                    <m:r>
                      <a:rPr lang="en-US" sz="2000" i="1">
                        <a:latin typeface="Cambria Math" charset="0"/>
                        <a:ea typeface="Verdana" charset="0"/>
                        <a:cs typeface="Verdana" charset="0"/>
                      </a:rPr>
                      <m:t>𝑅𝑃</m:t>
                    </m:r>
                    <m:r>
                      <a:rPr lang="en-US" sz="2000" i="1">
                        <a:latin typeface="Cambria Math" charset="0"/>
                        <a:ea typeface="Verdana" charset="0"/>
                        <a:cs typeface="Verdana" charset="0"/>
                      </a:rPr>
                      <m:t>=6.7</m:t>
                    </m:r>
                  </m:oMath>
                </a14:m>
                <a:r>
                  <a:rPr lang="en-US" sz="2000" dirty="0">
                    <a:latin typeface="Verdana" charset="0"/>
                    <a:ea typeface="Verdana" charset="0"/>
                    <a:cs typeface="Verdana" charset="0"/>
                  </a:rPr>
                  <a:t>. Determine the measures of the angles of </a:t>
                </a:r>
                <a14:m>
                  <m:oMath xmlns:m="http://schemas.openxmlformats.org/officeDocument/2006/math">
                    <m:r>
                      <a:rPr lang="en-US" sz="2000" i="1">
                        <a:latin typeface="Cambria Math" charset="0"/>
                        <a:ea typeface="Verdana" charset="0"/>
                        <a:cs typeface="Verdana" charset="0"/>
                      </a:rPr>
                      <m:t>∆</m:t>
                    </m:r>
                    <m:r>
                      <a:rPr lang="en-US" sz="2000" i="1">
                        <a:latin typeface="Cambria Math" charset="0"/>
                        <a:ea typeface="Verdana" charset="0"/>
                        <a:cs typeface="Verdana" charset="0"/>
                      </a:rPr>
                      <m:t>𝑅𝐿𝑃</m:t>
                    </m:r>
                  </m:oMath>
                </a14:m>
                <a:r>
                  <a:rPr lang="en-US" sz="2000" dirty="0">
                    <a:latin typeface="Verdana" charset="0"/>
                    <a:ea typeface="Verdana" charset="0"/>
                    <a:cs typeface="Verdana" charset="0"/>
                  </a:rPr>
                  <a:t>.</a:t>
                </a:r>
              </a:p>
            </p:txBody>
          </p:sp>
        </mc:Choice>
        <mc:Fallback xmlns="">
          <p:sp>
            <p:nvSpPr>
              <p:cNvPr id="14" name="TextBox 13">
                <a:extLst>
                  <a:ext uri="{FF2B5EF4-FFF2-40B4-BE49-F238E27FC236}">
                    <a16:creationId xmlns:a16="http://schemas.microsoft.com/office/drawing/2014/main" id="{2FA392D8-3ED3-7940-83A8-1451AA8A08D4}"/>
                  </a:ext>
                </a:extLst>
              </p:cNvPr>
              <p:cNvSpPr txBox="1">
                <a:spLocks noRot="1" noChangeAspect="1" noMove="1" noResize="1" noEditPoints="1" noAdjustHandles="1" noChangeArrowheads="1" noChangeShapeType="1" noTextEdit="1"/>
              </p:cNvSpPr>
              <p:nvPr/>
            </p:nvSpPr>
            <p:spPr>
              <a:xfrm>
                <a:off x="497832" y="520517"/>
                <a:ext cx="11026092" cy="707886"/>
              </a:xfrm>
              <a:prstGeom prst="rect">
                <a:avLst/>
              </a:prstGeom>
              <a:blipFill>
                <a:blip r:embed="rId4"/>
                <a:stretch>
                  <a:fillRect l="-608" t="-5128" b="-13675"/>
                </a:stretch>
              </a:blipFill>
            </p:spPr>
            <p:txBody>
              <a:bodyPr/>
              <a:lstStyle/>
              <a:p>
                <a:r>
                  <a:rPr lang="en-US">
                    <a:noFill/>
                  </a:rPr>
                  <a:t> </a:t>
                </a:r>
              </a:p>
            </p:txBody>
          </p:sp>
        </mc:Fallback>
      </mc:AlternateContent>
      <p:sp>
        <p:nvSpPr>
          <p:cNvPr id="6" name="Google Shape;278;g104476d1465_1_17">
            <a:extLst>
              <a:ext uri="{FF2B5EF4-FFF2-40B4-BE49-F238E27FC236}">
                <a16:creationId xmlns:a16="http://schemas.microsoft.com/office/drawing/2014/main" id="{D2AEBEA3-B321-FF43-939E-DBF04267F34A}"/>
              </a:ext>
            </a:extLst>
          </p:cNvPr>
          <p:cNvSpPr/>
          <p:nvPr/>
        </p:nvSpPr>
        <p:spPr>
          <a:xfrm>
            <a:off x="0" y="-8101"/>
            <a:ext cx="223200" cy="6866100"/>
          </a:xfrm>
          <a:prstGeom prst="rect">
            <a:avLst/>
          </a:prstGeom>
          <a:solidFill>
            <a:srgbClr val="41BFAC"/>
          </a:solidFill>
          <a:ln w="9525" cap="flat" cmpd="sng">
            <a:solidFill>
              <a:srgbClr val="41BFAC"/>
            </a:solidFill>
            <a:prstDash val="solid"/>
            <a:round/>
            <a:headEnd type="none" w="sm" len="sm"/>
            <a:tailEnd type="none" w="sm" len="sm"/>
          </a:ln>
          <a:effectLst>
            <a:outerShdw blurRad="57150" dist="19050" dir="5400000" algn="bl" rotWithShape="0">
              <a:srgbClr val="000000">
                <a:alpha val="50000"/>
              </a:srgbClr>
            </a:outerShdw>
          </a:effectLst>
        </p:spPr>
        <p:txBody>
          <a:bodyPr spcFirstLastPara="1" wrap="square" lIns="91425" tIns="91425" rIns="91425" bIns="91425" anchor="ctr" anchorCtr="0">
            <a:noAutofit/>
          </a:bodyPr>
          <a:lstStyle/>
          <a:p>
            <a:endParaRPr dirty="0">
              <a:highlight>
                <a:srgbClr val="FFFF00"/>
              </a:highlight>
            </a:endParaRPr>
          </a:p>
        </p:txBody>
      </p:sp>
      <mc:AlternateContent xmlns:mc="http://schemas.openxmlformats.org/markup-compatibility/2006" xmlns:a14="http://schemas.microsoft.com/office/drawing/2010/main">
        <mc:Choice Requires="a14">
          <p:graphicFrame>
            <p:nvGraphicFramePr>
              <p:cNvPr id="2" name="Table 1"/>
              <p:cNvGraphicFramePr>
                <a:graphicFrameLocks noGrp="1"/>
              </p:cNvGraphicFramePr>
              <p:nvPr>
                <p:extLst>
                  <p:ext uri="{D42A27DB-BD31-4B8C-83A1-F6EECF244321}">
                    <p14:modId xmlns:p14="http://schemas.microsoft.com/office/powerpoint/2010/main" val="443870975"/>
                  </p:ext>
                </p:extLst>
              </p:nvPr>
            </p:nvGraphicFramePr>
            <p:xfrm>
              <a:off x="1901508" y="1591493"/>
              <a:ext cx="6047873" cy="2458681"/>
            </p:xfrm>
            <a:graphic>
              <a:graphicData uri="http://schemas.openxmlformats.org/drawingml/2006/table">
                <a:tbl>
                  <a:tblPr firstRow="1" firstCol="1" bandRow="1"/>
                  <a:tblGrid>
                    <a:gridCol w="2870195">
                      <a:extLst>
                        <a:ext uri="{9D8B030D-6E8A-4147-A177-3AD203B41FA5}">
                          <a16:colId xmlns:a16="http://schemas.microsoft.com/office/drawing/2014/main" val="20000"/>
                        </a:ext>
                      </a:extLst>
                    </a:gridCol>
                    <a:gridCol w="3177678">
                      <a:extLst>
                        <a:ext uri="{9D8B030D-6E8A-4147-A177-3AD203B41FA5}">
                          <a16:colId xmlns:a16="http://schemas.microsoft.com/office/drawing/2014/main" val="20001"/>
                        </a:ext>
                      </a:extLst>
                    </a:gridCol>
                  </a:tblGrid>
                  <a:tr h="510457">
                    <a:tc>
                      <a:txBody>
                        <a:bodyPr/>
                        <a:lstStyle/>
                        <a:p>
                          <a:pPr marL="0" marR="0" algn="ctr">
                            <a:spcBef>
                              <a:spcPts val="0"/>
                            </a:spcBef>
                            <a:spcAft>
                              <a:spcPts val="0"/>
                            </a:spcAft>
                          </a:pPr>
                          <a:r>
                            <a:rPr lang="en-US" sz="2300" b="1" dirty="0">
                              <a:effectLst/>
                              <a:latin typeface="Verdana" charset="0"/>
                              <a:ea typeface="Verdana" charset="0"/>
                              <a:cs typeface="Verdana" charset="0"/>
                            </a:rPr>
                            <a:t>Angle</a:t>
                          </a:r>
                          <a:endParaRPr lang="en-US" sz="2300" dirty="0">
                            <a:effectLst/>
                            <a:latin typeface="Verdana" charset="0"/>
                            <a:ea typeface="Verdana" charset="0"/>
                            <a:cs typeface="Verdana" charset="0"/>
                          </a:endParaRPr>
                        </a:p>
                      </a:txBody>
                      <a:tcPr marL="79843" marR="79843"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rgbClr val="BFBFBF"/>
                        </a:solidFill>
                      </a:tcPr>
                    </a:tc>
                    <a:tc>
                      <a:txBody>
                        <a:bodyPr/>
                        <a:lstStyle/>
                        <a:p>
                          <a:pPr marL="0" marR="0" algn="ctr">
                            <a:spcBef>
                              <a:spcPts val="0"/>
                            </a:spcBef>
                            <a:spcAft>
                              <a:spcPts val="0"/>
                            </a:spcAft>
                          </a:pPr>
                          <a:r>
                            <a:rPr lang="en-US" sz="2300" b="1" dirty="0">
                              <a:effectLst/>
                              <a:latin typeface="Verdana" charset="0"/>
                              <a:ea typeface="Verdana" charset="0"/>
                              <a:cs typeface="Verdana" charset="0"/>
                            </a:rPr>
                            <a:t>Measurement</a:t>
                          </a:r>
                          <a:endParaRPr lang="en-US" sz="2300" dirty="0">
                            <a:effectLst/>
                            <a:latin typeface="Verdana" charset="0"/>
                            <a:ea typeface="Verdana" charset="0"/>
                            <a:cs typeface="Verdana" charset="0"/>
                          </a:endParaRPr>
                        </a:p>
                      </a:txBody>
                      <a:tcPr marL="79843" marR="79843"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rgbClr val="BFBFBF"/>
                        </a:solidFill>
                      </a:tcPr>
                    </a:tc>
                    <a:extLst>
                      <a:ext uri="{0D108BD9-81ED-4DB2-BD59-A6C34878D82A}">
                        <a16:rowId xmlns:a16="http://schemas.microsoft.com/office/drawing/2014/main" val="10000"/>
                      </a:ext>
                    </a:extLst>
                  </a:tr>
                  <a:tr h="649408">
                    <a:tc>
                      <a:txBody>
                        <a:bodyPr/>
                        <a:lstStyle/>
                        <a:p>
                          <a:pPr marL="0" marR="0" algn="ctr">
                            <a:spcBef>
                              <a:spcPts val="0"/>
                            </a:spcBef>
                            <a:spcAft>
                              <a:spcPts val="0"/>
                            </a:spcAft>
                          </a:pPr>
                          <a14:m>
                            <m:oMathPara xmlns:m="http://schemas.openxmlformats.org/officeDocument/2006/math">
                              <m:oMathParaPr>
                                <m:jc m:val="centerGroup"/>
                              </m:oMathParaPr>
                              <m:oMath xmlns:m="http://schemas.openxmlformats.org/officeDocument/2006/math">
                                <m:r>
                                  <a:rPr lang="en-US" sz="2300" i="1">
                                    <a:effectLst/>
                                    <a:latin typeface="Cambria Math" charset="0"/>
                                    <a:ea typeface="Verdana" charset="0"/>
                                    <a:cs typeface="Verdana" charset="0"/>
                                  </a:rPr>
                                  <m:t>∠</m:t>
                                </m:r>
                                <m:r>
                                  <a:rPr lang="en-US" sz="2300" i="1">
                                    <a:effectLst/>
                                    <a:latin typeface="Cambria Math" charset="0"/>
                                    <a:ea typeface="Verdana" charset="0"/>
                                    <a:cs typeface="Verdana" charset="0"/>
                                  </a:rPr>
                                  <m:t>𝐿</m:t>
                                </m:r>
                              </m:oMath>
                            </m:oMathPara>
                          </a14:m>
                          <a:endParaRPr lang="en-US" sz="2300">
                            <a:effectLst/>
                            <a:latin typeface="Verdana" charset="0"/>
                            <a:ea typeface="Verdana" charset="0"/>
                            <a:cs typeface="Verdana" charset="0"/>
                          </a:endParaRPr>
                        </a:p>
                      </a:txBody>
                      <a:tcPr marL="79843" marR="79843"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marL="0" marR="0" algn="ctr">
                            <a:spcBef>
                              <a:spcPts val="0"/>
                            </a:spcBef>
                            <a:spcAft>
                              <a:spcPts val="0"/>
                            </a:spcAft>
                          </a:pPr>
                          <a:r>
                            <a:rPr lang="en-US" sz="2300" b="1" dirty="0">
                              <a:effectLst/>
                              <a:latin typeface="Verdana" charset="0"/>
                              <a:ea typeface="Verdana" charset="0"/>
                              <a:cs typeface="Verdana" charset="0"/>
                            </a:rPr>
                            <a:t> </a:t>
                          </a:r>
                          <a:endParaRPr lang="en-US" sz="2300" dirty="0">
                            <a:effectLst/>
                            <a:latin typeface="Verdana" charset="0"/>
                            <a:ea typeface="Verdana" charset="0"/>
                            <a:cs typeface="Verdana" charset="0"/>
                          </a:endParaRPr>
                        </a:p>
                      </a:txBody>
                      <a:tcPr marL="79843" marR="79843"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extLst>
                      <a:ext uri="{0D108BD9-81ED-4DB2-BD59-A6C34878D82A}">
                        <a16:rowId xmlns:a16="http://schemas.microsoft.com/office/drawing/2014/main" val="10001"/>
                      </a:ext>
                    </a:extLst>
                  </a:tr>
                  <a:tr h="649408">
                    <a:tc>
                      <a:txBody>
                        <a:bodyPr/>
                        <a:lstStyle/>
                        <a:p>
                          <a:pPr marL="0" marR="0" algn="ctr">
                            <a:spcBef>
                              <a:spcPts val="0"/>
                            </a:spcBef>
                            <a:spcAft>
                              <a:spcPts val="0"/>
                            </a:spcAft>
                          </a:pPr>
                          <a14:m>
                            <m:oMathPara xmlns:m="http://schemas.openxmlformats.org/officeDocument/2006/math">
                              <m:oMathParaPr>
                                <m:jc m:val="centerGroup"/>
                              </m:oMathParaPr>
                              <m:oMath xmlns:m="http://schemas.openxmlformats.org/officeDocument/2006/math">
                                <m:r>
                                  <a:rPr lang="en-US" sz="2300" i="1">
                                    <a:effectLst/>
                                    <a:latin typeface="Cambria Math" charset="0"/>
                                    <a:ea typeface="Verdana" charset="0"/>
                                    <a:cs typeface="Verdana" charset="0"/>
                                  </a:rPr>
                                  <m:t>∠</m:t>
                                </m:r>
                                <m:r>
                                  <a:rPr lang="en-US" sz="2300" i="1">
                                    <a:effectLst/>
                                    <a:latin typeface="Cambria Math" charset="0"/>
                                    <a:ea typeface="Verdana" charset="0"/>
                                    <a:cs typeface="Verdana" charset="0"/>
                                  </a:rPr>
                                  <m:t>𝑃</m:t>
                                </m:r>
                              </m:oMath>
                            </m:oMathPara>
                          </a14:m>
                          <a:endParaRPr lang="en-US" sz="2300">
                            <a:effectLst/>
                            <a:latin typeface="Verdana" charset="0"/>
                            <a:ea typeface="Verdana" charset="0"/>
                            <a:cs typeface="Verdana" charset="0"/>
                          </a:endParaRPr>
                        </a:p>
                      </a:txBody>
                      <a:tcPr marL="79843" marR="79843"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marL="0" marR="0" algn="ctr">
                            <a:spcBef>
                              <a:spcPts val="0"/>
                            </a:spcBef>
                            <a:spcAft>
                              <a:spcPts val="0"/>
                            </a:spcAft>
                          </a:pPr>
                          <a:r>
                            <a:rPr lang="en-US" sz="2300" b="1">
                              <a:effectLst/>
                              <a:latin typeface="Verdana" charset="0"/>
                              <a:ea typeface="Verdana" charset="0"/>
                              <a:cs typeface="Verdana" charset="0"/>
                            </a:rPr>
                            <a:t> </a:t>
                          </a:r>
                          <a:endParaRPr lang="en-US" sz="2300">
                            <a:effectLst/>
                            <a:latin typeface="Verdana" charset="0"/>
                            <a:ea typeface="Verdana" charset="0"/>
                            <a:cs typeface="Verdana" charset="0"/>
                          </a:endParaRPr>
                        </a:p>
                      </a:txBody>
                      <a:tcPr marL="79843" marR="79843"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extLst>
                      <a:ext uri="{0D108BD9-81ED-4DB2-BD59-A6C34878D82A}">
                        <a16:rowId xmlns:a16="http://schemas.microsoft.com/office/drawing/2014/main" val="10002"/>
                      </a:ext>
                    </a:extLst>
                  </a:tr>
                  <a:tr h="649408">
                    <a:tc>
                      <a:txBody>
                        <a:bodyPr/>
                        <a:lstStyle/>
                        <a:p>
                          <a:pPr marL="0" marR="0" algn="ctr">
                            <a:spcBef>
                              <a:spcPts val="0"/>
                            </a:spcBef>
                            <a:spcAft>
                              <a:spcPts val="0"/>
                            </a:spcAft>
                          </a:pPr>
                          <a14:m>
                            <m:oMathPara xmlns:m="http://schemas.openxmlformats.org/officeDocument/2006/math">
                              <m:oMathParaPr>
                                <m:jc m:val="centerGroup"/>
                              </m:oMathParaPr>
                              <m:oMath xmlns:m="http://schemas.openxmlformats.org/officeDocument/2006/math">
                                <m:r>
                                  <a:rPr lang="en-US" sz="2300" i="1">
                                    <a:effectLst/>
                                    <a:latin typeface="Cambria Math" charset="0"/>
                                    <a:ea typeface="Verdana" charset="0"/>
                                    <a:cs typeface="Verdana" charset="0"/>
                                  </a:rPr>
                                  <m:t>∠</m:t>
                                </m:r>
                                <m:r>
                                  <a:rPr lang="en-US" sz="2300" i="1">
                                    <a:effectLst/>
                                    <a:latin typeface="Cambria Math" charset="0"/>
                                    <a:ea typeface="Verdana" charset="0"/>
                                    <a:cs typeface="Verdana" charset="0"/>
                                  </a:rPr>
                                  <m:t>𝑅</m:t>
                                </m:r>
                              </m:oMath>
                            </m:oMathPara>
                          </a14:m>
                          <a:endParaRPr lang="en-US" sz="2300">
                            <a:effectLst/>
                            <a:latin typeface="Verdana" charset="0"/>
                            <a:ea typeface="Verdana" charset="0"/>
                            <a:cs typeface="Verdana" charset="0"/>
                          </a:endParaRPr>
                        </a:p>
                      </a:txBody>
                      <a:tcPr marL="79843" marR="79843"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marL="0" marR="0" algn="ctr">
                            <a:spcBef>
                              <a:spcPts val="0"/>
                            </a:spcBef>
                            <a:spcAft>
                              <a:spcPts val="0"/>
                            </a:spcAft>
                          </a:pPr>
                          <a:r>
                            <a:rPr lang="en-US" sz="2300" b="1" dirty="0">
                              <a:effectLst/>
                              <a:latin typeface="Verdana" charset="0"/>
                              <a:ea typeface="Verdana" charset="0"/>
                              <a:cs typeface="Verdana" charset="0"/>
                            </a:rPr>
                            <a:t> </a:t>
                          </a:r>
                          <a:endParaRPr lang="en-US" sz="2300" dirty="0">
                            <a:effectLst/>
                            <a:latin typeface="Verdana" charset="0"/>
                            <a:ea typeface="Verdana" charset="0"/>
                            <a:cs typeface="Verdana" charset="0"/>
                          </a:endParaRPr>
                        </a:p>
                      </a:txBody>
                      <a:tcPr marL="79843" marR="79843"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extLst>
                      <a:ext uri="{0D108BD9-81ED-4DB2-BD59-A6C34878D82A}">
                        <a16:rowId xmlns:a16="http://schemas.microsoft.com/office/drawing/2014/main" val="10003"/>
                      </a:ext>
                    </a:extLst>
                  </a:tr>
                </a:tbl>
              </a:graphicData>
            </a:graphic>
          </p:graphicFrame>
        </mc:Choice>
        <mc:Fallback xmlns="">
          <p:graphicFrame>
            <p:nvGraphicFramePr>
              <p:cNvPr id="2" name="Table 1"/>
              <p:cNvGraphicFramePr>
                <a:graphicFrameLocks noGrp="1"/>
              </p:cNvGraphicFramePr>
              <p:nvPr>
                <p:extLst>
                  <p:ext uri="{D42A27DB-BD31-4B8C-83A1-F6EECF244321}">
                    <p14:modId xmlns:p14="http://schemas.microsoft.com/office/powerpoint/2010/main" val="443870975"/>
                  </p:ext>
                </p:extLst>
              </p:nvPr>
            </p:nvGraphicFramePr>
            <p:xfrm>
              <a:off x="1901508" y="1591493"/>
              <a:ext cx="6047873" cy="2458681"/>
            </p:xfrm>
            <a:graphic>
              <a:graphicData uri="http://schemas.openxmlformats.org/drawingml/2006/table">
                <a:tbl>
                  <a:tblPr firstRow="1" firstCol="1" bandRow="1"/>
                  <a:tblGrid>
                    <a:gridCol w="2870195">
                      <a:extLst>
                        <a:ext uri="{9D8B030D-6E8A-4147-A177-3AD203B41FA5}">
                          <a16:colId xmlns:a16="http://schemas.microsoft.com/office/drawing/2014/main" val="20000"/>
                        </a:ext>
                      </a:extLst>
                    </a:gridCol>
                    <a:gridCol w="3177678">
                      <a:extLst>
                        <a:ext uri="{9D8B030D-6E8A-4147-A177-3AD203B41FA5}">
                          <a16:colId xmlns:a16="http://schemas.microsoft.com/office/drawing/2014/main" val="20001"/>
                        </a:ext>
                      </a:extLst>
                    </a:gridCol>
                  </a:tblGrid>
                  <a:tr h="510457">
                    <a:tc>
                      <a:txBody>
                        <a:bodyPr/>
                        <a:lstStyle/>
                        <a:p>
                          <a:pPr marL="0" marR="0" algn="ctr">
                            <a:spcBef>
                              <a:spcPts val="0"/>
                            </a:spcBef>
                            <a:spcAft>
                              <a:spcPts val="0"/>
                            </a:spcAft>
                          </a:pPr>
                          <a:r>
                            <a:rPr lang="en-US" sz="2300" b="1" dirty="0">
                              <a:effectLst/>
                              <a:latin typeface="Verdana" charset="0"/>
                              <a:ea typeface="Verdana" charset="0"/>
                              <a:cs typeface="Verdana" charset="0"/>
                            </a:rPr>
                            <a:t>Angle</a:t>
                          </a:r>
                          <a:endParaRPr lang="en-US" sz="2300" dirty="0">
                            <a:effectLst/>
                            <a:latin typeface="Verdana" charset="0"/>
                            <a:ea typeface="Verdana" charset="0"/>
                            <a:cs typeface="Verdana" charset="0"/>
                          </a:endParaRPr>
                        </a:p>
                      </a:txBody>
                      <a:tcPr marL="79843" marR="79843"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rgbClr val="BFBFBF"/>
                        </a:solidFill>
                      </a:tcPr>
                    </a:tc>
                    <a:tc>
                      <a:txBody>
                        <a:bodyPr/>
                        <a:lstStyle/>
                        <a:p>
                          <a:pPr marL="0" marR="0" algn="ctr">
                            <a:spcBef>
                              <a:spcPts val="0"/>
                            </a:spcBef>
                            <a:spcAft>
                              <a:spcPts val="0"/>
                            </a:spcAft>
                          </a:pPr>
                          <a:r>
                            <a:rPr lang="en-US" sz="2300" b="1" dirty="0">
                              <a:effectLst/>
                              <a:latin typeface="Verdana" charset="0"/>
                              <a:ea typeface="Verdana" charset="0"/>
                              <a:cs typeface="Verdana" charset="0"/>
                            </a:rPr>
                            <a:t>Measurement</a:t>
                          </a:r>
                          <a:endParaRPr lang="en-US" sz="2300" dirty="0">
                            <a:effectLst/>
                            <a:latin typeface="Verdana" charset="0"/>
                            <a:ea typeface="Verdana" charset="0"/>
                            <a:cs typeface="Verdana" charset="0"/>
                          </a:endParaRPr>
                        </a:p>
                      </a:txBody>
                      <a:tcPr marL="79843" marR="79843"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rgbClr val="BFBFBF"/>
                        </a:solidFill>
                      </a:tcPr>
                    </a:tc>
                    <a:extLst>
                      <a:ext uri="{0D108BD9-81ED-4DB2-BD59-A6C34878D82A}">
                        <a16:rowId xmlns:a16="http://schemas.microsoft.com/office/drawing/2014/main" val="10000"/>
                      </a:ext>
                    </a:extLst>
                  </a:tr>
                  <a:tr h="649408">
                    <a:tc>
                      <a:txBody>
                        <a:bodyPr/>
                        <a:lstStyle/>
                        <a:p>
                          <a:endParaRPr lang="en-US"/>
                        </a:p>
                      </a:txBody>
                      <a:tcPr marL="79843" marR="79843"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blipFill>
                          <a:blip r:embed="rId5"/>
                          <a:stretch>
                            <a:fillRect l="-212" t="-80374" r="-111017" b="-200935"/>
                          </a:stretch>
                        </a:blipFill>
                      </a:tcPr>
                    </a:tc>
                    <a:tc>
                      <a:txBody>
                        <a:bodyPr/>
                        <a:lstStyle/>
                        <a:p>
                          <a:pPr marL="0" marR="0" algn="ctr">
                            <a:spcBef>
                              <a:spcPts val="0"/>
                            </a:spcBef>
                            <a:spcAft>
                              <a:spcPts val="0"/>
                            </a:spcAft>
                          </a:pPr>
                          <a:r>
                            <a:rPr lang="en-US" sz="2300" b="1" dirty="0">
                              <a:effectLst/>
                              <a:latin typeface="Verdana" charset="0"/>
                              <a:ea typeface="Verdana" charset="0"/>
                              <a:cs typeface="Verdana" charset="0"/>
                            </a:rPr>
                            <a:t> </a:t>
                          </a:r>
                          <a:endParaRPr lang="en-US" sz="2300" dirty="0">
                            <a:effectLst/>
                            <a:latin typeface="Verdana" charset="0"/>
                            <a:ea typeface="Verdana" charset="0"/>
                            <a:cs typeface="Verdana" charset="0"/>
                          </a:endParaRPr>
                        </a:p>
                      </a:txBody>
                      <a:tcPr marL="79843" marR="79843"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extLst>
                      <a:ext uri="{0D108BD9-81ED-4DB2-BD59-A6C34878D82A}">
                        <a16:rowId xmlns:a16="http://schemas.microsoft.com/office/drawing/2014/main" val="10001"/>
                      </a:ext>
                    </a:extLst>
                  </a:tr>
                  <a:tr h="649408">
                    <a:tc>
                      <a:txBody>
                        <a:bodyPr/>
                        <a:lstStyle/>
                        <a:p>
                          <a:endParaRPr lang="en-US"/>
                        </a:p>
                      </a:txBody>
                      <a:tcPr marL="79843" marR="79843"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blipFill>
                          <a:blip r:embed="rId5"/>
                          <a:stretch>
                            <a:fillRect l="-212" t="-182075" r="-111017" b="-102830"/>
                          </a:stretch>
                        </a:blipFill>
                      </a:tcPr>
                    </a:tc>
                    <a:tc>
                      <a:txBody>
                        <a:bodyPr/>
                        <a:lstStyle/>
                        <a:p>
                          <a:pPr marL="0" marR="0" algn="ctr">
                            <a:spcBef>
                              <a:spcPts val="0"/>
                            </a:spcBef>
                            <a:spcAft>
                              <a:spcPts val="0"/>
                            </a:spcAft>
                          </a:pPr>
                          <a:r>
                            <a:rPr lang="en-US" sz="2300" b="1">
                              <a:effectLst/>
                              <a:latin typeface="Verdana" charset="0"/>
                              <a:ea typeface="Verdana" charset="0"/>
                              <a:cs typeface="Verdana" charset="0"/>
                            </a:rPr>
                            <a:t> </a:t>
                          </a:r>
                          <a:endParaRPr lang="en-US" sz="2300">
                            <a:effectLst/>
                            <a:latin typeface="Verdana" charset="0"/>
                            <a:ea typeface="Verdana" charset="0"/>
                            <a:cs typeface="Verdana" charset="0"/>
                          </a:endParaRPr>
                        </a:p>
                      </a:txBody>
                      <a:tcPr marL="79843" marR="79843"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extLst>
                      <a:ext uri="{0D108BD9-81ED-4DB2-BD59-A6C34878D82A}">
                        <a16:rowId xmlns:a16="http://schemas.microsoft.com/office/drawing/2014/main" val="10002"/>
                      </a:ext>
                    </a:extLst>
                  </a:tr>
                  <a:tr h="649408">
                    <a:tc>
                      <a:txBody>
                        <a:bodyPr/>
                        <a:lstStyle/>
                        <a:p>
                          <a:endParaRPr lang="en-US"/>
                        </a:p>
                      </a:txBody>
                      <a:tcPr marL="79843" marR="79843"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blipFill>
                          <a:blip r:embed="rId5"/>
                          <a:stretch>
                            <a:fillRect l="-212" t="-279439" r="-111017" b="-1869"/>
                          </a:stretch>
                        </a:blipFill>
                      </a:tcPr>
                    </a:tc>
                    <a:tc>
                      <a:txBody>
                        <a:bodyPr/>
                        <a:lstStyle/>
                        <a:p>
                          <a:pPr marL="0" marR="0" algn="ctr">
                            <a:spcBef>
                              <a:spcPts val="0"/>
                            </a:spcBef>
                            <a:spcAft>
                              <a:spcPts val="0"/>
                            </a:spcAft>
                          </a:pPr>
                          <a:r>
                            <a:rPr lang="en-US" sz="2300" b="1" dirty="0">
                              <a:effectLst/>
                              <a:latin typeface="Verdana" charset="0"/>
                              <a:ea typeface="Verdana" charset="0"/>
                              <a:cs typeface="Verdana" charset="0"/>
                            </a:rPr>
                            <a:t> </a:t>
                          </a:r>
                          <a:endParaRPr lang="en-US" sz="2300" dirty="0">
                            <a:effectLst/>
                            <a:latin typeface="Verdana" charset="0"/>
                            <a:ea typeface="Verdana" charset="0"/>
                            <a:cs typeface="Verdana" charset="0"/>
                          </a:endParaRPr>
                        </a:p>
                      </a:txBody>
                      <a:tcPr marL="79843" marR="79843"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extLst>
                      <a:ext uri="{0D108BD9-81ED-4DB2-BD59-A6C34878D82A}">
                        <a16:rowId xmlns:a16="http://schemas.microsoft.com/office/drawing/2014/main" val="10003"/>
                      </a:ext>
                    </a:extLst>
                  </a:tr>
                </a:tbl>
              </a:graphicData>
            </a:graphic>
          </p:graphicFrame>
        </mc:Fallback>
      </mc:AlternateContent>
    </p:spTree>
    <p:extLst>
      <p:ext uri="{BB962C8B-B14F-4D97-AF65-F5344CB8AC3E}">
        <p14:creationId xmlns:p14="http://schemas.microsoft.com/office/powerpoint/2010/main" val="426780230"/>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Shape 308"/>
        <p:cNvGrpSpPr/>
        <p:nvPr/>
      </p:nvGrpSpPr>
      <p:grpSpPr>
        <a:xfrm>
          <a:off x="0" y="0"/>
          <a:ext cx="0" cy="0"/>
          <a:chOff x="0" y="0"/>
          <a:chExt cx="0" cy="0"/>
        </a:xfrm>
      </p:grpSpPr>
      <p:sp>
        <p:nvSpPr>
          <p:cNvPr id="309" name="Google Shape;309;g104476d1465_1_39"/>
          <p:cNvSpPr/>
          <p:nvPr/>
        </p:nvSpPr>
        <p:spPr>
          <a:xfrm>
            <a:off x="0" y="-4055"/>
            <a:ext cx="2731200" cy="6866100"/>
          </a:xfrm>
          <a:prstGeom prst="rect">
            <a:avLst/>
          </a:prstGeom>
          <a:solidFill>
            <a:srgbClr val="41BFAC"/>
          </a:solidFill>
          <a:ln w="9525" cap="flat" cmpd="sng">
            <a:solidFill>
              <a:srgbClr val="41BFAC"/>
            </a:solidFill>
            <a:prstDash val="solid"/>
            <a:round/>
            <a:headEnd type="none" w="sm" len="sm"/>
            <a:tailEnd type="none" w="sm" len="sm"/>
          </a:ln>
          <a:effectLst>
            <a:outerShdw blurRad="50800" dist="38100" dir="2700000" algn="tl" rotWithShape="0">
              <a:prstClr val="black">
                <a:alpha val="40000"/>
              </a:prstClr>
            </a:outerShdw>
          </a:effectLst>
        </p:spPr>
        <p:txBody>
          <a:bodyPr spcFirstLastPara="1" wrap="square" lIns="91425" tIns="91425" rIns="91425" bIns="91425" anchor="ctr" anchorCtr="0">
            <a:noAutofit/>
          </a:bodyPr>
          <a:lstStyle/>
          <a:p>
            <a:endParaRPr/>
          </a:p>
        </p:txBody>
      </p:sp>
      <p:pic>
        <p:nvPicPr>
          <p:cNvPr id="311" name="Google Shape;311;g104476d1465_1_39"/>
          <p:cNvPicPr preferRelativeResize="0"/>
          <p:nvPr/>
        </p:nvPicPr>
        <p:blipFill>
          <a:blip r:embed="rId3" cstate="screen">
            <a:alphaModFix/>
            <a:extLst>
              <a:ext uri="{28A0092B-C50C-407E-A947-70E740481C1C}">
                <a14:useLocalDpi xmlns:a14="http://schemas.microsoft.com/office/drawing/2010/main"/>
              </a:ext>
            </a:extLst>
          </a:blip>
          <a:stretch>
            <a:fillRect/>
          </a:stretch>
        </p:blipFill>
        <p:spPr>
          <a:xfrm>
            <a:off x="11628150" y="6200724"/>
            <a:ext cx="563850" cy="657276"/>
          </a:xfrm>
          <a:prstGeom prst="rect">
            <a:avLst/>
          </a:prstGeom>
          <a:noFill/>
          <a:ln>
            <a:noFill/>
          </a:ln>
          <a:effectLst>
            <a:outerShdw blurRad="57150" dist="19050" dir="5400000" algn="bl" rotWithShape="0">
              <a:srgbClr val="000000">
                <a:alpha val="50000"/>
              </a:srgbClr>
            </a:outerShdw>
          </a:effectLst>
        </p:spPr>
      </p:pic>
      <p:sp>
        <p:nvSpPr>
          <p:cNvPr id="313" name="Google Shape;313;g104476d1465_1_39"/>
          <p:cNvSpPr txBox="1">
            <a:spLocks noGrp="1"/>
          </p:cNvSpPr>
          <p:nvPr>
            <p:ph type="title" idx="4294967295"/>
          </p:nvPr>
        </p:nvSpPr>
        <p:spPr>
          <a:xfrm>
            <a:off x="5225955" y="2766145"/>
            <a:ext cx="4480750" cy="1325700"/>
          </a:xfrm>
          <a:prstGeom prst="rect">
            <a:avLst/>
          </a:prstGeom>
          <a:noFill/>
          <a:ln>
            <a:noFill/>
          </a:ln>
        </p:spPr>
        <p:txBody>
          <a:bodyPr spcFirstLastPara="1" wrap="square" lIns="91425" tIns="45700" rIns="91425" bIns="45700" anchor="ctr" anchorCtr="0">
            <a:normAutofit fontScale="90000"/>
          </a:bodyPr>
          <a:lstStyle/>
          <a:p>
            <a:pPr algn="ctr">
              <a:buClr>
                <a:schemeClr val="lt1"/>
              </a:buClr>
              <a:buSzPts val="4800"/>
            </a:pPr>
            <a:r>
              <a:rPr lang="en-US" sz="5500" b="1" dirty="0">
                <a:solidFill>
                  <a:srgbClr val="54B5D1"/>
                </a:solidFill>
                <a:latin typeface="Verdana"/>
                <a:ea typeface="Verdana"/>
                <a:cs typeface="Verdana"/>
                <a:sym typeface="Verdana"/>
              </a:rPr>
              <a:t>Guided Practice</a:t>
            </a:r>
            <a:endParaRPr sz="5100" b="1" dirty="0">
              <a:solidFill>
                <a:srgbClr val="54B5D1"/>
              </a:solidFill>
              <a:latin typeface="Verdana"/>
              <a:ea typeface="Verdana"/>
              <a:cs typeface="Verdana"/>
              <a:sym typeface="Verdana"/>
            </a:endParaRPr>
          </a:p>
        </p:txBody>
      </p:sp>
      <p:sp>
        <p:nvSpPr>
          <p:cNvPr id="8" name="Google Shape;282;g104476d1465_1_17">
            <a:extLst>
              <a:ext uri="{FF2B5EF4-FFF2-40B4-BE49-F238E27FC236}">
                <a16:creationId xmlns:a16="http://schemas.microsoft.com/office/drawing/2014/main" id="{33005AFD-D615-1344-BDC0-5A40F6454816}"/>
              </a:ext>
            </a:extLst>
          </p:cNvPr>
          <p:cNvSpPr txBox="1"/>
          <p:nvPr/>
        </p:nvSpPr>
        <p:spPr>
          <a:xfrm>
            <a:off x="8889924" y="6457799"/>
            <a:ext cx="2634000" cy="400200"/>
          </a:xfrm>
          <a:prstGeom prst="rect">
            <a:avLst/>
          </a:prstGeom>
          <a:noFill/>
          <a:ln>
            <a:noFill/>
          </a:ln>
        </p:spPr>
        <p:txBody>
          <a:bodyPr spcFirstLastPara="1" wrap="square" lIns="91425" tIns="91425" rIns="91425" bIns="91425" anchor="t" anchorCtr="0">
            <a:spAutoFit/>
          </a:bodyPr>
          <a:lstStyle/>
          <a:p>
            <a:pPr lvl="0" algn="r"/>
            <a:r>
              <a:rPr lang="it-IT" i="1" dirty="0">
                <a:latin typeface="Calibri"/>
                <a:ea typeface="Calibri"/>
                <a:cs typeface="Calibri"/>
                <a:sym typeface="Calibri"/>
              </a:rPr>
              <a:t>volume 1, </a:t>
            </a:r>
            <a:r>
              <a:rPr lang="it-IT" i="1" dirty="0" err="1">
                <a:latin typeface="Calibri"/>
                <a:ea typeface="Calibri"/>
                <a:cs typeface="Calibri"/>
                <a:sym typeface="Calibri"/>
              </a:rPr>
              <a:t>pg</a:t>
            </a:r>
            <a:r>
              <a:rPr lang="it-IT" i="1" dirty="0">
                <a:latin typeface="Calibri"/>
                <a:ea typeface="Calibri"/>
                <a:cs typeface="Calibri"/>
                <a:sym typeface="Calibri"/>
              </a:rPr>
              <a:t>. 437</a:t>
            </a:r>
          </a:p>
        </p:txBody>
      </p:sp>
      <p:pic>
        <p:nvPicPr>
          <p:cNvPr id="9218" name="Picture 2" descr="Icon&#10;&#10;Description automatically generated">
            <a:extLst>
              <a:ext uri="{FF2B5EF4-FFF2-40B4-BE49-F238E27FC236}">
                <a16:creationId xmlns:a16="http://schemas.microsoft.com/office/drawing/2014/main" id="{B02E8C6A-53AD-AA4E-A4ED-406F3B0E3707}"/>
              </a:ext>
            </a:extLst>
          </p:cNvPr>
          <p:cNvPicPr>
            <a:picLocks noChangeAspect="1" noChangeArrowheads="1"/>
          </p:cNvPicPr>
          <p:nvPr/>
        </p:nvPicPr>
        <p:blipFill>
          <a:blip r:embed="rId4">
            <a:extLst>
              <a:ext uri="{28A0092B-C50C-407E-A947-70E740481C1C}">
                <a14:useLocalDpi xmlns:a14="http://schemas.microsoft.com/office/drawing/2010/main"/>
              </a:ext>
            </a:extLst>
          </a:blip>
          <a:srcRect/>
          <a:stretch>
            <a:fillRect/>
          </a:stretch>
        </p:blipFill>
        <p:spPr bwMode="auto">
          <a:xfrm>
            <a:off x="4512723" y="2852923"/>
            <a:ext cx="1152144" cy="1152144"/>
          </a:xfrm>
          <a:prstGeom prst="rect">
            <a:avLst/>
          </a:prstGeom>
          <a:noFill/>
          <a:effectLst>
            <a:outerShdw blurRad="50800" dist="38100" dir="2700000" algn="tl" rotWithShape="0">
              <a:prstClr val="black">
                <a:alpha val="40000"/>
              </a:prstClr>
            </a:outerShdw>
          </a:effectLst>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646125803"/>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Shape 277"/>
        <p:cNvGrpSpPr/>
        <p:nvPr/>
      </p:nvGrpSpPr>
      <p:grpSpPr>
        <a:xfrm>
          <a:off x="0" y="0"/>
          <a:ext cx="0" cy="0"/>
          <a:chOff x="0" y="0"/>
          <a:chExt cx="0" cy="0"/>
        </a:xfrm>
      </p:grpSpPr>
      <p:pic>
        <p:nvPicPr>
          <p:cNvPr id="283" name="Google Shape;283;g104476d1465_1_17"/>
          <p:cNvPicPr preferRelativeResize="0"/>
          <p:nvPr/>
        </p:nvPicPr>
        <p:blipFill>
          <a:blip r:embed="rId3" cstate="screen">
            <a:alphaModFix/>
            <a:extLst>
              <a:ext uri="{28A0092B-C50C-407E-A947-70E740481C1C}">
                <a14:useLocalDpi xmlns:a14="http://schemas.microsoft.com/office/drawing/2010/main"/>
              </a:ext>
            </a:extLst>
          </a:blip>
          <a:stretch>
            <a:fillRect/>
          </a:stretch>
        </p:blipFill>
        <p:spPr>
          <a:xfrm>
            <a:off x="11628150" y="6200723"/>
            <a:ext cx="563850" cy="657276"/>
          </a:xfrm>
          <a:prstGeom prst="rect">
            <a:avLst/>
          </a:prstGeom>
          <a:noFill/>
          <a:ln>
            <a:noFill/>
          </a:ln>
          <a:effectLst>
            <a:outerShdw blurRad="57150" dist="19050" dir="5400000" algn="bl" rotWithShape="0">
              <a:srgbClr val="000000">
                <a:alpha val="50000"/>
              </a:srgbClr>
            </a:outerShdw>
          </a:effectLst>
        </p:spPr>
      </p:pic>
      <p:sp>
        <p:nvSpPr>
          <p:cNvPr id="7" name="Google Shape;343;g103996e1364_0_321">
            <a:extLst>
              <a:ext uri="{FF2B5EF4-FFF2-40B4-BE49-F238E27FC236}">
                <a16:creationId xmlns:a16="http://schemas.microsoft.com/office/drawing/2014/main" id="{21B1DF8E-16A0-FA4E-8CEB-434668DFA68D}"/>
              </a:ext>
            </a:extLst>
          </p:cNvPr>
          <p:cNvSpPr txBox="1">
            <a:spLocks/>
          </p:cNvSpPr>
          <p:nvPr/>
        </p:nvSpPr>
        <p:spPr>
          <a:xfrm>
            <a:off x="1009918" y="-125575"/>
            <a:ext cx="10514006" cy="1325700"/>
          </a:xfrm>
          <a:prstGeom prst="rect">
            <a:avLst/>
          </a:prstGeom>
          <a:noFill/>
          <a:ln>
            <a:noFill/>
          </a:ln>
        </p:spPr>
        <p:txBody>
          <a:bodyPr spcFirstLastPara="1" wrap="square" lIns="91425" tIns="45700" rIns="91425" bIns="45700" anchor="ctr" anchorCtr="0">
            <a:noAutofit/>
          </a:bodyP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a:lstStyle>
          <a:p>
            <a:pPr>
              <a:lnSpc>
                <a:spcPct val="90000"/>
              </a:lnSpc>
              <a:buClr>
                <a:schemeClr val="dk1"/>
              </a:buClr>
              <a:buSzPts val="5400"/>
              <a:buFont typeface="Century Gothic"/>
              <a:buNone/>
            </a:pPr>
            <a:r>
              <a:rPr lang="en-US" sz="3600" b="1" dirty="0">
                <a:solidFill>
                  <a:srgbClr val="54B5D1"/>
                </a:solidFill>
                <a:latin typeface="Verdana"/>
                <a:ea typeface="Verdana"/>
                <a:cs typeface="Verdana"/>
                <a:sym typeface="Verdana"/>
              </a:rPr>
              <a:t>7.H2.4 Guided Practice: Law of Cosines</a:t>
            </a:r>
          </a:p>
        </p:txBody>
      </p:sp>
      <p:sp>
        <p:nvSpPr>
          <p:cNvPr id="12" name="Google Shape;282;g104476d1465_1_17">
            <a:extLst>
              <a:ext uri="{FF2B5EF4-FFF2-40B4-BE49-F238E27FC236}">
                <a16:creationId xmlns:a16="http://schemas.microsoft.com/office/drawing/2014/main" id="{B2B1ECCC-8E07-F247-BB16-7B958B8E6B20}"/>
              </a:ext>
            </a:extLst>
          </p:cNvPr>
          <p:cNvSpPr txBox="1"/>
          <p:nvPr/>
        </p:nvSpPr>
        <p:spPr>
          <a:xfrm>
            <a:off x="8889924" y="6457798"/>
            <a:ext cx="2634000" cy="400200"/>
          </a:xfrm>
          <a:prstGeom prst="rect">
            <a:avLst/>
          </a:prstGeom>
          <a:noFill/>
          <a:ln>
            <a:noFill/>
          </a:ln>
        </p:spPr>
        <p:txBody>
          <a:bodyPr spcFirstLastPara="1" wrap="square" lIns="91425" tIns="91425" rIns="91425" bIns="91425" anchor="t" anchorCtr="0">
            <a:spAutoFit/>
          </a:bodyPr>
          <a:lstStyle/>
          <a:p>
            <a:pPr lvl="0" algn="r"/>
            <a:r>
              <a:rPr lang="it-IT" i="1" dirty="0">
                <a:latin typeface="Calibri"/>
                <a:ea typeface="Calibri"/>
                <a:cs typeface="Calibri"/>
                <a:sym typeface="Calibri"/>
              </a:rPr>
              <a:t>volume 1, </a:t>
            </a:r>
            <a:r>
              <a:rPr lang="it-IT" i="1" dirty="0" err="1">
                <a:latin typeface="Calibri"/>
                <a:ea typeface="Calibri"/>
                <a:cs typeface="Calibri"/>
                <a:sym typeface="Calibri"/>
              </a:rPr>
              <a:t>pg</a:t>
            </a:r>
            <a:r>
              <a:rPr lang="it-IT" i="1" dirty="0">
                <a:latin typeface="Calibri"/>
                <a:ea typeface="Calibri"/>
                <a:cs typeface="Calibri"/>
                <a:sym typeface="Calibri"/>
              </a:rPr>
              <a:t>. 437</a:t>
            </a:r>
          </a:p>
        </p:txBody>
      </p:sp>
      <p:pic>
        <p:nvPicPr>
          <p:cNvPr id="8" name="Picture 2" descr="Icon&#10;&#10;Description automatically generated">
            <a:extLst>
              <a:ext uri="{FF2B5EF4-FFF2-40B4-BE49-F238E27FC236}">
                <a16:creationId xmlns:a16="http://schemas.microsoft.com/office/drawing/2014/main" id="{B3C42596-1BDF-794D-A82A-7C54635CB812}"/>
              </a:ext>
            </a:extLst>
          </p:cNvPr>
          <p:cNvPicPr>
            <a:picLocks noChangeAspect="1" noChangeArrowheads="1"/>
          </p:cNvPicPr>
          <p:nvPr/>
        </p:nvPicPr>
        <p:blipFill>
          <a:blip r:embed="rId4" cstate="screen">
            <a:extLst>
              <a:ext uri="{28A0092B-C50C-407E-A947-70E740481C1C}">
                <a14:useLocalDpi xmlns:a14="http://schemas.microsoft.com/office/drawing/2010/main"/>
              </a:ext>
            </a:extLst>
          </a:blip>
          <a:srcRect/>
          <a:stretch>
            <a:fillRect/>
          </a:stretch>
        </p:blipFill>
        <p:spPr bwMode="auto">
          <a:xfrm>
            <a:off x="260110" y="128939"/>
            <a:ext cx="749808" cy="749808"/>
          </a:xfrm>
          <a:prstGeom prst="rect">
            <a:avLst/>
          </a:prstGeom>
          <a:noFill/>
          <a:effectLst>
            <a:outerShdw blurRad="50800" dist="38100" dir="2700000" algn="tl" rotWithShape="0">
              <a:prstClr val="black">
                <a:alpha val="40000"/>
              </a:prstClr>
            </a:outerShdw>
          </a:effectLst>
          <a:extLst>
            <a:ext uri="{909E8E84-426E-40DD-AFC4-6F175D3DCCD1}">
              <a14:hiddenFill xmlns:a14="http://schemas.microsoft.com/office/drawing/2010/main">
                <a:solidFill>
                  <a:srgbClr val="FFFFFF"/>
                </a:solidFill>
              </a14:hiddenFill>
            </a:ext>
          </a:extLst>
        </p:spPr>
      </p:pic>
      <mc:AlternateContent xmlns:mc="http://schemas.openxmlformats.org/markup-compatibility/2006" xmlns:a14="http://schemas.microsoft.com/office/drawing/2010/main">
        <mc:Choice Requires="a14">
          <p:sp>
            <p:nvSpPr>
              <p:cNvPr id="10" name="TextBox 9">
                <a:extLst>
                  <a:ext uri="{FF2B5EF4-FFF2-40B4-BE49-F238E27FC236}">
                    <a16:creationId xmlns:a16="http://schemas.microsoft.com/office/drawing/2014/main" id="{31D40250-DEDD-2C41-8538-3D4DD18CCC4A}"/>
                  </a:ext>
                </a:extLst>
              </p:cNvPr>
              <p:cNvSpPr txBox="1"/>
              <p:nvPr/>
            </p:nvSpPr>
            <p:spPr>
              <a:xfrm>
                <a:off x="550516" y="1386149"/>
                <a:ext cx="10407536" cy="400110"/>
              </a:xfrm>
              <a:prstGeom prst="rect">
                <a:avLst/>
              </a:prstGeom>
              <a:noFill/>
            </p:spPr>
            <p:txBody>
              <a:bodyPr wrap="square" rtlCol="0">
                <a:spAutoFit/>
              </a:bodyPr>
              <a:lstStyle/>
              <a:p>
                <a:pPr marL="457200" indent="-457200">
                  <a:buFont typeface="+mj-lt"/>
                  <a:buAutoNum type="arabicPeriod"/>
                </a:pPr>
                <a14:m>
                  <m:oMath xmlns:m="http://schemas.openxmlformats.org/officeDocument/2006/math">
                    <m:r>
                      <a:rPr lang="en-US" sz="2000" i="1">
                        <a:latin typeface="Cambria Math" panose="02040503050406030204" pitchFamily="18" charset="0"/>
                        <a:ea typeface="Verdana" charset="0"/>
                        <a:cs typeface="Verdana" charset="0"/>
                      </a:rPr>
                      <m:t>∆</m:t>
                    </m:r>
                    <m:r>
                      <a:rPr lang="en-US" sz="2000" i="1">
                        <a:latin typeface="Cambria Math" panose="02040503050406030204" pitchFamily="18" charset="0"/>
                        <a:ea typeface="Verdana" charset="0"/>
                        <a:cs typeface="Verdana" charset="0"/>
                      </a:rPr>
                      <m:t>𝐾𝐹𝑅</m:t>
                    </m:r>
                  </m:oMath>
                </a14:m>
                <a:r>
                  <a:rPr lang="en-US" sz="2000" dirty="0">
                    <a:latin typeface="Verdana" charset="0"/>
                    <a:ea typeface="Verdana" charset="0"/>
                    <a:cs typeface="Verdana" charset="0"/>
                  </a:rPr>
                  <a:t> is shown. </a:t>
                </a:r>
                <a14:m>
                  <m:oMath xmlns:m="http://schemas.openxmlformats.org/officeDocument/2006/math">
                    <m:r>
                      <a:rPr lang="en-US" sz="2000" i="1">
                        <a:latin typeface="Cambria Math" panose="02040503050406030204" pitchFamily="18" charset="0"/>
                        <a:ea typeface="Verdana" charset="0"/>
                        <a:cs typeface="Verdana" charset="0"/>
                      </a:rPr>
                      <m:t>𝐾𝐹</m:t>
                    </m:r>
                    <m:r>
                      <a:rPr lang="en-US" sz="2000" i="1">
                        <a:latin typeface="Cambria Math" panose="02040503050406030204" pitchFamily="18" charset="0"/>
                        <a:ea typeface="Verdana" charset="0"/>
                        <a:cs typeface="Verdana" charset="0"/>
                      </a:rPr>
                      <m:t>=15,  </m:t>
                    </m:r>
                    <m:r>
                      <a:rPr lang="en-US" sz="2000" i="1">
                        <a:latin typeface="Cambria Math" panose="02040503050406030204" pitchFamily="18" charset="0"/>
                        <a:ea typeface="Verdana" charset="0"/>
                        <a:cs typeface="Verdana" charset="0"/>
                      </a:rPr>
                      <m:t>𝐹𝑅</m:t>
                    </m:r>
                    <m:r>
                      <a:rPr lang="en-US" sz="2000" i="1">
                        <a:latin typeface="Cambria Math" panose="02040503050406030204" pitchFamily="18" charset="0"/>
                        <a:ea typeface="Verdana" charset="0"/>
                        <a:cs typeface="Verdana" charset="0"/>
                      </a:rPr>
                      <m:t>=9,</m:t>
                    </m:r>
                  </m:oMath>
                </a14:m>
                <a:r>
                  <a:rPr lang="en-US" sz="2000" dirty="0">
                    <a:latin typeface="Verdana" charset="0"/>
                    <a:ea typeface="Verdana" charset="0"/>
                    <a:cs typeface="Verdana" charset="0"/>
                  </a:rPr>
                  <a:t> and </a:t>
                </a:r>
                <a14:m>
                  <m:oMath xmlns:m="http://schemas.openxmlformats.org/officeDocument/2006/math">
                    <m:r>
                      <a:rPr lang="en-US" sz="2000" i="1">
                        <a:latin typeface="Cambria Math" panose="02040503050406030204" pitchFamily="18" charset="0"/>
                        <a:ea typeface="Verdana" charset="0"/>
                        <a:cs typeface="Verdana" charset="0"/>
                      </a:rPr>
                      <m:t>𝐾𝑅</m:t>
                    </m:r>
                    <m:r>
                      <a:rPr lang="en-US" sz="2000" i="1">
                        <a:latin typeface="Cambria Math" panose="02040503050406030204" pitchFamily="18" charset="0"/>
                        <a:ea typeface="Verdana" charset="0"/>
                        <a:cs typeface="Verdana" charset="0"/>
                      </a:rPr>
                      <m:t>=10</m:t>
                    </m:r>
                  </m:oMath>
                </a14:m>
                <a:r>
                  <a:rPr lang="en-US" sz="2000" dirty="0">
                    <a:latin typeface="Verdana" charset="0"/>
                    <a:ea typeface="Verdana" charset="0"/>
                    <a:cs typeface="Verdana" charset="0"/>
                  </a:rPr>
                  <a:t>. Find the missing angles. </a:t>
                </a:r>
              </a:p>
            </p:txBody>
          </p:sp>
        </mc:Choice>
        <mc:Fallback xmlns="">
          <p:sp>
            <p:nvSpPr>
              <p:cNvPr id="10" name="TextBox 9">
                <a:extLst>
                  <a:ext uri="{FF2B5EF4-FFF2-40B4-BE49-F238E27FC236}">
                    <a16:creationId xmlns:a16="http://schemas.microsoft.com/office/drawing/2014/main" id="{31D40250-DEDD-2C41-8538-3D4DD18CCC4A}"/>
                  </a:ext>
                </a:extLst>
              </p:cNvPr>
              <p:cNvSpPr txBox="1">
                <a:spLocks noRot="1" noChangeAspect="1" noMove="1" noResize="1" noEditPoints="1" noAdjustHandles="1" noChangeArrowheads="1" noChangeShapeType="1" noTextEdit="1"/>
              </p:cNvSpPr>
              <p:nvPr/>
            </p:nvSpPr>
            <p:spPr>
              <a:xfrm>
                <a:off x="550516" y="1386149"/>
                <a:ext cx="10407536" cy="400110"/>
              </a:xfrm>
              <a:prstGeom prst="rect">
                <a:avLst/>
              </a:prstGeom>
              <a:blipFill>
                <a:blip r:embed="rId5"/>
                <a:stretch>
                  <a:fillRect l="-585" t="-7576" b="-25758"/>
                </a:stretch>
              </a:blipFill>
            </p:spPr>
            <p:txBody>
              <a:bodyPr/>
              <a:lstStyle/>
              <a:p>
                <a:r>
                  <a:rPr lang="en-US">
                    <a:noFill/>
                  </a:rPr>
                  <a:t> </a:t>
                </a:r>
              </a:p>
            </p:txBody>
          </p:sp>
        </mc:Fallback>
      </mc:AlternateContent>
      <p:sp>
        <p:nvSpPr>
          <p:cNvPr id="9" name="Google Shape;278;g104476d1465_1_17">
            <a:extLst>
              <a:ext uri="{FF2B5EF4-FFF2-40B4-BE49-F238E27FC236}">
                <a16:creationId xmlns:a16="http://schemas.microsoft.com/office/drawing/2014/main" id="{DC83FE6C-2A92-0840-AA21-B0B38F631C93}"/>
              </a:ext>
            </a:extLst>
          </p:cNvPr>
          <p:cNvSpPr/>
          <p:nvPr/>
        </p:nvSpPr>
        <p:spPr>
          <a:xfrm>
            <a:off x="0" y="-8101"/>
            <a:ext cx="223200" cy="6866100"/>
          </a:xfrm>
          <a:prstGeom prst="rect">
            <a:avLst/>
          </a:prstGeom>
          <a:solidFill>
            <a:srgbClr val="41BFAC"/>
          </a:solidFill>
          <a:ln w="9525" cap="flat" cmpd="sng">
            <a:solidFill>
              <a:srgbClr val="41BFAC"/>
            </a:solidFill>
            <a:prstDash val="solid"/>
            <a:round/>
            <a:headEnd type="none" w="sm" len="sm"/>
            <a:tailEnd type="none" w="sm" len="sm"/>
          </a:ln>
          <a:effectLst>
            <a:outerShdw blurRad="57150" dist="19050" dir="5400000" algn="bl" rotWithShape="0">
              <a:srgbClr val="000000">
                <a:alpha val="50000"/>
              </a:srgbClr>
            </a:outerShdw>
          </a:effectLst>
        </p:spPr>
        <p:txBody>
          <a:bodyPr spcFirstLastPara="1" wrap="square" lIns="91425" tIns="91425" rIns="91425" bIns="91425" anchor="ctr" anchorCtr="0">
            <a:noAutofit/>
          </a:bodyPr>
          <a:lstStyle/>
          <a:p>
            <a:endParaRPr dirty="0">
              <a:highlight>
                <a:srgbClr val="FFFF00"/>
              </a:highlight>
            </a:endParaRPr>
          </a:p>
        </p:txBody>
      </p:sp>
      <mc:AlternateContent xmlns:mc="http://schemas.openxmlformats.org/markup-compatibility/2006" xmlns:a14="http://schemas.microsoft.com/office/drawing/2010/main">
        <mc:Choice Requires="a14">
          <p:graphicFrame>
            <p:nvGraphicFramePr>
              <p:cNvPr id="2" name="Table 1"/>
              <p:cNvGraphicFramePr>
                <a:graphicFrameLocks noGrp="1"/>
              </p:cNvGraphicFramePr>
              <p:nvPr>
                <p:extLst>
                  <p:ext uri="{D42A27DB-BD31-4B8C-83A1-F6EECF244321}">
                    <p14:modId xmlns:p14="http://schemas.microsoft.com/office/powerpoint/2010/main" val="3837641210"/>
                  </p:ext>
                </p:extLst>
              </p:nvPr>
            </p:nvGraphicFramePr>
            <p:xfrm>
              <a:off x="635014" y="2387677"/>
              <a:ext cx="4234833" cy="2384181"/>
            </p:xfrm>
            <a:graphic>
              <a:graphicData uri="http://schemas.openxmlformats.org/drawingml/2006/table">
                <a:tbl>
                  <a:tblPr firstRow="1" firstCol="1" bandRow="1"/>
                  <a:tblGrid>
                    <a:gridCol w="1975748">
                      <a:extLst>
                        <a:ext uri="{9D8B030D-6E8A-4147-A177-3AD203B41FA5}">
                          <a16:colId xmlns:a16="http://schemas.microsoft.com/office/drawing/2014/main" val="20000"/>
                        </a:ext>
                      </a:extLst>
                    </a:gridCol>
                    <a:gridCol w="2259085">
                      <a:extLst>
                        <a:ext uri="{9D8B030D-6E8A-4147-A177-3AD203B41FA5}">
                          <a16:colId xmlns:a16="http://schemas.microsoft.com/office/drawing/2014/main" val="20001"/>
                        </a:ext>
                      </a:extLst>
                    </a:gridCol>
                  </a:tblGrid>
                  <a:tr h="497538">
                    <a:tc>
                      <a:txBody>
                        <a:bodyPr/>
                        <a:lstStyle/>
                        <a:p>
                          <a:pPr marL="0" marR="0" algn="ctr">
                            <a:spcBef>
                              <a:spcPts val="0"/>
                            </a:spcBef>
                            <a:spcAft>
                              <a:spcPts val="0"/>
                            </a:spcAft>
                          </a:pPr>
                          <a:r>
                            <a:rPr lang="en-US" sz="2000" b="1" dirty="0">
                              <a:effectLst/>
                              <a:latin typeface="Verdana" charset="0"/>
                              <a:ea typeface="Verdana" charset="0"/>
                              <a:cs typeface="Verdana" charset="0"/>
                            </a:rPr>
                            <a:t>Angle</a:t>
                          </a:r>
                          <a:endParaRPr lang="en-US" sz="2000" dirty="0">
                            <a:effectLst/>
                            <a:latin typeface="Verdana" charset="0"/>
                            <a:ea typeface="Verdana" charset="0"/>
                            <a:cs typeface="Verdana" charset="0"/>
                          </a:endParaRPr>
                        </a:p>
                      </a:txBody>
                      <a:tcPr marL="68580" marR="6858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rgbClr val="BFBFBF"/>
                        </a:solidFill>
                      </a:tcPr>
                    </a:tc>
                    <a:tc>
                      <a:txBody>
                        <a:bodyPr/>
                        <a:lstStyle/>
                        <a:p>
                          <a:pPr marL="0" marR="0" algn="ctr">
                            <a:spcBef>
                              <a:spcPts val="0"/>
                            </a:spcBef>
                            <a:spcAft>
                              <a:spcPts val="0"/>
                            </a:spcAft>
                          </a:pPr>
                          <a:r>
                            <a:rPr lang="en-US" sz="2000" b="1">
                              <a:effectLst/>
                              <a:latin typeface="Verdana" charset="0"/>
                              <a:ea typeface="Verdana" charset="0"/>
                              <a:cs typeface="Verdana" charset="0"/>
                            </a:rPr>
                            <a:t>Measurement</a:t>
                          </a:r>
                          <a:endParaRPr lang="en-US" sz="2000">
                            <a:effectLst/>
                            <a:latin typeface="Verdana" charset="0"/>
                            <a:ea typeface="Verdana" charset="0"/>
                            <a:cs typeface="Verdana" charset="0"/>
                          </a:endParaRPr>
                        </a:p>
                      </a:txBody>
                      <a:tcPr marL="68580" marR="6858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rgbClr val="BFBFBF"/>
                        </a:solidFill>
                      </a:tcPr>
                    </a:tc>
                    <a:extLst>
                      <a:ext uri="{0D108BD9-81ED-4DB2-BD59-A6C34878D82A}">
                        <a16:rowId xmlns:a16="http://schemas.microsoft.com/office/drawing/2014/main" val="10000"/>
                      </a:ext>
                    </a:extLst>
                  </a:tr>
                  <a:tr h="628881">
                    <a:tc>
                      <a:txBody>
                        <a:bodyPr/>
                        <a:lstStyle/>
                        <a:p>
                          <a:pPr marL="0" marR="0" algn="ctr">
                            <a:spcBef>
                              <a:spcPts val="0"/>
                            </a:spcBef>
                            <a:spcAft>
                              <a:spcPts val="0"/>
                            </a:spcAft>
                          </a:pPr>
                          <a14:m>
                            <m:oMathPara xmlns:m="http://schemas.openxmlformats.org/officeDocument/2006/math">
                              <m:oMathParaPr>
                                <m:jc m:val="centerGroup"/>
                              </m:oMathParaPr>
                              <m:oMath xmlns:m="http://schemas.openxmlformats.org/officeDocument/2006/math">
                                <m:r>
                                  <a:rPr lang="en-US" sz="2000" i="1">
                                    <a:effectLst/>
                                    <a:latin typeface="Cambria Math" charset="0"/>
                                    <a:ea typeface="Verdana" charset="0"/>
                                    <a:cs typeface="Verdana" charset="0"/>
                                  </a:rPr>
                                  <m:t>∠</m:t>
                                </m:r>
                                <m:r>
                                  <a:rPr lang="en-US" sz="2000" i="1">
                                    <a:effectLst/>
                                    <a:latin typeface="Cambria Math" charset="0"/>
                                    <a:ea typeface="Verdana" charset="0"/>
                                    <a:cs typeface="Verdana" charset="0"/>
                                  </a:rPr>
                                  <m:t>𝐹</m:t>
                                </m:r>
                              </m:oMath>
                            </m:oMathPara>
                          </a14:m>
                          <a:endParaRPr lang="en-US" sz="2000">
                            <a:effectLst/>
                            <a:latin typeface="Verdana" charset="0"/>
                            <a:ea typeface="Verdana" charset="0"/>
                            <a:cs typeface="Verdana" charset="0"/>
                          </a:endParaRPr>
                        </a:p>
                      </a:txBody>
                      <a:tcPr marL="68580" marR="6858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marL="0" marR="0" algn="ctr">
                            <a:spcBef>
                              <a:spcPts val="0"/>
                            </a:spcBef>
                            <a:spcAft>
                              <a:spcPts val="0"/>
                            </a:spcAft>
                          </a:pPr>
                          <a:r>
                            <a:rPr lang="en-US" sz="2000" b="1">
                              <a:effectLst/>
                              <a:latin typeface="Verdana" charset="0"/>
                              <a:ea typeface="Verdana" charset="0"/>
                              <a:cs typeface="Verdana" charset="0"/>
                            </a:rPr>
                            <a:t> </a:t>
                          </a:r>
                          <a:endParaRPr lang="en-US" sz="2000">
                            <a:effectLst/>
                            <a:latin typeface="Verdana" charset="0"/>
                            <a:ea typeface="Verdana" charset="0"/>
                            <a:cs typeface="Verdana" charset="0"/>
                          </a:endParaRPr>
                        </a:p>
                      </a:txBody>
                      <a:tcPr marL="68580" marR="6858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extLst>
                      <a:ext uri="{0D108BD9-81ED-4DB2-BD59-A6C34878D82A}">
                        <a16:rowId xmlns:a16="http://schemas.microsoft.com/office/drawing/2014/main" val="10001"/>
                      </a:ext>
                    </a:extLst>
                  </a:tr>
                  <a:tr h="628881">
                    <a:tc>
                      <a:txBody>
                        <a:bodyPr/>
                        <a:lstStyle/>
                        <a:p>
                          <a:pPr marL="0" marR="0" algn="ctr">
                            <a:spcBef>
                              <a:spcPts val="0"/>
                            </a:spcBef>
                            <a:spcAft>
                              <a:spcPts val="0"/>
                            </a:spcAft>
                          </a:pPr>
                          <a14:m>
                            <m:oMathPara xmlns:m="http://schemas.openxmlformats.org/officeDocument/2006/math">
                              <m:oMathParaPr>
                                <m:jc m:val="centerGroup"/>
                              </m:oMathParaPr>
                              <m:oMath xmlns:m="http://schemas.openxmlformats.org/officeDocument/2006/math">
                                <m:r>
                                  <a:rPr lang="en-US" sz="2000" i="1">
                                    <a:effectLst/>
                                    <a:latin typeface="Cambria Math" charset="0"/>
                                    <a:ea typeface="Verdana" charset="0"/>
                                    <a:cs typeface="Verdana" charset="0"/>
                                  </a:rPr>
                                  <m:t>∠</m:t>
                                </m:r>
                                <m:r>
                                  <a:rPr lang="en-US" sz="2000" i="1">
                                    <a:effectLst/>
                                    <a:latin typeface="Cambria Math" charset="0"/>
                                    <a:ea typeface="Verdana" charset="0"/>
                                    <a:cs typeface="Verdana" charset="0"/>
                                  </a:rPr>
                                  <m:t>𝐾</m:t>
                                </m:r>
                              </m:oMath>
                            </m:oMathPara>
                          </a14:m>
                          <a:endParaRPr lang="en-US" sz="2000">
                            <a:effectLst/>
                            <a:latin typeface="Verdana" charset="0"/>
                            <a:ea typeface="Verdana" charset="0"/>
                            <a:cs typeface="Verdana" charset="0"/>
                          </a:endParaRPr>
                        </a:p>
                      </a:txBody>
                      <a:tcPr marL="68580" marR="6858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marL="0" marR="0" algn="ctr">
                            <a:spcBef>
                              <a:spcPts val="0"/>
                            </a:spcBef>
                            <a:spcAft>
                              <a:spcPts val="0"/>
                            </a:spcAft>
                          </a:pPr>
                          <a:r>
                            <a:rPr lang="en-US" sz="2000" b="1">
                              <a:effectLst/>
                              <a:latin typeface="Verdana" charset="0"/>
                              <a:ea typeface="Verdana" charset="0"/>
                              <a:cs typeface="Verdana" charset="0"/>
                            </a:rPr>
                            <a:t> </a:t>
                          </a:r>
                          <a:endParaRPr lang="en-US" sz="2000">
                            <a:effectLst/>
                            <a:latin typeface="Verdana" charset="0"/>
                            <a:ea typeface="Verdana" charset="0"/>
                            <a:cs typeface="Verdana" charset="0"/>
                          </a:endParaRPr>
                        </a:p>
                      </a:txBody>
                      <a:tcPr marL="68580" marR="6858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extLst>
                      <a:ext uri="{0D108BD9-81ED-4DB2-BD59-A6C34878D82A}">
                        <a16:rowId xmlns:a16="http://schemas.microsoft.com/office/drawing/2014/main" val="10002"/>
                      </a:ext>
                    </a:extLst>
                  </a:tr>
                  <a:tr h="628881">
                    <a:tc>
                      <a:txBody>
                        <a:bodyPr/>
                        <a:lstStyle/>
                        <a:p>
                          <a:pPr marL="0" marR="0" algn="ctr">
                            <a:spcBef>
                              <a:spcPts val="0"/>
                            </a:spcBef>
                            <a:spcAft>
                              <a:spcPts val="0"/>
                            </a:spcAft>
                          </a:pPr>
                          <a14:m>
                            <m:oMathPara xmlns:m="http://schemas.openxmlformats.org/officeDocument/2006/math">
                              <m:oMathParaPr>
                                <m:jc m:val="centerGroup"/>
                              </m:oMathParaPr>
                              <m:oMath xmlns:m="http://schemas.openxmlformats.org/officeDocument/2006/math">
                                <m:r>
                                  <a:rPr lang="en-US" sz="2000" i="1">
                                    <a:effectLst/>
                                    <a:latin typeface="Cambria Math" charset="0"/>
                                    <a:ea typeface="Verdana" charset="0"/>
                                    <a:cs typeface="Verdana" charset="0"/>
                                  </a:rPr>
                                  <m:t>∠</m:t>
                                </m:r>
                                <m:r>
                                  <a:rPr lang="en-US" sz="2000" i="1">
                                    <a:effectLst/>
                                    <a:latin typeface="Cambria Math" charset="0"/>
                                    <a:ea typeface="Verdana" charset="0"/>
                                    <a:cs typeface="Verdana" charset="0"/>
                                  </a:rPr>
                                  <m:t>𝑅</m:t>
                                </m:r>
                              </m:oMath>
                            </m:oMathPara>
                          </a14:m>
                          <a:endParaRPr lang="en-US" sz="2000">
                            <a:effectLst/>
                            <a:latin typeface="Verdana" charset="0"/>
                            <a:ea typeface="Verdana" charset="0"/>
                            <a:cs typeface="Verdana" charset="0"/>
                          </a:endParaRPr>
                        </a:p>
                      </a:txBody>
                      <a:tcPr marL="68580" marR="6858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marL="0" marR="0" algn="ctr">
                            <a:spcBef>
                              <a:spcPts val="0"/>
                            </a:spcBef>
                            <a:spcAft>
                              <a:spcPts val="0"/>
                            </a:spcAft>
                          </a:pPr>
                          <a:r>
                            <a:rPr lang="en-US" sz="2000" b="1" dirty="0">
                              <a:effectLst/>
                              <a:latin typeface="Verdana" charset="0"/>
                              <a:ea typeface="Verdana" charset="0"/>
                              <a:cs typeface="Verdana" charset="0"/>
                            </a:rPr>
                            <a:t> </a:t>
                          </a:r>
                          <a:endParaRPr lang="en-US" sz="2000" dirty="0">
                            <a:effectLst/>
                            <a:latin typeface="Verdana" charset="0"/>
                            <a:ea typeface="Verdana" charset="0"/>
                            <a:cs typeface="Verdana" charset="0"/>
                          </a:endParaRPr>
                        </a:p>
                      </a:txBody>
                      <a:tcPr marL="68580" marR="6858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extLst>
                      <a:ext uri="{0D108BD9-81ED-4DB2-BD59-A6C34878D82A}">
                        <a16:rowId xmlns:a16="http://schemas.microsoft.com/office/drawing/2014/main" val="10003"/>
                      </a:ext>
                    </a:extLst>
                  </a:tr>
                </a:tbl>
              </a:graphicData>
            </a:graphic>
          </p:graphicFrame>
        </mc:Choice>
        <mc:Fallback xmlns="">
          <p:graphicFrame>
            <p:nvGraphicFramePr>
              <p:cNvPr id="2" name="Table 1"/>
              <p:cNvGraphicFramePr>
                <a:graphicFrameLocks noGrp="1"/>
              </p:cNvGraphicFramePr>
              <p:nvPr>
                <p:extLst>
                  <p:ext uri="{D42A27DB-BD31-4B8C-83A1-F6EECF244321}">
                    <p14:modId xmlns:p14="http://schemas.microsoft.com/office/powerpoint/2010/main" val="3837641210"/>
                  </p:ext>
                </p:extLst>
              </p:nvPr>
            </p:nvGraphicFramePr>
            <p:xfrm>
              <a:off x="635014" y="2387677"/>
              <a:ext cx="4234833" cy="2384181"/>
            </p:xfrm>
            <a:graphic>
              <a:graphicData uri="http://schemas.openxmlformats.org/drawingml/2006/table">
                <a:tbl>
                  <a:tblPr firstRow="1" firstCol="1" bandRow="1"/>
                  <a:tblGrid>
                    <a:gridCol w="1975748">
                      <a:extLst>
                        <a:ext uri="{9D8B030D-6E8A-4147-A177-3AD203B41FA5}">
                          <a16:colId xmlns:a16="http://schemas.microsoft.com/office/drawing/2014/main" val="20000"/>
                        </a:ext>
                      </a:extLst>
                    </a:gridCol>
                    <a:gridCol w="2259085">
                      <a:extLst>
                        <a:ext uri="{9D8B030D-6E8A-4147-A177-3AD203B41FA5}">
                          <a16:colId xmlns:a16="http://schemas.microsoft.com/office/drawing/2014/main" val="20001"/>
                        </a:ext>
                      </a:extLst>
                    </a:gridCol>
                  </a:tblGrid>
                  <a:tr h="497538">
                    <a:tc>
                      <a:txBody>
                        <a:bodyPr/>
                        <a:lstStyle/>
                        <a:p>
                          <a:pPr marL="0" marR="0" algn="ctr">
                            <a:spcBef>
                              <a:spcPts val="0"/>
                            </a:spcBef>
                            <a:spcAft>
                              <a:spcPts val="0"/>
                            </a:spcAft>
                          </a:pPr>
                          <a:r>
                            <a:rPr lang="en-US" sz="2000" b="1" dirty="0">
                              <a:effectLst/>
                              <a:latin typeface="Verdana" charset="0"/>
                              <a:ea typeface="Verdana" charset="0"/>
                              <a:cs typeface="Verdana" charset="0"/>
                            </a:rPr>
                            <a:t>Angle</a:t>
                          </a:r>
                          <a:endParaRPr lang="en-US" sz="2000" dirty="0">
                            <a:effectLst/>
                            <a:latin typeface="Verdana" charset="0"/>
                            <a:ea typeface="Verdana" charset="0"/>
                            <a:cs typeface="Verdana" charset="0"/>
                          </a:endParaRPr>
                        </a:p>
                      </a:txBody>
                      <a:tcPr marL="68580" marR="6858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rgbClr val="BFBFBF"/>
                        </a:solidFill>
                      </a:tcPr>
                    </a:tc>
                    <a:tc>
                      <a:txBody>
                        <a:bodyPr/>
                        <a:lstStyle/>
                        <a:p>
                          <a:pPr marL="0" marR="0" algn="ctr">
                            <a:spcBef>
                              <a:spcPts val="0"/>
                            </a:spcBef>
                            <a:spcAft>
                              <a:spcPts val="0"/>
                            </a:spcAft>
                          </a:pPr>
                          <a:r>
                            <a:rPr lang="en-US" sz="2000" b="1">
                              <a:effectLst/>
                              <a:latin typeface="Verdana" charset="0"/>
                              <a:ea typeface="Verdana" charset="0"/>
                              <a:cs typeface="Verdana" charset="0"/>
                            </a:rPr>
                            <a:t>Measurement</a:t>
                          </a:r>
                          <a:endParaRPr lang="en-US" sz="2000">
                            <a:effectLst/>
                            <a:latin typeface="Verdana" charset="0"/>
                            <a:ea typeface="Verdana" charset="0"/>
                            <a:cs typeface="Verdana" charset="0"/>
                          </a:endParaRPr>
                        </a:p>
                      </a:txBody>
                      <a:tcPr marL="68580" marR="6858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rgbClr val="BFBFBF"/>
                        </a:solidFill>
                      </a:tcPr>
                    </a:tc>
                    <a:extLst>
                      <a:ext uri="{0D108BD9-81ED-4DB2-BD59-A6C34878D82A}">
                        <a16:rowId xmlns:a16="http://schemas.microsoft.com/office/drawing/2014/main" val="10000"/>
                      </a:ext>
                    </a:extLst>
                  </a:tr>
                  <a:tr h="628881">
                    <a:tc>
                      <a:txBody>
                        <a:bodyPr/>
                        <a:lstStyle/>
                        <a:p>
                          <a:endParaRPr lang="en-US"/>
                        </a:p>
                      </a:txBody>
                      <a:tcPr marL="68580" marR="6858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blipFill>
                          <a:blip r:embed="rId6"/>
                          <a:stretch>
                            <a:fillRect l="-309" t="-80583" r="-115123" b="-202913"/>
                          </a:stretch>
                        </a:blipFill>
                      </a:tcPr>
                    </a:tc>
                    <a:tc>
                      <a:txBody>
                        <a:bodyPr/>
                        <a:lstStyle/>
                        <a:p>
                          <a:pPr marL="0" marR="0" algn="ctr">
                            <a:spcBef>
                              <a:spcPts val="0"/>
                            </a:spcBef>
                            <a:spcAft>
                              <a:spcPts val="0"/>
                            </a:spcAft>
                          </a:pPr>
                          <a:r>
                            <a:rPr lang="en-US" sz="2000" b="1">
                              <a:effectLst/>
                              <a:latin typeface="Verdana" charset="0"/>
                              <a:ea typeface="Verdana" charset="0"/>
                              <a:cs typeface="Verdana" charset="0"/>
                            </a:rPr>
                            <a:t> </a:t>
                          </a:r>
                          <a:endParaRPr lang="en-US" sz="2000">
                            <a:effectLst/>
                            <a:latin typeface="Verdana" charset="0"/>
                            <a:ea typeface="Verdana" charset="0"/>
                            <a:cs typeface="Verdana" charset="0"/>
                          </a:endParaRPr>
                        </a:p>
                      </a:txBody>
                      <a:tcPr marL="68580" marR="6858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extLst>
                      <a:ext uri="{0D108BD9-81ED-4DB2-BD59-A6C34878D82A}">
                        <a16:rowId xmlns:a16="http://schemas.microsoft.com/office/drawing/2014/main" val="10001"/>
                      </a:ext>
                    </a:extLst>
                  </a:tr>
                  <a:tr h="628881">
                    <a:tc>
                      <a:txBody>
                        <a:bodyPr/>
                        <a:lstStyle/>
                        <a:p>
                          <a:endParaRPr lang="en-US"/>
                        </a:p>
                      </a:txBody>
                      <a:tcPr marL="68580" marR="6858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blipFill>
                          <a:blip r:embed="rId6"/>
                          <a:stretch>
                            <a:fillRect l="-309" t="-178846" r="-115123" b="-100962"/>
                          </a:stretch>
                        </a:blipFill>
                      </a:tcPr>
                    </a:tc>
                    <a:tc>
                      <a:txBody>
                        <a:bodyPr/>
                        <a:lstStyle/>
                        <a:p>
                          <a:pPr marL="0" marR="0" algn="ctr">
                            <a:spcBef>
                              <a:spcPts val="0"/>
                            </a:spcBef>
                            <a:spcAft>
                              <a:spcPts val="0"/>
                            </a:spcAft>
                          </a:pPr>
                          <a:r>
                            <a:rPr lang="en-US" sz="2000" b="1">
                              <a:effectLst/>
                              <a:latin typeface="Verdana" charset="0"/>
                              <a:ea typeface="Verdana" charset="0"/>
                              <a:cs typeface="Verdana" charset="0"/>
                            </a:rPr>
                            <a:t> </a:t>
                          </a:r>
                          <a:endParaRPr lang="en-US" sz="2000">
                            <a:effectLst/>
                            <a:latin typeface="Verdana" charset="0"/>
                            <a:ea typeface="Verdana" charset="0"/>
                            <a:cs typeface="Verdana" charset="0"/>
                          </a:endParaRPr>
                        </a:p>
                      </a:txBody>
                      <a:tcPr marL="68580" marR="6858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extLst>
                      <a:ext uri="{0D108BD9-81ED-4DB2-BD59-A6C34878D82A}">
                        <a16:rowId xmlns:a16="http://schemas.microsoft.com/office/drawing/2014/main" val="10002"/>
                      </a:ext>
                    </a:extLst>
                  </a:tr>
                  <a:tr h="628881">
                    <a:tc>
                      <a:txBody>
                        <a:bodyPr/>
                        <a:lstStyle/>
                        <a:p>
                          <a:endParaRPr lang="en-US"/>
                        </a:p>
                      </a:txBody>
                      <a:tcPr marL="68580" marR="6858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blipFill>
                          <a:blip r:embed="rId6"/>
                          <a:stretch>
                            <a:fillRect l="-309" t="-281553" r="-115123" b="-1942"/>
                          </a:stretch>
                        </a:blipFill>
                      </a:tcPr>
                    </a:tc>
                    <a:tc>
                      <a:txBody>
                        <a:bodyPr/>
                        <a:lstStyle/>
                        <a:p>
                          <a:pPr marL="0" marR="0" algn="ctr">
                            <a:spcBef>
                              <a:spcPts val="0"/>
                            </a:spcBef>
                            <a:spcAft>
                              <a:spcPts val="0"/>
                            </a:spcAft>
                          </a:pPr>
                          <a:r>
                            <a:rPr lang="en-US" sz="2000" b="1" dirty="0">
                              <a:effectLst/>
                              <a:latin typeface="Verdana" charset="0"/>
                              <a:ea typeface="Verdana" charset="0"/>
                              <a:cs typeface="Verdana" charset="0"/>
                            </a:rPr>
                            <a:t> </a:t>
                          </a:r>
                          <a:endParaRPr lang="en-US" sz="2000" dirty="0">
                            <a:effectLst/>
                            <a:latin typeface="Verdana" charset="0"/>
                            <a:ea typeface="Verdana" charset="0"/>
                            <a:cs typeface="Verdana" charset="0"/>
                          </a:endParaRPr>
                        </a:p>
                      </a:txBody>
                      <a:tcPr marL="68580" marR="6858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extLst>
                      <a:ext uri="{0D108BD9-81ED-4DB2-BD59-A6C34878D82A}">
                        <a16:rowId xmlns:a16="http://schemas.microsoft.com/office/drawing/2014/main" val="10003"/>
                      </a:ext>
                    </a:extLst>
                  </a:tr>
                </a:tbl>
              </a:graphicData>
            </a:graphic>
          </p:graphicFrame>
        </mc:Fallback>
      </mc:AlternateContent>
      <p:pic>
        <p:nvPicPr>
          <p:cNvPr id="3" name="Picture 2"/>
          <p:cNvPicPr>
            <a:picLocks noChangeAspect="1"/>
          </p:cNvPicPr>
          <p:nvPr/>
        </p:nvPicPr>
        <p:blipFill>
          <a:blip r:embed="rId7" cstate="screen">
            <a:extLst>
              <a:ext uri="{28A0092B-C50C-407E-A947-70E740481C1C}">
                <a14:useLocalDpi xmlns:a14="http://schemas.microsoft.com/office/drawing/2010/main"/>
              </a:ext>
            </a:extLst>
          </a:blip>
          <a:stretch>
            <a:fillRect/>
          </a:stretch>
        </p:blipFill>
        <p:spPr>
          <a:xfrm>
            <a:off x="5158510" y="2479659"/>
            <a:ext cx="3719143" cy="2200214"/>
          </a:xfrm>
          <a:prstGeom prst="rect">
            <a:avLst/>
          </a:prstGeom>
        </p:spPr>
      </p:pic>
    </p:spTree>
    <p:extLst>
      <p:ext uri="{BB962C8B-B14F-4D97-AF65-F5344CB8AC3E}">
        <p14:creationId xmlns:p14="http://schemas.microsoft.com/office/powerpoint/2010/main" val="1908114961"/>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Shape 277"/>
        <p:cNvGrpSpPr/>
        <p:nvPr/>
      </p:nvGrpSpPr>
      <p:grpSpPr>
        <a:xfrm>
          <a:off x="0" y="0"/>
          <a:ext cx="0" cy="0"/>
          <a:chOff x="0" y="0"/>
          <a:chExt cx="0" cy="0"/>
        </a:xfrm>
      </p:grpSpPr>
      <p:pic>
        <p:nvPicPr>
          <p:cNvPr id="283" name="Google Shape;283;g104476d1465_1_17"/>
          <p:cNvPicPr preferRelativeResize="0"/>
          <p:nvPr/>
        </p:nvPicPr>
        <p:blipFill>
          <a:blip r:embed="rId3" cstate="screen">
            <a:alphaModFix/>
            <a:extLst>
              <a:ext uri="{28A0092B-C50C-407E-A947-70E740481C1C}">
                <a14:useLocalDpi xmlns:a14="http://schemas.microsoft.com/office/drawing/2010/main"/>
              </a:ext>
            </a:extLst>
          </a:blip>
          <a:stretch>
            <a:fillRect/>
          </a:stretch>
        </p:blipFill>
        <p:spPr>
          <a:xfrm>
            <a:off x="11612874" y="6200724"/>
            <a:ext cx="563850" cy="657276"/>
          </a:xfrm>
          <a:prstGeom prst="rect">
            <a:avLst/>
          </a:prstGeom>
          <a:noFill/>
          <a:ln>
            <a:noFill/>
          </a:ln>
          <a:effectLst>
            <a:outerShdw blurRad="57150" dist="19050" dir="5400000" algn="bl" rotWithShape="0">
              <a:srgbClr val="000000">
                <a:alpha val="50000"/>
              </a:srgbClr>
            </a:outerShdw>
          </a:effectLst>
        </p:spPr>
      </p:pic>
      <p:sp>
        <p:nvSpPr>
          <p:cNvPr id="12" name="Google Shape;282;g104476d1465_1_17">
            <a:extLst>
              <a:ext uri="{FF2B5EF4-FFF2-40B4-BE49-F238E27FC236}">
                <a16:creationId xmlns:a16="http://schemas.microsoft.com/office/drawing/2014/main" id="{647643F2-AA27-F54D-9B18-929351C91D74}"/>
              </a:ext>
            </a:extLst>
          </p:cNvPr>
          <p:cNvSpPr txBox="1"/>
          <p:nvPr/>
        </p:nvSpPr>
        <p:spPr>
          <a:xfrm>
            <a:off x="8874648" y="6457799"/>
            <a:ext cx="2634000" cy="400200"/>
          </a:xfrm>
          <a:prstGeom prst="rect">
            <a:avLst/>
          </a:prstGeom>
          <a:noFill/>
          <a:ln>
            <a:noFill/>
          </a:ln>
        </p:spPr>
        <p:txBody>
          <a:bodyPr spcFirstLastPara="1" wrap="square" lIns="91425" tIns="91425" rIns="91425" bIns="91425" anchor="t" anchorCtr="0">
            <a:spAutoFit/>
          </a:bodyPr>
          <a:lstStyle/>
          <a:p>
            <a:pPr lvl="0" algn="r"/>
            <a:r>
              <a:rPr lang="it-IT" i="1" dirty="0">
                <a:latin typeface="Calibri"/>
                <a:ea typeface="Calibri"/>
                <a:cs typeface="Calibri"/>
                <a:sym typeface="Calibri"/>
              </a:rPr>
              <a:t>volume 1, </a:t>
            </a:r>
            <a:r>
              <a:rPr lang="it-IT" i="1" dirty="0" err="1">
                <a:latin typeface="Calibri"/>
                <a:ea typeface="Calibri"/>
                <a:cs typeface="Calibri"/>
                <a:sym typeface="Calibri"/>
              </a:rPr>
              <a:t>pg</a:t>
            </a:r>
            <a:r>
              <a:rPr lang="it-IT" i="1" dirty="0">
                <a:latin typeface="Calibri"/>
                <a:ea typeface="Calibri"/>
                <a:cs typeface="Calibri"/>
                <a:sym typeface="Calibri"/>
              </a:rPr>
              <a:t>. 437</a:t>
            </a:r>
          </a:p>
        </p:txBody>
      </p:sp>
      <mc:AlternateContent xmlns:mc="http://schemas.openxmlformats.org/markup-compatibility/2006" xmlns:a14="http://schemas.microsoft.com/office/drawing/2010/main">
        <mc:Choice Requires="a14">
          <p:sp>
            <p:nvSpPr>
              <p:cNvPr id="14" name="TextBox 13">
                <a:extLst>
                  <a:ext uri="{FF2B5EF4-FFF2-40B4-BE49-F238E27FC236}">
                    <a16:creationId xmlns:a16="http://schemas.microsoft.com/office/drawing/2014/main" id="{2FA392D8-3ED3-7940-83A8-1451AA8A08D4}"/>
                  </a:ext>
                </a:extLst>
              </p:cNvPr>
              <p:cNvSpPr txBox="1"/>
              <p:nvPr/>
            </p:nvSpPr>
            <p:spPr>
              <a:xfrm>
                <a:off x="497832" y="528618"/>
                <a:ext cx="11010815" cy="1323439"/>
              </a:xfrm>
              <a:prstGeom prst="rect">
                <a:avLst/>
              </a:prstGeom>
              <a:noFill/>
            </p:spPr>
            <p:txBody>
              <a:bodyPr wrap="square" rtlCol="0">
                <a:spAutoFit/>
              </a:bodyPr>
              <a:lstStyle/>
              <a:p>
                <a:pPr marL="457200" indent="-457200">
                  <a:buFont typeface="+mj-lt"/>
                  <a:buAutoNum type="arabicPeriod" startAt="2"/>
                </a:pPr>
                <a:r>
                  <a:rPr lang="en-US" sz="2000" dirty="0">
                    <a:latin typeface="Verdana" charset="0"/>
                    <a:ea typeface="Verdana" charset="0"/>
                    <a:cs typeface="Verdana" charset="0"/>
                  </a:rPr>
                  <a:t>Two fishing boats begin traveling in the same direction from a port in Miami. One travels </a:t>
                </a:r>
                <a14:m>
                  <m:oMath xmlns:m="http://schemas.openxmlformats.org/officeDocument/2006/math">
                    <m:r>
                      <a:rPr lang="en-US" sz="2000" i="1">
                        <a:latin typeface="Cambria Math" charset="0"/>
                        <a:ea typeface="Verdana" charset="0"/>
                        <a:cs typeface="Verdana" charset="0"/>
                      </a:rPr>
                      <m:t>20</m:t>
                    </m:r>
                  </m:oMath>
                </a14:m>
                <a:r>
                  <a:rPr lang="en-US" sz="2000" dirty="0">
                    <a:latin typeface="Verdana" charset="0"/>
                    <a:ea typeface="Verdana" charset="0"/>
                    <a:cs typeface="Verdana" charset="0"/>
                  </a:rPr>
                  <a:t> nautical miles per hour on a bearing of </a:t>
                </a:r>
                <a14:m>
                  <m:oMath xmlns:m="http://schemas.openxmlformats.org/officeDocument/2006/math">
                    <m:r>
                      <a:rPr lang="en-US" sz="2000" i="1">
                        <a:latin typeface="Cambria Math" charset="0"/>
                        <a:ea typeface="Verdana" charset="0"/>
                        <a:cs typeface="Verdana" charset="0"/>
                      </a:rPr>
                      <m:t>30°</m:t>
                    </m:r>
                  </m:oMath>
                </a14:m>
                <a:r>
                  <a:rPr lang="en-US" sz="2000" dirty="0">
                    <a:latin typeface="Verdana" charset="0"/>
                    <a:ea typeface="Verdana" charset="0"/>
                    <a:cs typeface="Verdana" charset="0"/>
                  </a:rPr>
                  <a:t> and the other travels </a:t>
                </a:r>
                <a14:m>
                  <m:oMath xmlns:m="http://schemas.openxmlformats.org/officeDocument/2006/math">
                    <m:r>
                      <a:rPr lang="en-US" sz="2000" i="1">
                        <a:latin typeface="Cambria Math" charset="0"/>
                        <a:ea typeface="Verdana" charset="0"/>
                        <a:cs typeface="Verdana" charset="0"/>
                      </a:rPr>
                      <m:t>16 </m:t>
                    </m:r>
                  </m:oMath>
                </a14:m>
                <a:r>
                  <a:rPr lang="en-US" sz="2000" dirty="0">
                    <a:latin typeface="Verdana" charset="0"/>
                    <a:ea typeface="Verdana" charset="0"/>
                    <a:cs typeface="Verdana" charset="0"/>
                  </a:rPr>
                  <a:t>nautical miles per hour on a bearing of </a:t>
                </a:r>
                <a14:m>
                  <m:oMath xmlns:m="http://schemas.openxmlformats.org/officeDocument/2006/math">
                    <m:r>
                      <a:rPr lang="en-US" sz="2000" i="1">
                        <a:latin typeface="Cambria Math" charset="0"/>
                        <a:ea typeface="Verdana" charset="0"/>
                        <a:cs typeface="Verdana" charset="0"/>
                      </a:rPr>
                      <m:t>45°</m:t>
                    </m:r>
                  </m:oMath>
                </a14:m>
                <a:r>
                  <a:rPr lang="en-US" sz="2000" dirty="0">
                    <a:latin typeface="Verdana" charset="0"/>
                    <a:ea typeface="Verdana" charset="0"/>
                    <a:cs typeface="Verdana" charset="0"/>
                  </a:rPr>
                  <a:t>. Assuming each boat maintains its course and speed, how far apart will the fishing boats be after three hours?</a:t>
                </a:r>
              </a:p>
            </p:txBody>
          </p:sp>
        </mc:Choice>
        <mc:Fallback xmlns="">
          <p:sp>
            <p:nvSpPr>
              <p:cNvPr id="14" name="TextBox 13">
                <a:extLst>
                  <a:ext uri="{FF2B5EF4-FFF2-40B4-BE49-F238E27FC236}">
                    <a16:creationId xmlns:a16="http://schemas.microsoft.com/office/drawing/2014/main" id="{2FA392D8-3ED3-7940-83A8-1451AA8A08D4}"/>
                  </a:ext>
                </a:extLst>
              </p:cNvPr>
              <p:cNvSpPr txBox="1">
                <a:spLocks noRot="1" noChangeAspect="1" noMove="1" noResize="1" noEditPoints="1" noAdjustHandles="1" noChangeArrowheads="1" noChangeShapeType="1" noTextEdit="1"/>
              </p:cNvSpPr>
              <p:nvPr/>
            </p:nvSpPr>
            <p:spPr>
              <a:xfrm>
                <a:off x="497832" y="528618"/>
                <a:ext cx="11010815" cy="1323439"/>
              </a:xfrm>
              <a:prstGeom prst="rect">
                <a:avLst/>
              </a:prstGeom>
              <a:blipFill>
                <a:blip r:embed="rId4"/>
                <a:stretch>
                  <a:fillRect l="-609" t="-3226" r="-166" b="-7373"/>
                </a:stretch>
              </a:blipFill>
            </p:spPr>
            <p:txBody>
              <a:bodyPr/>
              <a:lstStyle/>
              <a:p>
                <a:r>
                  <a:rPr lang="en-US">
                    <a:noFill/>
                  </a:rPr>
                  <a:t> </a:t>
                </a:r>
              </a:p>
            </p:txBody>
          </p:sp>
        </mc:Fallback>
      </mc:AlternateContent>
      <p:sp>
        <p:nvSpPr>
          <p:cNvPr id="6" name="Google Shape;278;g104476d1465_1_17">
            <a:extLst>
              <a:ext uri="{FF2B5EF4-FFF2-40B4-BE49-F238E27FC236}">
                <a16:creationId xmlns:a16="http://schemas.microsoft.com/office/drawing/2014/main" id="{DCFC9A26-671E-2C45-82EC-8B136C03E0A5}"/>
              </a:ext>
            </a:extLst>
          </p:cNvPr>
          <p:cNvSpPr/>
          <p:nvPr/>
        </p:nvSpPr>
        <p:spPr>
          <a:xfrm>
            <a:off x="0" y="0"/>
            <a:ext cx="223200" cy="6866100"/>
          </a:xfrm>
          <a:prstGeom prst="rect">
            <a:avLst/>
          </a:prstGeom>
          <a:solidFill>
            <a:srgbClr val="41BFAC"/>
          </a:solidFill>
          <a:ln w="9525" cap="flat" cmpd="sng">
            <a:solidFill>
              <a:srgbClr val="41BFAC"/>
            </a:solidFill>
            <a:prstDash val="solid"/>
            <a:round/>
            <a:headEnd type="none" w="sm" len="sm"/>
            <a:tailEnd type="none" w="sm" len="sm"/>
          </a:ln>
          <a:effectLst>
            <a:outerShdw blurRad="57150" dist="19050" dir="5400000" algn="bl" rotWithShape="0">
              <a:srgbClr val="000000">
                <a:alpha val="50000"/>
              </a:srgbClr>
            </a:outerShdw>
          </a:effectLst>
        </p:spPr>
        <p:txBody>
          <a:bodyPr spcFirstLastPara="1" wrap="square" lIns="91425" tIns="91425" rIns="91425" bIns="91425" anchor="ctr" anchorCtr="0">
            <a:noAutofit/>
          </a:bodyPr>
          <a:lstStyle/>
          <a:p>
            <a:endParaRPr dirty="0">
              <a:highlight>
                <a:srgbClr val="FFFF00"/>
              </a:highlight>
            </a:endParaRPr>
          </a:p>
        </p:txBody>
      </p:sp>
    </p:spTree>
    <p:extLst>
      <p:ext uri="{BB962C8B-B14F-4D97-AF65-F5344CB8AC3E}">
        <p14:creationId xmlns:p14="http://schemas.microsoft.com/office/powerpoint/2010/main" val="1826553512"/>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Shape 308"/>
        <p:cNvGrpSpPr/>
        <p:nvPr/>
      </p:nvGrpSpPr>
      <p:grpSpPr>
        <a:xfrm>
          <a:off x="0" y="0"/>
          <a:ext cx="0" cy="0"/>
          <a:chOff x="0" y="0"/>
          <a:chExt cx="0" cy="0"/>
        </a:xfrm>
      </p:grpSpPr>
      <p:sp>
        <p:nvSpPr>
          <p:cNvPr id="309" name="Google Shape;309;g104476d1465_1_39"/>
          <p:cNvSpPr/>
          <p:nvPr/>
        </p:nvSpPr>
        <p:spPr>
          <a:xfrm>
            <a:off x="0" y="-4055"/>
            <a:ext cx="2731200" cy="6866100"/>
          </a:xfrm>
          <a:prstGeom prst="rect">
            <a:avLst/>
          </a:prstGeom>
          <a:solidFill>
            <a:srgbClr val="41BFAC"/>
          </a:solidFill>
          <a:ln w="9525" cap="flat" cmpd="sng">
            <a:solidFill>
              <a:srgbClr val="41BFAC"/>
            </a:solidFill>
            <a:prstDash val="solid"/>
            <a:round/>
            <a:headEnd type="none" w="sm" len="sm"/>
            <a:tailEnd type="none" w="sm" len="sm"/>
          </a:ln>
          <a:effectLst>
            <a:outerShdw blurRad="50800" dist="38100" dir="2700000" algn="tl" rotWithShape="0">
              <a:prstClr val="black">
                <a:alpha val="40000"/>
              </a:prstClr>
            </a:outerShdw>
          </a:effectLst>
        </p:spPr>
        <p:txBody>
          <a:bodyPr spcFirstLastPara="1" wrap="square" lIns="91425" tIns="91425" rIns="91425" bIns="91425" anchor="ctr" anchorCtr="0">
            <a:noAutofit/>
          </a:bodyPr>
          <a:lstStyle/>
          <a:p>
            <a:endParaRPr/>
          </a:p>
        </p:txBody>
      </p:sp>
      <p:pic>
        <p:nvPicPr>
          <p:cNvPr id="311" name="Google Shape;311;g104476d1465_1_39"/>
          <p:cNvPicPr preferRelativeResize="0"/>
          <p:nvPr/>
        </p:nvPicPr>
        <p:blipFill>
          <a:blip r:embed="rId3" cstate="screen">
            <a:alphaModFix/>
            <a:extLst>
              <a:ext uri="{28A0092B-C50C-407E-A947-70E740481C1C}">
                <a14:useLocalDpi xmlns:a14="http://schemas.microsoft.com/office/drawing/2010/main"/>
              </a:ext>
            </a:extLst>
          </a:blip>
          <a:stretch>
            <a:fillRect/>
          </a:stretch>
        </p:blipFill>
        <p:spPr>
          <a:xfrm>
            <a:off x="11628150" y="6200724"/>
            <a:ext cx="563850" cy="657276"/>
          </a:xfrm>
          <a:prstGeom prst="rect">
            <a:avLst/>
          </a:prstGeom>
          <a:noFill/>
          <a:ln>
            <a:noFill/>
          </a:ln>
          <a:effectLst>
            <a:outerShdw blurRad="57150" dist="19050" dir="5400000" algn="bl" rotWithShape="0">
              <a:srgbClr val="000000">
                <a:alpha val="50000"/>
              </a:srgbClr>
            </a:outerShdw>
          </a:effectLst>
        </p:spPr>
      </p:pic>
      <p:sp>
        <p:nvSpPr>
          <p:cNvPr id="313" name="Google Shape;313;g104476d1465_1_39"/>
          <p:cNvSpPr txBox="1">
            <a:spLocks noGrp="1"/>
          </p:cNvSpPr>
          <p:nvPr>
            <p:ph type="title" idx="4294967295"/>
          </p:nvPr>
        </p:nvSpPr>
        <p:spPr>
          <a:xfrm>
            <a:off x="5664867" y="2766145"/>
            <a:ext cx="4480750" cy="1325700"/>
          </a:xfrm>
          <a:prstGeom prst="rect">
            <a:avLst/>
          </a:prstGeom>
          <a:noFill/>
          <a:ln>
            <a:noFill/>
          </a:ln>
        </p:spPr>
        <p:txBody>
          <a:bodyPr spcFirstLastPara="1" wrap="square" lIns="91425" tIns="45700" rIns="91425" bIns="45700" anchor="ctr" anchorCtr="0">
            <a:normAutofit/>
          </a:bodyPr>
          <a:lstStyle/>
          <a:p>
            <a:pPr algn="ctr">
              <a:buClr>
                <a:schemeClr val="lt1"/>
              </a:buClr>
              <a:buSzPts val="4800"/>
            </a:pPr>
            <a:r>
              <a:rPr lang="en-US" sz="5500" b="1" dirty="0">
                <a:solidFill>
                  <a:srgbClr val="E24E5F"/>
                </a:solidFill>
                <a:latin typeface="Verdana"/>
                <a:ea typeface="Verdana"/>
                <a:cs typeface="Verdana"/>
                <a:sym typeface="Verdana"/>
              </a:rPr>
              <a:t>Your Turn</a:t>
            </a:r>
            <a:endParaRPr sz="5100" b="1" dirty="0">
              <a:solidFill>
                <a:srgbClr val="E24E5F"/>
              </a:solidFill>
              <a:latin typeface="Verdana"/>
              <a:ea typeface="Verdana"/>
              <a:cs typeface="Verdana"/>
              <a:sym typeface="Verdana"/>
            </a:endParaRPr>
          </a:p>
        </p:txBody>
      </p:sp>
      <p:pic>
        <p:nvPicPr>
          <p:cNvPr id="8" name="Google Shape;423;g103996e1364_0_416">
            <a:extLst>
              <a:ext uri="{FF2B5EF4-FFF2-40B4-BE49-F238E27FC236}">
                <a16:creationId xmlns:a16="http://schemas.microsoft.com/office/drawing/2014/main" id="{93D338D9-F4F3-AC46-BAB5-0DC7D3916679}"/>
              </a:ext>
            </a:extLst>
          </p:cNvPr>
          <p:cNvPicPr preferRelativeResize="0"/>
          <p:nvPr/>
        </p:nvPicPr>
        <p:blipFill rotWithShape="1">
          <a:blip r:embed="rId4">
            <a:alphaModFix/>
          </a:blip>
          <a:srcRect/>
          <a:stretch/>
        </p:blipFill>
        <p:spPr>
          <a:xfrm>
            <a:off x="4412728" y="2897929"/>
            <a:ext cx="1122440" cy="1062143"/>
          </a:xfrm>
          <a:prstGeom prst="rect">
            <a:avLst/>
          </a:prstGeom>
          <a:noFill/>
          <a:ln>
            <a:noFill/>
          </a:ln>
          <a:effectLst>
            <a:outerShdw blurRad="50800" dist="38100" dir="2700000" algn="tl" rotWithShape="0">
              <a:prstClr val="black">
                <a:alpha val="40000"/>
              </a:prstClr>
            </a:outerShdw>
          </a:effectLst>
        </p:spPr>
      </p:pic>
      <p:sp>
        <p:nvSpPr>
          <p:cNvPr id="9" name="Google Shape;282;g104476d1465_1_17">
            <a:extLst>
              <a:ext uri="{FF2B5EF4-FFF2-40B4-BE49-F238E27FC236}">
                <a16:creationId xmlns:a16="http://schemas.microsoft.com/office/drawing/2014/main" id="{EE3C8BB3-D8AE-154C-9B2D-B1D7451436FE}"/>
              </a:ext>
            </a:extLst>
          </p:cNvPr>
          <p:cNvSpPr txBox="1"/>
          <p:nvPr/>
        </p:nvSpPr>
        <p:spPr>
          <a:xfrm>
            <a:off x="8889924" y="6457799"/>
            <a:ext cx="2634000" cy="400200"/>
          </a:xfrm>
          <a:prstGeom prst="rect">
            <a:avLst/>
          </a:prstGeom>
          <a:noFill/>
          <a:ln>
            <a:noFill/>
          </a:ln>
        </p:spPr>
        <p:txBody>
          <a:bodyPr spcFirstLastPara="1" wrap="square" lIns="91425" tIns="91425" rIns="91425" bIns="91425" anchor="t" anchorCtr="0">
            <a:spAutoFit/>
          </a:bodyPr>
          <a:lstStyle/>
          <a:p>
            <a:pPr lvl="0" algn="r"/>
            <a:r>
              <a:rPr lang="it-IT" i="1" dirty="0">
                <a:latin typeface="Calibri"/>
                <a:ea typeface="Calibri"/>
                <a:cs typeface="Calibri"/>
                <a:sym typeface="Calibri"/>
              </a:rPr>
              <a:t>volume 1, </a:t>
            </a:r>
            <a:r>
              <a:rPr lang="it-IT" i="1" dirty="0" err="1">
                <a:latin typeface="Calibri"/>
                <a:ea typeface="Calibri"/>
                <a:cs typeface="Calibri"/>
                <a:sym typeface="Calibri"/>
              </a:rPr>
              <a:t>pg</a:t>
            </a:r>
            <a:r>
              <a:rPr lang="it-IT" i="1" dirty="0">
                <a:latin typeface="Calibri"/>
                <a:ea typeface="Calibri"/>
                <a:cs typeface="Calibri"/>
                <a:sym typeface="Calibri"/>
              </a:rPr>
              <a:t>. 438</a:t>
            </a:r>
          </a:p>
        </p:txBody>
      </p:sp>
    </p:spTree>
    <p:extLst>
      <p:ext uri="{BB962C8B-B14F-4D97-AF65-F5344CB8AC3E}">
        <p14:creationId xmlns:p14="http://schemas.microsoft.com/office/powerpoint/2010/main" val="1790839656"/>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Shape 277"/>
        <p:cNvGrpSpPr/>
        <p:nvPr/>
      </p:nvGrpSpPr>
      <p:grpSpPr>
        <a:xfrm>
          <a:off x="0" y="0"/>
          <a:ext cx="0" cy="0"/>
          <a:chOff x="0" y="0"/>
          <a:chExt cx="0" cy="0"/>
        </a:xfrm>
      </p:grpSpPr>
      <p:pic>
        <p:nvPicPr>
          <p:cNvPr id="283" name="Google Shape;283;g104476d1465_1_17"/>
          <p:cNvPicPr preferRelativeResize="0"/>
          <p:nvPr/>
        </p:nvPicPr>
        <p:blipFill>
          <a:blip r:embed="rId3" cstate="screen">
            <a:alphaModFix/>
            <a:extLst>
              <a:ext uri="{28A0092B-C50C-407E-A947-70E740481C1C}">
                <a14:useLocalDpi xmlns:a14="http://schemas.microsoft.com/office/drawing/2010/main"/>
              </a:ext>
            </a:extLst>
          </a:blip>
          <a:stretch>
            <a:fillRect/>
          </a:stretch>
        </p:blipFill>
        <p:spPr>
          <a:xfrm>
            <a:off x="11627273" y="6200724"/>
            <a:ext cx="563850" cy="657276"/>
          </a:xfrm>
          <a:prstGeom prst="rect">
            <a:avLst/>
          </a:prstGeom>
          <a:noFill/>
          <a:ln>
            <a:noFill/>
          </a:ln>
          <a:effectLst>
            <a:outerShdw blurRad="57150" dist="19050" dir="5400000" algn="bl" rotWithShape="0">
              <a:srgbClr val="000000">
                <a:alpha val="50000"/>
              </a:srgbClr>
            </a:outerShdw>
          </a:effectLst>
        </p:spPr>
      </p:pic>
      <p:sp>
        <p:nvSpPr>
          <p:cNvPr id="6" name="Google Shape;428;g103996e1364_0_428">
            <a:extLst>
              <a:ext uri="{FF2B5EF4-FFF2-40B4-BE49-F238E27FC236}">
                <a16:creationId xmlns:a16="http://schemas.microsoft.com/office/drawing/2014/main" id="{07112538-C7A8-8B4A-B739-C3032B04086A}"/>
              </a:ext>
            </a:extLst>
          </p:cNvPr>
          <p:cNvSpPr txBox="1">
            <a:spLocks/>
          </p:cNvSpPr>
          <p:nvPr/>
        </p:nvSpPr>
        <p:spPr>
          <a:xfrm>
            <a:off x="1009918" y="60450"/>
            <a:ext cx="8019300" cy="747300"/>
          </a:xfrm>
          <a:prstGeom prst="rect">
            <a:avLst/>
          </a:prstGeom>
          <a:noFill/>
          <a:ln>
            <a:noFill/>
          </a:ln>
        </p:spPr>
        <p:txBody>
          <a:bodyPr spcFirstLastPara="1" wrap="square" lIns="91425" tIns="45700" rIns="91425" bIns="45700" anchor="ctr" anchorCtr="0">
            <a:noAutofit/>
          </a:bodyP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a:lstStyle>
          <a:p>
            <a:pPr>
              <a:lnSpc>
                <a:spcPct val="90000"/>
              </a:lnSpc>
              <a:buClr>
                <a:schemeClr val="dk1"/>
              </a:buClr>
              <a:buSzPts val="5400"/>
              <a:buFont typeface="Century Gothic"/>
              <a:buNone/>
            </a:pPr>
            <a:r>
              <a:rPr lang="en-US" sz="4300" b="1" dirty="0">
                <a:solidFill>
                  <a:srgbClr val="E24E5F"/>
                </a:solidFill>
                <a:latin typeface="Verdana"/>
                <a:ea typeface="Verdana"/>
                <a:cs typeface="Verdana"/>
                <a:sym typeface="Verdana"/>
              </a:rPr>
              <a:t>7.H2.5 Your Turn!</a:t>
            </a:r>
          </a:p>
        </p:txBody>
      </p:sp>
      <p:pic>
        <p:nvPicPr>
          <p:cNvPr id="9" name="Google Shape;430;g103996e1364_0_428">
            <a:extLst>
              <a:ext uri="{FF2B5EF4-FFF2-40B4-BE49-F238E27FC236}">
                <a16:creationId xmlns:a16="http://schemas.microsoft.com/office/drawing/2014/main" id="{032D5487-B5A9-DE4B-AE87-33198BE16145}"/>
              </a:ext>
            </a:extLst>
          </p:cNvPr>
          <p:cNvPicPr preferRelativeResize="0"/>
          <p:nvPr/>
        </p:nvPicPr>
        <p:blipFill rotWithShape="1">
          <a:blip r:embed="rId4">
            <a:alphaModFix/>
          </a:blip>
          <a:srcRect/>
          <a:stretch/>
        </p:blipFill>
        <p:spPr>
          <a:xfrm>
            <a:off x="262618" y="60450"/>
            <a:ext cx="747300" cy="747300"/>
          </a:xfrm>
          <a:prstGeom prst="rect">
            <a:avLst/>
          </a:prstGeom>
          <a:noFill/>
          <a:ln>
            <a:noFill/>
          </a:ln>
        </p:spPr>
      </p:pic>
      <p:sp>
        <p:nvSpPr>
          <p:cNvPr id="11" name="Google Shape;282;g104476d1465_1_17">
            <a:extLst>
              <a:ext uri="{FF2B5EF4-FFF2-40B4-BE49-F238E27FC236}">
                <a16:creationId xmlns:a16="http://schemas.microsoft.com/office/drawing/2014/main" id="{F9486181-07A1-C74B-A129-E8949F43C159}"/>
              </a:ext>
            </a:extLst>
          </p:cNvPr>
          <p:cNvSpPr txBox="1"/>
          <p:nvPr/>
        </p:nvSpPr>
        <p:spPr>
          <a:xfrm>
            <a:off x="8835317" y="6463374"/>
            <a:ext cx="2634000" cy="400200"/>
          </a:xfrm>
          <a:prstGeom prst="rect">
            <a:avLst/>
          </a:prstGeom>
          <a:noFill/>
          <a:ln>
            <a:noFill/>
          </a:ln>
        </p:spPr>
        <p:txBody>
          <a:bodyPr spcFirstLastPara="1" wrap="square" lIns="91425" tIns="91425" rIns="91425" bIns="91425" anchor="t" anchorCtr="0">
            <a:spAutoFit/>
          </a:bodyPr>
          <a:lstStyle/>
          <a:p>
            <a:pPr lvl="0" algn="r"/>
            <a:r>
              <a:rPr lang="it-IT" i="1" dirty="0">
                <a:latin typeface="Calibri"/>
                <a:ea typeface="Calibri"/>
                <a:cs typeface="Calibri"/>
                <a:sym typeface="Calibri"/>
              </a:rPr>
              <a:t>volume 1, </a:t>
            </a:r>
            <a:r>
              <a:rPr lang="it-IT" i="1" dirty="0" err="1">
                <a:latin typeface="Calibri"/>
                <a:ea typeface="Calibri"/>
                <a:cs typeface="Calibri"/>
                <a:sym typeface="Calibri"/>
              </a:rPr>
              <a:t>pg</a:t>
            </a:r>
            <a:r>
              <a:rPr lang="it-IT" i="1" dirty="0">
                <a:latin typeface="Calibri"/>
                <a:ea typeface="Calibri"/>
                <a:cs typeface="Calibri"/>
                <a:sym typeface="Calibri"/>
              </a:rPr>
              <a:t>. 438</a:t>
            </a:r>
          </a:p>
        </p:txBody>
      </p:sp>
      <mc:AlternateContent xmlns:mc="http://schemas.openxmlformats.org/markup-compatibility/2006">
        <mc:Choice xmlns:a14="http://schemas.microsoft.com/office/drawing/2010/main" Requires="a14">
          <p:sp>
            <p:nvSpPr>
              <p:cNvPr id="12" name="TextBox 11">
                <a:extLst>
                  <a:ext uri="{FF2B5EF4-FFF2-40B4-BE49-F238E27FC236}">
                    <a16:creationId xmlns:a16="http://schemas.microsoft.com/office/drawing/2014/main" id="{759C3E41-93EC-B84D-963F-86A3B15AC1C6}"/>
                  </a:ext>
                </a:extLst>
              </p:cNvPr>
              <p:cNvSpPr txBox="1"/>
              <p:nvPr/>
            </p:nvSpPr>
            <p:spPr>
              <a:xfrm>
                <a:off x="550515" y="1386150"/>
                <a:ext cx="9920839" cy="400110"/>
              </a:xfrm>
              <a:prstGeom prst="rect">
                <a:avLst/>
              </a:prstGeom>
              <a:noFill/>
            </p:spPr>
            <p:txBody>
              <a:bodyPr wrap="square" rtlCol="0">
                <a:spAutoFit/>
              </a:bodyPr>
              <a:lstStyle/>
              <a:p>
                <a:pPr marL="457200" indent="-457200">
                  <a:buFont typeface="+mj-lt"/>
                  <a:buAutoNum type="arabicPeriod"/>
                </a:pPr>
                <a:r>
                  <a:rPr lang="en-US" sz="2000" dirty="0">
                    <a:latin typeface="Verdana" charset="0"/>
                    <a:ea typeface="Verdana" charset="0"/>
                    <a:cs typeface="Verdana" charset="0"/>
                  </a:rPr>
                  <a:t>In </a:t>
                </a:r>
                <a14:m>
                  <m:oMath xmlns:m="http://schemas.openxmlformats.org/officeDocument/2006/math">
                    <m:r>
                      <a:rPr lang="en-US" sz="2000" i="1">
                        <a:latin typeface="Cambria Math" charset="0"/>
                        <a:ea typeface="Verdana" charset="0"/>
                        <a:cs typeface="Verdana" charset="0"/>
                      </a:rPr>
                      <m:t>∆</m:t>
                    </m:r>
                    <m:r>
                      <a:rPr lang="en-US" sz="2000" i="1">
                        <a:latin typeface="Cambria Math" charset="0"/>
                        <a:ea typeface="Verdana" charset="0"/>
                        <a:cs typeface="Verdana" charset="0"/>
                      </a:rPr>
                      <m:t>𝐵𝑁𝑊</m:t>
                    </m:r>
                    <m:r>
                      <a:rPr lang="en-US" sz="2000" i="1">
                        <a:latin typeface="Cambria Math" charset="0"/>
                        <a:ea typeface="Verdana" charset="0"/>
                        <a:cs typeface="Verdana" charset="0"/>
                      </a:rPr>
                      <m:t>,  </m:t>
                    </m:r>
                    <m:r>
                      <a:rPr lang="en-US" sz="2000" i="1">
                        <a:latin typeface="Cambria Math" charset="0"/>
                        <a:ea typeface="Verdana" charset="0"/>
                        <a:cs typeface="Verdana" charset="0"/>
                      </a:rPr>
                      <m:t>𝐵𝑁</m:t>
                    </m:r>
                    <m:r>
                      <a:rPr lang="en-US" sz="2000" i="1">
                        <a:latin typeface="Cambria Math" charset="0"/>
                        <a:ea typeface="Verdana" charset="0"/>
                        <a:cs typeface="Verdana" charset="0"/>
                      </a:rPr>
                      <m:t>=9,  </m:t>
                    </m:r>
                    <m:r>
                      <a:rPr lang="en-US" sz="2000" i="1">
                        <a:latin typeface="Cambria Math" charset="0"/>
                        <a:ea typeface="Verdana" charset="0"/>
                        <a:cs typeface="Verdana" charset="0"/>
                      </a:rPr>
                      <m:t>𝑁𝑊</m:t>
                    </m:r>
                    <m:r>
                      <a:rPr lang="en-US" sz="2000" i="1">
                        <a:latin typeface="Cambria Math" charset="0"/>
                        <a:ea typeface="Verdana" charset="0"/>
                        <a:cs typeface="Verdana" charset="0"/>
                      </a:rPr>
                      <m:t>=12, </m:t>
                    </m:r>
                  </m:oMath>
                </a14:m>
                <a:r>
                  <a:rPr lang="en-US" sz="2000" dirty="0">
                    <a:latin typeface="Verdana" charset="0"/>
                    <a:ea typeface="Verdana" charset="0"/>
                    <a:cs typeface="Verdana" charset="0"/>
                  </a:rPr>
                  <a:t>and</a:t>
                </a:r>
                <a14:m>
                  <m:oMath xmlns:m="http://schemas.openxmlformats.org/officeDocument/2006/math">
                    <m:r>
                      <a:rPr lang="en-US" sz="2000" i="1">
                        <a:latin typeface="Cambria Math" charset="0"/>
                        <a:ea typeface="Verdana" charset="0"/>
                        <a:cs typeface="Verdana" charset="0"/>
                      </a:rPr>
                      <m:t> </m:t>
                    </m:r>
                    <m:r>
                      <a:rPr lang="en-US" sz="2000" i="1">
                        <a:latin typeface="Cambria Math" charset="0"/>
                        <a:ea typeface="Verdana" charset="0"/>
                        <a:cs typeface="Verdana" charset="0"/>
                      </a:rPr>
                      <m:t>𝐵𝑊</m:t>
                    </m:r>
                    <m:r>
                      <a:rPr lang="en-US" sz="2000" i="1">
                        <a:latin typeface="Cambria Math" charset="0"/>
                        <a:ea typeface="Verdana" charset="0"/>
                        <a:cs typeface="Verdana" charset="0"/>
                      </a:rPr>
                      <m:t>=13</m:t>
                    </m:r>
                  </m:oMath>
                </a14:m>
                <a:r>
                  <a:rPr lang="en-US" sz="2000" dirty="0">
                    <a:latin typeface="Verdana" charset="0"/>
                    <a:ea typeface="Verdana" charset="0"/>
                    <a:cs typeface="Verdana" charset="0"/>
                  </a:rPr>
                  <a:t>. Find the missing angles. </a:t>
                </a:r>
              </a:p>
            </p:txBody>
          </p:sp>
        </mc:Choice>
        <mc:Fallback>
          <p:sp>
            <p:nvSpPr>
              <p:cNvPr id="12" name="TextBox 11">
                <a:extLst>
                  <a:ext uri="{FF2B5EF4-FFF2-40B4-BE49-F238E27FC236}">
                    <a16:creationId xmlns:a16="http://schemas.microsoft.com/office/drawing/2014/main" id="{759C3E41-93EC-B84D-963F-86A3B15AC1C6}"/>
                  </a:ext>
                </a:extLst>
              </p:cNvPr>
              <p:cNvSpPr txBox="1">
                <a:spLocks noRot="1" noChangeAspect="1" noMove="1" noResize="1" noEditPoints="1" noAdjustHandles="1" noChangeArrowheads="1" noChangeShapeType="1" noTextEdit="1"/>
              </p:cNvSpPr>
              <p:nvPr/>
            </p:nvSpPr>
            <p:spPr>
              <a:xfrm>
                <a:off x="550515" y="1386150"/>
                <a:ext cx="9920839" cy="400110"/>
              </a:xfrm>
              <a:prstGeom prst="rect">
                <a:avLst/>
              </a:prstGeom>
              <a:blipFill>
                <a:blip r:embed="rId5"/>
                <a:stretch>
                  <a:fillRect l="-639" t="-6061" b="-24242"/>
                </a:stretch>
              </a:blipFill>
            </p:spPr>
            <p:txBody>
              <a:bodyPr/>
              <a:lstStyle/>
              <a:p>
                <a:r>
                  <a:rPr lang="en-US">
                    <a:noFill/>
                  </a:rPr>
                  <a:t> </a:t>
                </a:r>
              </a:p>
            </p:txBody>
          </p:sp>
        </mc:Fallback>
      </mc:AlternateContent>
      <p:sp>
        <p:nvSpPr>
          <p:cNvPr id="8" name="Google Shape;278;g104476d1465_1_17">
            <a:extLst>
              <a:ext uri="{FF2B5EF4-FFF2-40B4-BE49-F238E27FC236}">
                <a16:creationId xmlns:a16="http://schemas.microsoft.com/office/drawing/2014/main" id="{EDD7E546-9334-CD4B-9098-7FA33B42DB04}"/>
              </a:ext>
            </a:extLst>
          </p:cNvPr>
          <p:cNvSpPr/>
          <p:nvPr/>
        </p:nvSpPr>
        <p:spPr>
          <a:xfrm>
            <a:off x="0" y="-8100"/>
            <a:ext cx="223200" cy="6866100"/>
          </a:xfrm>
          <a:prstGeom prst="rect">
            <a:avLst/>
          </a:prstGeom>
          <a:solidFill>
            <a:srgbClr val="41BFAC"/>
          </a:solidFill>
          <a:ln w="9525" cap="flat" cmpd="sng">
            <a:solidFill>
              <a:srgbClr val="41BFAC"/>
            </a:solidFill>
            <a:prstDash val="solid"/>
            <a:round/>
            <a:headEnd type="none" w="sm" len="sm"/>
            <a:tailEnd type="none" w="sm" len="sm"/>
          </a:ln>
          <a:effectLst>
            <a:outerShdw blurRad="57150" dist="19050" dir="5400000" algn="bl" rotWithShape="0">
              <a:srgbClr val="000000">
                <a:alpha val="50000"/>
              </a:srgbClr>
            </a:outerShdw>
          </a:effectLst>
        </p:spPr>
        <p:txBody>
          <a:bodyPr spcFirstLastPara="1" wrap="square" lIns="91425" tIns="91425" rIns="91425" bIns="91425" anchor="ctr" anchorCtr="0">
            <a:noAutofit/>
          </a:bodyPr>
          <a:lstStyle/>
          <a:p>
            <a:endParaRPr dirty="0">
              <a:highlight>
                <a:srgbClr val="FFFF00"/>
              </a:highlight>
            </a:endParaRPr>
          </a:p>
        </p:txBody>
      </p:sp>
      <mc:AlternateContent xmlns:mc="http://schemas.openxmlformats.org/markup-compatibility/2006" xmlns:a14="http://schemas.microsoft.com/office/drawing/2010/main">
        <mc:Choice Requires="a14">
          <p:graphicFrame>
            <p:nvGraphicFramePr>
              <p:cNvPr id="2" name="Table 1"/>
              <p:cNvGraphicFramePr>
                <a:graphicFrameLocks noGrp="1"/>
              </p:cNvGraphicFramePr>
              <p:nvPr>
                <p:extLst>
                  <p:ext uri="{D42A27DB-BD31-4B8C-83A1-F6EECF244321}">
                    <p14:modId xmlns:p14="http://schemas.microsoft.com/office/powerpoint/2010/main" val="202744982"/>
                  </p:ext>
                </p:extLst>
              </p:nvPr>
            </p:nvGraphicFramePr>
            <p:xfrm>
              <a:off x="1465112" y="2077364"/>
              <a:ext cx="6432221" cy="2243914"/>
            </p:xfrm>
            <a:graphic>
              <a:graphicData uri="http://schemas.openxmlformats.org/drawingml/2006/table">
                <a:tbl>
                  <a:tblPr firstRow="1" firstCol="1" bandRow="1"/>
                  <a:tblGrid>
                    <a:gridCol w="3052599">
                      <a:extLst>
                        <a:ext uri="{9D8B030D-6E8A-4147-A177-3AD203B41FA5}">
                          <a16:colId xmlns:a16="http://schemas.microsoft.com/office/drawing/2014/main" val="20000"/>
                        </a:ext>
                      </a:extLst>
                    </a:gridCol>
                    <a:gridCol w="3379622">
                      <a:extLst>
                        <a:ext uri="{9D8B030D-6E8A-4147-A177-3AD203B41FA5}">
                          <a16:colId xmlns:a16="http://schemas.microsoft.com/office/drawing/2014/main" val="20001"/>
                        </a:ext>
                      </a:extLst>
                    </a:gridCol>
                  </a:tblGrid>
                  <a:tr h="431227">
                    <a:tc>
                      <a:txBody>
                        <a:bodyPr/>
                        <a:lstStyle/>
                        <a:p>
                          <a:pPr marL="0" marR="0" algn="ctr">
                            <a:spcBef>
                              <a:spcPts val="0"/>
                            </a:spcBef>
                            <a:spcAft>
                              <a:spcPts val="0"/>
                            </a:spcAft>
                          </a:pPr>
                          <a:r>
                            <a:rPr lang="en-US" sz="2100" b="1">
                              <a:effectLst/>
                              <a:latin typeface="Verdana" charset="0"/>
                              <a:ea typeface="Verdana" charset="0"/>
                              <a:cs typeface="Verdana" charset="0"/>
                            </a:rPr>
                            <a:t>Angle</a:t>
                          </a:r>
                          <a:endParaRPr lang="en-US" sz="2100">
                            <a:effectLst/>
                            <a:latin typeface="Verdana" charset="0"/>
                            <a:ea typeface="Verdana" charset="0"/>
                            <a:cs typeface="Verdana" charset="0"/>
                          </a:endParaRPr>
                        </a:p>
                      </a:txBody>
                      <a:tcPr marL="71981" marR="71981"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rgbClr val="BFBFBF"/>
                        </a:solidFill>
                      </a:tcPr>
                    </a:tc>
                    <a:tc>
                      <a:txBody>
                        <a:bodyPr/>
                        <a:lstStyle/>
                        <a:p>
                          <a:pPr marL="0" marR="0" algn="ctr">
                            <a:spcBef>
                              <a:spcPts val="0"/>
                            </a:spcBef>
                            <a:spcAft>
                              <a:spcPts val="0"/>
                            </a:spcAft>
                          </a:pPr>
                          <a:r>
                            <a:rPr lang="en-US" sz="2100" b="1" dirty="0">
                              <a:effectLst/>
                              <a:latin typeface="Verdana" charset="0"/>
                              <a:ea typeface="Verdana" charset="0"/>
                              <a:cs typeface="Verdana" charset="0"/>
                            </a:rPr>
                            <a:t>Measurement</a:t>
                          </a:r>
                          <a:endParaRPr lang="en-US" sz="2100" dirty="0">
                            <a:effectLst/>
                            <a:latin typeface="Verdana" charset="0"/>
                            <a:ea typeface="Verdana" charset="0"/>
                            <a:cs typeface="Verdana" charset="0"/>
                          </a:endParaRPr>
                        </a:p>
                      </a:txBody>
                      <a:tcPr marL="71981" marR="71981"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rgbClr val="BFBFBF"/>
                        </a:solidFill>
                      </a:tcPr>
                    </a:tc>
                    <a:extLst>
                      <a:ext uri="{0D108BD9-81ED-4DB2-BD59-A6C34878D82A}">
                        <a16:rowId xmlns:a16="http://schemas.microsoft.com/office/drawing/2014/main" val="10000"/>
                      </a:ext>
                    </a:extLst>
                  </a:tr>
                  <a:tr h="604229">
                    <a:tc>
                      <a:txBody>
                        <a:bodyPr/>
                        <a:lstStyle/>
                        <a:p>
                          <a:pPr marL="0" marR="0" algn="ctr">
                            <a:spcBef>
                              <a:spcPts val="0"/>
                            </a:spcBef>
                            <a:spcAft>
                              <a:spcPts val="0"/>
                            </a:spcAft>
                          </a:pPr>
                          <a14:m>
                            <m:oMathPara xmlns:m="http://schemas.openxmlformats.org/officeDocument/2006/math">
                              <m:oMathParaPr>
                                <m:jc m:val="centerGroup"/>
                              </m:oMathParaPr>
                              <m:oMath xmlns:m="http://schemas.openxmlformats.org/officeDocument/2006/math">
                                <m:r>
                                  <a:rPr lang="en-US" sz="2100" i="1">
                                    <a:effectLst/>
                                    <a:latin typeface="Cambria Math" charset="0"/>
                                    <a:ea typeface="Verdana" charset="0"/>
                                    <a:cs typeface="Verdana" charset="0"/>
                                  </a:rPr>
                                  <m:t>∠</m:t>
                                </m:r>
                                <m:r>
                                  <a:rPr lang="en-US" sz="2100" i="1">
                                    <a:effectLst/>
                                    <a:latin typeface="Cambria Math" charset="0"/>
                                    <a:ea typeface="Verdana" charset="0"/>
                                    <a:cs typeface="Verdana" charset="0"/>
                                  </a:rPr>
                                  <m:t>𝐵</m:t>
                                </m:r>
                              </m:oMath>
                            </m:oMathPara>
                          </a14:m>
                          <a:endParaRPr lang="en-US" sz="2100">
                            <a:effectLst/>
                            <a:latin typeface="Verdana" charset="0"/>
                            <a:ea typeface="Verdana" charset="0"/>
                            <a:cs typeface="Verdana" charset="0"/>
                          </a:endParaRPr>
                        </a:p>
                      </a:txBody>
                      <a:tcPr marL="71981" marR="71981"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marL="0" marR="0" algn="ctr">
                            <a:spcBef>
                              <a:spcPts val="0"/>
                            </a:spcBef>
                            <a:spcAft>
                              <a:spcPts val="0"/>
                            </a:spcAft>
                          </a:pPr>
                          <a:r>
                            <a:rPr lang="en-US" sz="2100" b="1" dirty="0">
                              <a:effectLst/>
                              <a:latin typeface="Verdana" charset="0"/>
                              <a:ea typeface="Verdana" charset="0"/>
                              <a:cs typeface="Verdana" charset="0"/>
                            </a:rPr>
                            <a:t> </a:t>
                          </a:r>
                          <a:endParaRPr lang="en-US" sz="2100" dirty="0">
                            <a:effectLst/>
                            <a:latin typeface="Verdana" charset="0"/>
                            <a:ea typeface="Verdana" charset="0"/>
                            <a:cs typeface="Verdana" charset="0"/>
                          </a:endParaRPr>
                        </a:p>
                      </a:txBody>
                      <a:tcPr marL="71981" marR="71981"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extLst>
                      <a:ext uri="{0D108BD9-81ED-4DB2-BD59-A6C34878D82A}">
                        <a16:rowId xmlns:a16="http://schemas.microsoft.com/office/drawing/2014/main" val="10001"/>
                      </a:ext>
                    </a:extLst>
                  </a:tr>
                  <a:tr h="604229">
                    <a:tc>
                      <a:txBody>
                        <a:bodyPr/>
                        <a:lstStyle/>
                        <a:p>
                          <a:pPr marL="0" marR="0" algn="ctr">
                            <a:spcBef>
                              <a:spcPts val="0"/>
                            </a:spcBef>
                            <a:spcAft>
                              <a:spcPts val="0"/>
                            </a:spcAft>
                          </a:pPr>
                          <a14:m>
                            <m:oMathPara xmlns:m="http://schemas.openxmlformats.org/officeDocument/2006/math">
                              <m:oMathParaPr>
                                <m:jc m:val="centerGroup"/>
                              </m:oMathParaPr>
                              <m:oMath xmlns:m="http://schemas.openxmlformats.org/officeDocument/2006/math">
                                <m:r>
                                  <a:rPr lang="en-US" sz="2100" i="1">
                                    <a:effectLst/>
                                    <a:latin typeface="Cambria Math" charset="0"/>
                                    <a:ea typeface="Verdana" charset="0"/>
                                    <a:cs typeface="Verdana" charset="0"/>
                                  </a:rPr>
                                  <m:t>∠</m:t>
                                </m:r>
                                <m:r>
                                  <a:rPr lang="en-US" sz="2100" i="1">
                                    <a:effectLst/>
                                    <a:latin typeface="Cambria Math" charset="0"/>
                                    <a:ea typeface="Verdana" charset="0"/>
                                    <a:cs typeface="Verdana" charset="0"/>
                                  </a:rPr>
                                  <m:t>𝑁</m:t>
                                </m:r>
                              </m:oMath>
                            </m:oMathPara>
                          </a14:m>
                          <a:endParaRPr lang="en-US" sz="2100">
                            <a:effectLst/>
                            <a:latin typeface="Verdana" charset="0"/>
                            <a:ea typeface="Verdana" charset="0"/>
                            <a:cs typeface="Verdana" charset="0"/>
                          </a:endParaRPr>
                        </a:p>
                      </a:txBody>
                      <a:tcPr marL="71981" marR="71981"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marL="0" marR="0" algn="ctr">
                            <a:spcBef>
                              <a:spcPts val="0"/>
                            </a:spcBef>
                            <a:spcAft>
                              <a:spcPts val="0"/>
                            </a:spcAft>
                          </a:pPr>
                          <a:r>
                            <a:rPr lang="en-US" sz="2100" b="1">
                              <a:effectLst/>
                              <a:latin typeface="Verdana" charset="0"/>
                              <a:ea typeface="Verdana" charset="0"/>
                              <a:cs typeface="Verdana" charset="0"/>
                            </a:rPr>
                            <a:t> </a:t>
                          </a:r>
                          <a:endParaRPr lang="en-US" sz="2100">
                            <a:effectLst/>
                            <a:latin typeface="Verdana" charset="0"/>
                            <a:ea typeface="Verdana" charset="0"/>
                            <a:cs typeface="Verdana" charset="0"/>
                          </a:endParaRPr>
                        </a:p>
                      </a:txBody>
                      <a:tcPr marL="71981" marR="71981"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extLst>
                      <a:ext uri="{0D108BD9-81ED-4DB2-BD59-A6C34878D82A}">
                        <a16:rowId xmlns:a16="http://schemas.microsoft.com/office/drawing/2014/main" val="10002"/>
                      </a:ext>
                    </a:extLst>
                  </a:tr>
                  <a:tr h="604229">
                    <a:tc>
                      <a:txBody>
                        <a:bodyPr/>
                        <a:lstStyle/>
                        <a:p>
                          <a:pPr marL="0" marR="0" algn="ctr">
                            <a:spcBef>
                              <a:spcPts val="0"/>
                            </a:spcBef>
                            <a:spcAft>
                              <a:spcPts val="0"/>
                            </a:spcAft>
                          </a:pPr>
                          <a14:m>
                            <m:oMathPara xmlns:m="http://schemas.openxmlformats.org/officeDocument/2006/math">
                              <m:oMathParaPr>
                                <m:jc m:val="centerGroup"/>
                              </m:oMathParaPr>
                              <m:oMath xmlns:m="http://schemas.openxmlformats.org/officeDocument/2006/math">
                                <m:r>
                                  <a:rPr lang="en-US" sz="2100" i="1">
                                    <a:effectLst/>
                                    <a:latin typeface="Cambria Math" charset="0"/>
                                    <a:ea typeface="Verdana" charset="0"/>
                                    <a:cs typeface="Verdana" charset="0"/>
                                  </a:rPr>
                                  <m:t>∠</m:t>
                                </m:r>
                                <m:r>
                                  <a:rPr lang="en-US" sz="2100" i="1">
                                    <a:effectLst/>
                                    <a:latin typeface="Cambria Math" charset="0"/>
                                    <a:ea typeface="Verdana" charset="0"/>
                                    <a:cs typeface="Verdana" charset="0"/>
                                  </a:rPr>
                                  <m:t>𝑊</m:t>
                                </m:r>
                              </m:oMath>
                            </m:oMathPara>
                          </a14:m>
                          <a:endParaRPr lang="en-US" sz="2100">
                            <a:effectLst/>
                            <a:latin typeface="Verdana" charset="0"/>
                            <a:ea typeface="Verdana" charset="0"/>
                            <a:cs typeface="Verdana" charset="0"/>
                          </a:endParaRPr>
                        </a:p>
                      </a:txBody>
                      <a:tcPr marL="71981" marR="71981"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marL="0" marR="0" algn="ctr">
                            <a:spcBef>
                              <a:spcPts val="0"/>
                            </a:spcBef>
                            <a:spcAft>
                              <a:spcPts val="0"/>
                            </a:spcAft>
                          </a:pPr>
                          <a:r>
                            <a:rPr lang="en-US" sz="2100" b="1" dirty="0">
                              <a:effectLst/>
                              <a:latin typeface="Verdana" charset="0"/>
                              <a:ea typeface="Verdana" charset="0"/>
                              <a:cs typeface="Verdana" charset="0"/>
                            </a:rPr>
                            <a:t> </a:t>
                          </a:r>
                          <a:endParaRPr lang="en-US" sz="2100" dirty="0">
                            <a:effectLst/>
                            <a:latin typeface="Verdana" charset="0"/>
                            <a:ea typeface="Verdana" charset="0"/>
                            <a:cs typeface="Verdana" charset="0"/>
                          </a:endParaRPr>
                        </a:p>
                      </a:txBody>
                      <a:tcPr marL="71981" marR="71981"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extLst>
                      <a:ext uri="{0D108BD9-81ED-4DB2-BD59-A6C34878D82A}">
                        <a16:rowId xmlns:a16="http://schemas.microsoft.com/office/drawing/2014/main" val="10003"/>
                      </a:ext>
                    </a:extLst>
                  </a:tr>
                </a:tbl>
              </a:graphicData>
            </a:graphic>
          </p:graphicFrame>
        </mc:Choice>
        <mc:Fallback xmlns="">
          <p:graphicFrame>
            <p:nvGraphicFramePr>
              <p:cNvPr id="2" name="Table 1"/>
              <p:cNvGraphicFramePr>
                <a:graphicFrameLocks noGrp="1"/>
              </p:cNvGraphicFramePr>
              <p:nvPr>
                <p:extLst>
                  <p:ext uri="{D42A27DB-BD31-4B8C-83A1-F6EECF244321}">
                    <p14:modId xmlns:p14="http://schemas.microsoft.com/office/powerpoint/2010/main" val="202744982"/>
                  </p:ext>
                </p:extLst>
              </p:nvPr>
            </p:nvGraphicFramePr>
            <p:xfrm>
              <a:off x="1465112" y="2077364"/>
              <a:ext cx="6432221" cy="2243914"/>
            </p:xfrm>
            <a:graphic>
              <a:graphicData uri="http://schemas.openxmlformats.org/drawingml/2006/table">
                <a:tbl>
                  <a:tblPr firstRow="1" firstCol="1" bandRow="1"/>
                  <a:tblGrid>
                    <a:gridCol w="3052599">
                      <a:extLst>
                        <a:ext uri="{9D8B030D-6E8A-4147-A177-3AD203B41FA5}">
                          <a16:colId xmlns:a16="http://schemas.microsoft.com/office/drawing/2014/main" val="20000"/>
                        </a:ext>
                      </a:extLst>
                    </a:gridCol>
                    <a:gridCol w="3379622">
                      <a:extLst>
                        <a:ext uri="{9D8B030D-6E8A-4147-A177-3AD203B41FA5}">
                          <a16:colId xmlns:a16="http://schemas.microsoft.com/office/drawing/2014/main" val="20001"/>
                        </a:ext>
                      </a:extLst>
                    </a:gridCol>
                  </a:tblGrid>
                  <a:tr h="431227">
                    <a:tc>
                      <a:txBody>
                        <a:bodyPr/>
                        <a:lstStyle/>
                        <a:p>
                          <a:pPr marL="0" marR="0" algn="ctr">
                            <a:spcBef>
                              <a:spcPts val="0"/>
                            </a:spcBef>
                            <a:spcAft>
                              <a:spcPts val="0"/>
                            </a:spcAft>
                          </a:pPr>
                          <a:r>
                            <a:rPr lang="en-US" sz="2100" b="1">
                              <a:effectLst/>
                              <a:latin typeface="Verdana" charset="0"/>
                              <a:ea typeface="Verdana" charset="0"/>
                              <a:cs typeface="Verdana" charset="0"/>
                            </a:rPr>
                            <a:t>Angle</a:t>
                          </a:r>
                          <a:endParaRPr lang="en-US" sz="2100">
                            <a:effectLst/>
                            <a:latin typeface="Verdana" charset="0"/>
                            <a:ea typeface="Verdana" charset="0"/>
                            <a:cs typeface="Verdana" charset="0"/>
                          </a:endParaRPr>
                        </a:p>
                      </a:txBody>
                      <a:tcPr marL="71981" marR="71981"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rgbClr val="BFBFBF"/>
                        </a:solidFill>
                      </a:tcPr>
                    </a:tc>
                    <a:tc>
                      <a:txBody>
                        <a:bodyPr/>
                        <a:lstStyle/>
                        <a:p>
                          <a:pPr marL="0" marR="0" algn="ctr">
                            <a:spcBef>
                              <a:spcPts val="0"/>
                            </a:spcBef>
                            <a:spcAft>
                              <a:spcPts val="0"/>
                            </a:spcAft>
                          </a:pPr>
                          <a:r>
                            <a:rPr lang="en-US" sz="2100" b="1" dirty="0">
                              <a:effectLst/>
                              <a:latin typeface="Verdana" charset="0"/>
                              <a:ea typeface="Verdana" charset="0"/>
                              <a:cs typeface="Verdana" charset="0"/>
                            </a:rPr>
                            <a:t>Measurement</a:t>
                          </a:r>
                          <a:endParaRPr lang="en-US" sz="2100" dirty="0">
                            <a:effectLst/>
                            <a:latin typeface="Verdana" charset="0"/>
                            <a:ea typeface="Verdana" charset="0"/>
                            <a:cs typeface="Verdana" charset="0"/>
                          </a:endParaRPr>
                        </a:p>
                      </a:txBody>
                      <a:tcPr marL="71981" marR="71981"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rgbClr val="BFBFBF"/>
                        </a:solidFill>
                      </a:tcPr>
                    </a:tc>
                    <a:extLst>
                      <a:ext uri="{0D108BD9-81ED-4DB2-BD59-A6C34878D82A}">
                        <a16:rowId xmlns:a16="http://schemas.microsoft.com/office/drawing/2014/main" val="10000"/>
                      </a:ext>
                    </a:extLst>
                  </a:tr>
                  <a:tr h="604229">
                    <a:tc>
                      <a:txBody>
                        <a:bodyPr/>
                        <a:lstStyle/>
                        <a:p>
                          <a:endParaRPr lang="en-US"/>
                        </a:p>
                      </a:txBody>
                      <a:tcPr marL="71981" marR="71981"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blipFill>
                          <a:blip r:embed="rId6"/>
                          <a:stretch>
                            <a:fillRect l="-200" t="-76768" r="-111178" b="-203030"/>
                          </a:stretch>
                        </a:blipFill>
                      </a:tcPr>
                    </a:tc>
                    <a:tc>
                      <a:txBody>
                        <a:bodyPr/>
                        <a:lstStyle/>
                        <a:p>
                          <a:pPr marL="0" marR="0" algn="ctr">
                            <a:spcBef>
                              <a:spcPts val="0"/>
                            </a:spcBef>
                            <a:spcAft>
                              <a:spcPts val="0"/>
                            </a:spcAft>
                          </a:pPr>
                          <a:r>
                            <a:rPr lang="en-US" sz="2100" b="1" dirty="0">
                              <a:effectLst/>
                              <a:latin typeface="Verdana" charset="0"/>
                              <a:ea typeface="Verdana" charset="0"/>
                              <a:cs typeface="Verdana" charset="0"/>
                            </a:rPr>
                            <a:t> </a:t>
                          </a:r>
                          <a:endParaRPr lang="en-US" sz="2100" dirty="0">
                            <a:effectLst/>
                            <a:latin typeface="Verdana" charset="0"/>
                            <a:ea typeface="Verdana" charset="0"/>
                            <a:cs typeface="Verdana" charset="0"/>
                          </a:endParaRPr>
                        </a:p>
                      </a:txBody>
                      <a:tcPr marL="71981" marR="71981"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extLst>
                      <a:ext uri="{0D108BD9-81ED-4DB2-BD59-A6C34878D82A}">
                        <a16:rowId xmlns:a16="http://schemas.microsoft.com/office/drawing/2014/main" val="10001"/>
                      </a:ext>
                    </a:extLst>
                  </a:tr>
                  <a:tr h="604229">
                    <a:tc>
                      <a:txBody>
                        <a:bodyPr/>
                        <a:lstStyle/>
                        <a:p>
                          <a:endParaRPr lang="en-US"/>
                        </a:p>
                      </a:txBody>
                      <a:tcPr marL="71981" marR="71981"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blipFill>
                          <a:blip r:embed="rId6"/>
                          <a:stretch>
                            <a:fillRect l="-200" t="-175000" r="-111178" b="-101000"/>
                          </a:stretch>
                        </a:blipFill>
                      </a:tcPr>
                    </a:tc>
                    <a:tc>
                      <a:txBody>
                        <a:bodyPr/>
                        <a:lstStyle/>
                        <a:p>
                          <a:pPr marL="0" marR="0" algn="ctr">
                            <a:spcBef>
                              <a:spcPts val="0"/>
                            </a:spcBef>
                            <a:spcAft>
                              <a:spcPts val="0"/>
                            </a:spcAft>
                          </a:pPr>
                          <a:r>
                            <a:rPr lang="en-US" sz="2100" b="1">
                              <a:effectLst/>
                              <a:latin typeface="Verdana" charset="0"/>
                              <a:ea typeface="Verdana" charset="0"/>
                              <a:cs typeface="Verdana" charset="0"/>
                            </a:rPr>
                            <a:t> </a:t>
                          </a:r>
                          <a:endParaRPr lang="en-US" sz="2100">
                            <a:effectLst/>
                            <a:latin typeface="Verdana" charset="0"/>
                            <a:ea typeface="Verdana" charset="0"/>
                            <a:cs typeface="Verdana" charset="0"/>
                          </a:endParaRPr>
                        </a:p>
                      </a:txBody>
                      <a:tcPr marL="71981" marR="71981"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extLst>
                      <a:ext uri="{0D108BD9-81ED-4DB2-BD59-A6C34878D82A}">
                        <a16:rowId xmlns:a16="http://schemas.microsoft.com/office/drawing/2014/main" val="10002"/>
                      </a:ext>
                    </a:extLst>
                  </a:tr>
                  <a:tr h="604229">
                    <a:tc>
                      <a:txBody>
                        <a:bodyPr/>
                        <a:lstStyle/>
                        <a:p>
                          <a:endParaRPr lang="en-US"/>
                        </a:p>
                      </a:txBody>
                      <a:tcPr marL="71981" marR="71981"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blipFill>
                          <a:blip r:embed="rId6"/>
                          <a:stretch>
                            <a:fillRect l="-200" t="-277778" r="-111178" b="-2020"/>
                          </a:stretch>
                        </a:blipFill>
                      </a:tcPr>
                    </a:tc>
                    <a:tc>
                      <a:txBody>
                        <a:bodyPr/>
                        <a:lstStyle/>
                        <a:p>
                          <a:pPr marL="0" marR="0" algn="ctr">
                            <a:spcBef>
                              <a:spcPts val="0"/>
                            </a:spcBef>
                            <a:spcAft>
                              <a:spcPts val="0"/>
                            </a:spcAft>
                          </a:pPr>
                          <a:r>
                            <a:rPr lang="en-US" sz="2100" b="1" dirty="0">
                              <a:effectLst/>
                              <a:latin typeface="Verdana" charset="0"/>
                              <a:ea typeface="Verdana" charset="0"/>
                              <a:cs typeface="Verdana" charset="0"/>
                            </a:rPr>
                            <a:t> </a:t>
                          </a:r>
                          <a:endParaRPr lang="en-US" sz="2100" dirty="0">
                            <a:effectLst/>
                            <a:latin typeface="Verdana" charset="0"/>
                            <a:ea typeface="Verdana" charset="0"/>
                            <a:cs typeface="Verdana" charset="0"/>
                          </a:endParaRPr>
                        </a:p>
                      </a:txBody>
                      <a:tcPr marL="71981" marR="71981"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extLst>
                      <a:ext uri="{0D108BD9-81ED-4DB2-BD59-A6C34878D82A}">
                        <a16:rowId xmlns:a16="http://schemas.microsoft.com/office/drawing/2014/main" val="10003"/>
                      </a:ext>
                    </a:extLst>
                  </a:tr>
                </a:tbl>
              </a:graphicData>
            </a:graphic>
          </p:graphicFrame>
        </mc:Fallback>
      </mc:AlternateContent>
    </p:spTree>
    <p:extLst>
      <p:ext uri="{BB962C8B-B14F-4D97-AF65-F5344CB8AC3E}">
        <p14:creationId xmlns:p14="http://schemas.microsoft.com/office/powerpoint/2010/main" val="3101299872"/>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Shape 277"/>
        <p:cNvGrpSpPr/>
        <p:nvPr/>
      </p:nvGrpSpPr>
      <p:grpSpPr>
        <a:xfrm>
          <a:off x="0" y="0"/>
          <a:ext cx="0" cy="0"/>
          <a:chOff x="0" y="0"/>
          <a:chExt cx="0" cy="0"/>
        </a:xfrm>
      </p:grpSpPr>
      <p:pic>
        <p:nvPicPr>
          <p:cNvPr id="283" name="Google Shape;283;g104476d1465_1_17"/>
          <p:cNvPicPr preferRelativeResize="0"/>
          <p:nvPr/>
        </p:nvPicPr>
        <p:blipFill>
          <a:blip r:embed="rId3" cstate="screen">
            <a:alphaModFix/>
            <a:extLst>
              <a:ext uri="{28A0092B-C50C-407E-A947-70E740481C1C}">
                <a14:useLocalDpi xmlns:a14="http://schemas.microsoft.com/office/drawing/2010/main"/>
              </a:ext>
            </a:extLst>
          </a:blip>
          <a:stretch>
            <a:fillRect/>
          </a:stretch>
        </p:blipFill>
        <p:spPr>
          <a:xfrm>
            <a:off x="11628150" y="6200724"/>
            <a:ext cx="563850" cy="657276"/>
          </a:xfrm>
          <a:prstGeom prst="rect">
            <a:avLst/>
          </a:prstGeom>
          <a:noFill/>
          <a:ln>
            <a:noFill/>
          </a:ln>
          <a:effectLst>
            <a:outerShdw blurRad="57150" dist="19050" dir="5400000" algn="bl" rotWithShape="0">
              <a:srgbClr val="000000">
                <a:alpha val="50000"/>
              </a:srgbClr>
            </a:outerShdw>
          </a:effectLst>
        </p:spPr>
      </p:pic>
      <p:sp>
        <p:nvSpPr>
          <p:cNvPr id="12" name="Google Shape;282;g104476d1465_1_17">
            <a:extLst>
              <a:ext uri="{FF2B5EF4-FFF2-40B4-BE49-F238E27FC236}">
                <a16:creationId xmlns:a16="http://schemas.microsoft.com/office/drawing/2014/main" id="{647643F2-AA27-F54D-9B18-929351C91D74}"/>
              </a:ext>
            </a:extLst>
          </p:cNvPr>
          <p:cNvSpPr txBox="1"/>
          <p:nvPr/>
        </p:nvSpPr>
        <p:spPr>
          <a:xfrm>
            <a:off x="8889924" y="6457799"/>
            <a:ext cx="2634000" cy="400200"/>
          </a:xfrm>
          <a:prstGeom prst="rect">
            <a:avLst/>
          </a:prstGeom>
          <a:noFill/>
          <a:ln>
            <a:noFill/>
          </a:ln>
        </p:spPr>
        <p:txBody>
          <a:bodyPr spcFirstLastPara="1" wrap="square" lIns="91425" tIns="91425" rIns="91425" bIns="91425" anchor="t" anchorCtr="0">
            <a:spAutoFit/>
          </a:bodyPr>
          <a:lstStyle/>
          <a:p>
            <a:pPr lvl="0" algn="r"/>
            <a:r>
              <a:rPr lang="it-IT" i="1" dirty="0">
                <a:latin typeface="Calibri"/>
                <a:ea typeface="Calibri"/>
                <a:cs typeface="Calibri"/>
                <a:sym typeface="Calibri"/>
              </a:rPr>
              <a:t>volume 1, </a:t>
            </a:r>
            <a:r>
              <a:rPr lang="it-IT" i="1" dirty="0" err="1">
                <a:latin typeface="Calibri"/>
                <a:ea typeface="Calibri"/>
                <a:cs typeface="Calibri"/>
                <a:sym typeface="Calibri"/>
              </a:rPr>
              <a:t>pg</a:t>
            </a:r>
            <a:r>
              <a:rPr lang="it-IT" i="1" dirty="0">
                <a:latin typeface="Calibri"/>
                <a:ea typeface="Calibri"/>
                <a:cs typeface="Calibri"/>
                <a:sym typeface="Calibri"/>
              </a:rPr>
              <a:t>. 438</a:t>
            </a:r>
          </a:p>
        </p:txBody>
      </p:sp>
      <mc:AlternateContent xmlns:mc="http://schemas.openxmlformats.org/markup-compatibility/2006" xmlns:a14="http://schemas.microsoft.com/office/drawing/2010/main">
        <mc:Choice Requires="a14">
          <p:sp>
            <p:nvSpPr>
              <p:cNvPr id="14" name="TextBox 13">
                <a:extLst>
                  <a:ext uri="{FF2B5EF4-FFF2-40B4-BE49-F238E27FC236}">
                    <a16:creationId xmlns:a16="http://schemas.microsoft.com/office/drawing/2014/main" id="{2FA392D8-3ED3-7940-83A8-1451AA8A08D4}"/>
                  </a:ext>
                </a:extLst>
              </p:cNvPr>
              <p:cNvSpPr txBox="1"/>
              <p:nvPr/>
            </p:nvSpPr>
            <p:spPr>
              <a:xfrm>
                <a:off x="497832" y="520517"/>
                <a:ext cx="11026091" cy="400110"/>
              </a:xfrm>
              <a:prstGeom prst="rect">
                <a:avLst/>
              </a:prstGeom>
              <a:noFill/>
            </p:spPr>
            <p:txBody>
              <a:bodyPr wrap="square" rtlCol="0">
                <a:spAutoFit/>
              </a:bodyPr>
              <a:lstStyle/>
              <a:p>
                <a:pPr marL="457200" indent="-457200">
                  <a:buFont typeface="+mj-lt"/>
                  <a:buAutoNum type="arabicPeriod" startAt="2"/>
                </a:pPr>
                <a:r>
                  <a:rPr lang="en-US" sz="2000" dirty="0">
                    <a:latin typeface="Verdana" charset="0"/>
                    <a:ea typeface="Verdana" charset="0"/>
                    <a:cs typeface="Verdana" charset="0"/>
                  </a:rPr>
                  <a:t>In </a:t>
                </a:r>
                <a14:m>
                  <m:oMath xmlns:m="http://schemas.openxmlformats.org/officeDocument/2006/math">
                    <m:r>
                      <a:rPr lang="en-US" sz="2000" i="1">
                        <a:latin typeface="Cambria Math" charset="0"/>
                        <a:ea typeface="Verdana" charset="0"/>
                        <a:cs typeface="Verdana" charset="0"/>
                      </a:rPr>
                      <m:t>∆</m:t>
                    </m:r>
                    <m:r>
                      <a:rPr lang="en-US" sz="2000" i="1">
                        <a:latin typeface="Cambria Math" charset="0"/>
                        <a:ea typeface="Verdana" charset="0"/>
                        <a:cs typeface="Verdana" charset="0"/>
                      </a:rPr>
                      <m:t>𝑆𝐿𝐶</m:t>
                    </m:r>
                    <m:r>
                      <a:rPr lang="en-US" sz="2000" i="1">
                        <a:latin typeface="Cambria Math" charset="0"/>
                        <a:ea typeface="Verdana" charset="0"/>
                        <a:cs typeface="Verdana" charset="0"/>
                      </a:rPr>
                      <m:t>,  </m:t>
                    </m:r>
                    <m:r>
                      <a:rPr lang="en-US" sz="2000" i="1">
                        <a:latin typeface="Cambria Math" charset="0"/>
                        <a:ea typeface="Verdana" charset="0"/>
                        <a:cs typeface="Verdana" charset="0"/>
                      </a:rPr>
                      <m:t>𝑆𝐶</m:t>
                    </m:r>
                    <m:r>
                      <a:rPr lang="en-US" sz="2000" i="1">
                        <a:latin typeface="Cambria Math" charset="0"/>
                        <a:ea typeface="Verdana" charset="0"/>
                        <a:cs typeface="Verdana" charset="0"/>
                      </a:rPr>
                      <m:t>=34,  </m:t>
                    </m:r>
                    <m:r>
                      <a:rPr lang="en-US" sz="2000" i="1">
                        <a:latin typeface="Cambria Math" charset="0"/>
                        <a:ea typeface="Verdana" charset="0"/>
                        <a:cs typeface="Verdana" charset="0"/>
                      </a:rPr>
                      <m:t>𝑆𝐿</m:t>
                    </m:r>
                    <m:r>
                      <a:rPr lang="en-US" sz="2000" i="1">
                        <a:latin typeface="Cambria Math" charset="0"/>
                        <a:ea typeface="Verdana" charset="0"/>
                        <a:cs typeface="Verdana" charset="0"/>
                      </a:rPr>
                      <m:t>=22</m:t>
                    </m:r>
                  </m:oMath>
                </a14:m>
                <a:r>
                  <a:rPr lang="en-US" sz="2000" dirty="0">
                    <a:latin typeface="Verdana" charset="0"/>
                    <a:ea typeface="Verdana" charset="0"/>
                    <a:cs typeface="Verdana" charset="0"/>
                  </a:rPr>
                  <a:t>, and </a:t>
                </a:r>
                <a14:m>
                  <m:oMath xmlns:m="http://schemas.openxmlformats.org/officeDocument/2006/math">
                    <m:r>
                      <a:rPr lang="en-US" sz="2000" i="1">
                        <a:latin typeface="Cambria Math" charset="0"/>
                        <a:ea typeface="Verdana" charset="0"/>
                        <a:cs typeface="Verdana" charset="0"/>
                      </a:rPr>
                      <m:t>𝑚</m:t>
                    </m:r>
                    <m:r>
                      <a:rPr lang="en-US" sz="2000" i="1">
                        <a:latin typeface="Cambria Math" charset="0"/>
                        <a:ea typeface="Verdana" charset="0"/>
                        <a:cs typeface="Verdana" charset="0"/>
                      </a:rPr>
                      <m:t>∠</m:t>
                    </m:r>
                    <m:r>
                      <a:rPr lang="en-US" sz="2000" i="1">
                        <a:latin typeface="Cambria Math" charset="0"/>
                        <a:ea typeface="Verdana" charset="0"/>
                        <a:cs typeface="Verdana" charset="0"/>
                      </a:rPr>
                      <m:t>𝐿𝑆𝐶</m:t>
                    </m:r>
                    <m:r>
                      <a:rPr lang="en-US" sz="2000" i="1">
                        <a:latin typeface="Cambria Math" charset="0"/>
                        <a:ea typeface="Verdana" charset="0"/>
                        <a:cs typeface="Verdana" charset="0"/>
                      </a:rPr>
                      <m:t>=42°</m:t>
                    </m:r>
                  </m:oMath>
                </a14:m>
                <a:r>
                  <a:rPr lang="en-US" sz="2000" dirty="0">
                    <a:latin typeface="Verdana" charset="0"/>
                    <a:ea typeface="Verdana" charset="0"/>
                    <a:cs typeface="Verdana" charset="0"/>
                  </a:rPr>
                  <a:t>. Find all missing sides and angles. </a:t>
                </a:r>
              </a:p>
            </p:txBody>
          </p:sp>
        </mc:Choice>
        <mc:Fallback xmlns="">
          <p:sp>
            <p:nvSpPr>
              <p:cNvPr id="14" name="TextBox 13">
                <a:extLst>
                  <a:ext uri="{FF2B5EF4-FFF2-40B4-BE49-F238E27FC236}">
                    <a16:creationId xmlns:a16="http://schemas.microsoft.com/office/drawing/2014/main" id="{2FA392D8-3ED3-7940-83A8-1451AA8A08D4}"/>
                  </a:ext>
                </a:extLst>
              </p:cNvPr>
              <p:cNvSpPr txBox="1">
                <a:spLocks noRot="1" noChangeAspect="1" noMove="1" noResize="1" noEditPoints="1" noAdjustHandles="1" noChangeArrowheads="1" noChangeShapeType="1" noTextEdit="1"/>
              </p:cNvSpPr>
              <p:nvPr/>
            </p:nvSpPr>
            <p:spPr>
              <a:xfrm>
                <a:off x="497832" y="520517"/>
                <a:ext cx="11026091" cy="400110"/>
              </a:xfrm>
              <a:prstGeom prst="rect">
                <a:avLst/>
              </a:prstGeom>
              <a:blipFill>
                <a:blip r:embed="rId4"/>
                <a:stretch>
                  <a:fillRect l="-608" t="-9091" b="-27273"/>
                </a:stretch>
              </a:blipFill>
            </p:spPr>
            <p:txBody>
              <a:bodyPr/>
              <a:lstStyle/>
              <a:p>
                <a:r>
                  <a:rPr lang="en-US">
                    <a:noFill/>
                  </a:rPr>
                  <a:t> </a:t>
                </a:r>
              </a:p>
            </p:txBody>
          </p:sp>
        </mc:Fallback>
      </mc:AlternateContent>
      <p:sp>
        <p:nvSpPr>
          <p:cNvPr id="6" name="Google Shape;278;g104476d1465_1_17">
            <a:extLst>
              <a:ext uri="{FF2B5EF4-FFF2-40B4-BE49-F238E27FC236}">
                <a16:creationId xmlns:a16="http://schemas.microsoft.com/office/drawing/2014/main" id="{C626DD4B-AF0E-B846-831C-21AC8FD45F48}"/>
              </a:ext>
            </a:extLst>
          </p:cNvPr>
          <p:cNvSpPr/>
          <p:nvPr/>
        </p:nvSpPr>
        <p:spPr>
          <a:xfrm>
            <a:off x="0" y="-8101"/>
            <a:ext cx="223200" cy="6866100"/>
          </a:xfrm>
          <a:prstGeom prst="rect">
            <a:avLst/>
          </a:prstGeom>
          <a:solidFill>
            <a:srgbClr val="41BFAC"/>
          </a:solidFill>
          <a:ln w="9525" cap="flat" cmpd="sng">
            <a:solidFill>
              <a:srgbClr val="41BFAC"/>
            </a:solidFill>
            <a:prstDash val="solid"/>
            <a:round/>
            <a:headEnd type="none" w="sm" len="sm"/>
            <a:tailEnd type="none" w="sm" len="sm"/>
          </a:ln>
          <a:effectLst>
            <a:outerShdw blurRad="57150" dist="19050" dir="5400000" algn="bl" rotWithShape="0">
              <a:srgbClr val="000000">
                <a:alpha val="50000"/>
              </a:srgbClr>
            </a:outerShdw>
          </a:effectLst>
        </p:spPr>
        <p:txBody>
          <a:bodyPr spcFirstLastPara="1" wrap="square" lIns="91425" tIns="91425" rIns="91425" bIns="91425" anchor="ctr" anchorCtr="0">
            <a:noAutofit/>
          </a:bodyPr>
          <a:lstStyle/>
          <a:p>
            <a:endParaRPr dirty="0">
              <a:highlight>
                <a:srgbClr val="FFFF00"/>
              </a:highlight>
            </a:endParaRPr>
          </a:p>
        </p:txBody>
      </p:sp>
      <mc:AlternateContent xmlns:mc="http://schemas.openxmlformats.org/markup-compatibility/2006" xmlns:a14="http://schemas.microsoft.com/office/drawing/2010/main">
        <mc:Choice Requires="a14">
          <p:graphicFrame>
            <p:nvGraphicFramePr>
              <p:cNvPr id="2" name="Table 1"/>
              <p:cNvGraphicFramePr>
                <a:graphicFrameLocks noGrp="1"/>
              </p:cNvGraphicFramePr>
              <p:nvPr>
                <p:extLst>
                  <p:ext uri="{D42A27DB-BD31-4B8C-83A1-F6EECF244321}">
                    <p14:modId xmlns:p14="http://schemas.microsoft.com/office/powerpoint/2010/main" val="2356364452"/>
                  </p:ext>
                </p:extLst>
              </p:nvPr>
            </p:nvGraphicFramePr>
            <p:xfrm>
              <a:off x="1647823" y="1093936"/>
              <a:ext cx="6250869" cy="2504669"/>
            </p:xfrm>
            <a:graphic>
              <a:graphicData uri="http://schemas.openxmlformats.org/drawingml/2006/table">
                <a:tbl>
                  <a:tblPr firstRow="1" firstCol="1" bandRow="1"/>
                  <a:tblGrid>
                    <a:gridCol w="2966533">
                      <a:extLst>
                        <a:ext uri="{9D8B030D-6E8A-4147-A177-3AD203B41FA5}">
                          <a16:colId xmlns:a16="http://schemas.microsoft.com/office/drawing/2014/main" val="20000"/>
                        </a:ext>
                      </a:extLst>
                    </a:gridCol>
                    <a:gridCol w="3284336">
                      <a:extLst>
                        <a:ext uri="{9D8B030D-6E8A-4147-A177-3AD203B41FA5}">
                          <a16:colId xmlns:a16="http://schemas.microsoft.com/office/drawing/2014/main" val="20001"/>
                        </a:ext>
                      </a:extLst>
                    </a:gridCol>
                  </a:tblGrid>
                  <a:tr h="509219">
                    <a:tc>
                      <a:txBody>
                        <a:bodyPr/>
                        <a:lstStyle/>
                        <a:p>
                          <a:pPr marL="0" marR="0" algn="ctr">
                            <a:spcBef>
                              <a:spcPts val="0"/>
                            </a:spcBef>
                            <a:spcAft>
                              <a:spcPts val="0"/>
                            </a:spcAft>
                          </a:pPr>
                          <a:r>
                            <a:rPr lang="en-US" sz="2100" b="1" dirty="0">
                              <a:effectLst/>
                              <a:latin typeface="Verdana" charset="0"/>
                              <a:ea typeface="Verdana" charset="0"/>
                              <a:cs typeface="Verdana" charset="0"/>
                            </a:rPr>
                            <a:t>Part</a:t>
                          </a:r>
                          <a:endParaRPr lang="en-US" sz="2100" dirty="0">
                            <a:effectLst/>
                            <a:latin typeface="Verdana" charset="0"/>
                            <a:ea typeface="Verdana" charset="0"/>
                            <a:cs typeface="Verdana" charset="0"/>
                          </a:endParaRPr>
                        </a:p>
                      </a:txBody>
                      <a:tcPr marL="73689" marR="73689"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rgbClr val="BFBFBF"/>
                        </a:solidFill>
                      </a:tcPr>
                    </a:tc>
                    <a:tc>
                      <a:txBody>
                        <a:bodyPr/>
                        <a:lstStyle/>
                        <a:p>
                          <a:pPr marL="0" marR="0" algn="ctr">
                            <a:spcBef>
                              <a:spcPts val="0"/>
                            </a:spcBef>
                            <a:spcAft>
                              <a:spcPts val="0"/>
                            </a:spcAft>
                          </a:pPr>
                          <a:r>
                            <a:rPr lang="en-US" sz="2100" b="1" dirty="0">
                              <a:effectLst/>
                              <a:latin typeface="Verdana" charset="0"/>
                              <a:ea typeface="Verdana" charset="0"/>
                              <a:cs typeface="Verdana" charset="0"/>
                            </a:rPr>
                            <a:t>Measurement</a:t>
                          </a:r>
                          <a:endParaRPr lang="en-US" sz="2100" dirty="0">
                            <a:effectLst/>
                            <a:latin typeface="Verdana" charset="0"/>
                            <a:ea typeface="Verdana" charset="0"/>
                            <a:cs typeface="Verdana" charset="0"/>
                          </a:endParaRPr>
                        </a:p>
                      </a:txBody>
                      <a:tcPr marL="73689" marR="73689"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rgbClr val="BFBFBF"/>
                        </a:solidFill>
                      </a:tcPr>
                    </a:tc>
                    <a:extLst>
                      <a:ext uri="{0D108BD9-81ED-4DB2-BD59-A6C34878D82A}">
                        <a16:rowId xmlns:a16="http://schemas.microsoft.com/office/drawing/2014/main" val="10000"/>
                      </a:ext>
                    </a:extLst>
                  </a:tr>
                  <a:tr h="665150">
                    <a:tc>
                      <a:txBody>
                        <a:bodyPr/>
                        <a:lstStyle/>
                        <a:p>
                          <a:pPr marL="0" marR="0" algn="ctr">
                            <a:spcBef>
                              <a:spcPts val="0"/>
                            </a:spcBef>
                            <a:spcAft>
                              <a:spcPts val="0"/>
                            </a:spcAft>
                          </a:pPr>
                          <a14:m>
                            <m:oMathPara xmlns:m="http://schemas.openxmlformats.org/officeDocument/2006/math">
                              <m:oMathParaPr>
                                <m:jc m:val="centerGroup"/>
                              </m:oMathParaPr>
                              <m:oMath xmlns:m="http://schemas.openxmlformats.org/officeDocument/2006/math">
                                <m:acc>
                                  <m:accPr>
                                    <m:chr m:val="̅"/>
                                    <m:ctrlPr>
                                      <a:rPr lang="en-US" sz="2100" i="1">
                                        <a:effectLst/>
                                        <a:latin typeface="Cambria Math" panose="02040503050406030204" pitchFamily="18" charset="0"/>
                                        <a:ea typeface="Verdana" charset="0"/>
                                        <a:cs typeface="Verdana" charset="0"/>
                                      </a:rPr>
                                    </m:ctrlPr>
                                  </m:accPr>
                                  <m:e>
                                    <m:r>
                                      <a:rPr lang="en-US" sz="2100" i="1">
                                        <a:effectLst/>
                                        <a:latin typeface="Cambria Math" charset="0"/>
                                        <a:ea typeface="Verdana" charset="0"/>
                                        <a:cs typeface="Verdana" charset="0"/>
                                      </a:rPr>
                                      <m:t>𝐿𝐶</m:t>
                                    </m:r>
                                  </m:e>
                                </m:acc>
                              </m:oMath>
                            </m:oMathPara>
                          </a14:m>
                          <a:endParaRPr lang="en-US" sz="2100">
                            <a:effectLst/>
                            <a:latin typeface="Verdana" charset="0"/>
                            <a:ea typeface="Verdana" charset="0"/>
                            <a:cs typeface="Verdana" charset="0"/>
                          </a:endParaRPr>
                        </a:p>
                      </a:txBody>
                      <a:tcPr marL="73689" marR="73689"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marL="0" marR="0" algn="ctr">
                            <a:spcBef>
                              <a:spcPts val="0"/>
                            </a:spcBef>
                            <a:spcAft>
                              <a:spcPts val="0"/>
                            </a:spcAft>
                          </a:pPr>
                          <a:r>
                            <a:rPr lang="en-US" sz="2100" b="1">
                              <a:effectLst/>
                              <a:latin typeface="Verdana" charset="0"/>
                              <a:ea typeface="Verdana" charset="0"/>
                              <a:cs typeface="Verdana" charset="0"/>
                            </a:rPr>
                            <a:t> </a:t>
                          </a:r>
                          <a:endParaRPr lang="en-US" sz="2100">
                            <a:effectLst/>
                            <a:latin typeface="Verdana" charset="0"/>
                            <a:ea typeface="Verdana" charset="0"/>
                            <a:cs typeface="Verdana" charset="0"/>
                          </a:endParaRPr>
                        </a:p>
                      </a:txBody>
                      <a:tcPr marL="73689" marR="73689"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extLst>
                      <a:ext uri="{0D108BD9-81ED-4DB2-BD59-A6C34878D82A}">
                        <a16:rowId xmlns:a16="http://schemas.microsoft.com/office/drawing/2014/main" val="10001"/>
                      </a:ext>
                    </a:extLst>
                  </a:tr>
                  <a:tr h="665150">
                    <a:tc>
                      <a:txBody>
                        <a:bodyPr/>
                        <a:lstStyle/>
                        <a:p>
                          <a:pPr marL="0" marR="0" algn="ctr">
                            <a:spcBef>
                              <a:spcPts val="0"/>
                            </a:spcBef>
                            <a:spcAft>
                              <a:spcPts val="0"/>
                            </a:spcAft>
                          </a:pPr>
                          <a14:m>
                            <m:oMathPara xmlns:m="http://schemas.openxmlformats.org/officeDocument/2006/math">
                              <m:oMathParaPr>
                                <m:jc m:val="centerGroup"/>
                              </m:oMathParaPr>
                              <m:oMath xmlns:m="http://schemas.openxmlformats.org/officeDocument/2006/math">
                                <m:r>
                                  <a:rPr lang="en-US" sz="2100" i="1">
                                    <a:effectLst/>
                                    <a:latin typeface="Cambria Math" charset="0"/>
                                    <a:ea typeface="Verdana" charset="0"/>
                                    <a:cs typeface="Verdana" charset="0"/>
                                  </a:rPr>
                                  <m:t>∠</m:t>
                                </m:r>
                                <m:r>
                                  <a:rPr lang="en-US" sz="2100" i="1">
                                    <a:effectLst/>
                                    <a:latin typeface="Cambria Math" charset="0"/>
                                    <a:ea typeface="Verdana" charset="0"/>
                                    <a:cs typeface="Verdana" charset="0"/>
                                  </a:rPr>
                                  <m:t>𝐶</m:t>
                                </m:r>
                              </m:oMath>
                            </m:oMathPara>
                          </a14:m>
                          <a:endParaRPr lang="en-US" sz="2100">
                            <a:effectLst/>
                            <a:latin typeface="Verdana" charset="0"/>
                            <a:ea typeface="Verdana" charset="0"/>
                            <a:cs typeface="Verdana" charset="0"/>
                          </a:endParaRPr>
                        </a:p>
                      </a:txBody>
                      <a:tcPr marL="73689" marR="73689"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marL="0" marR="0" algn="ctr">
                            <a:spcBef>
                              <a:spcPts val="0"/>
                            </a:spcBef>
                            <a:spcAft>
                              <a:spcPts val="0"/>
                            </a:spcAft>
                          </a:pPr>
                          <a:r>
                            <a:rPr lang="en-US" sz="2100" b="1">
                              <a:effectLst/>
                              <a:latin typeface="Verdana" charset="0"/>
                              <a:ea typeface="Verdana" charset="0"/>
                              <a:cs typeface="Verdana" charset="0"/>
                            </a:rPr>
                            <a:t> </a:t>
                          </a:r>
                          <a:endParaRPr lang="en-US" sz="2100">
                            <a:effectLst/>
                            <a:latin typeface="Verdana" charset="0"/>
                            <a:ea typeface="Verdana" charset="0"/>
                            <a:cs typeface="Verdana" charset="0"/>
                          </a:endParaRPr>
                        </a:p>
                      </a:txBody>
                      <a:tcPr marL="73689" marR="73689"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extLst>
                      <a:ext uri="{0D108BD9-81ED-4DB2-BD59-A6C34878D82A}">
                        <a16:rowId xmlns:a16="http://schemas.microsoft.com/office/drawing/2014/main" val="10002"/>
                      </a:ext>
                    </a:extLst>
                  </a:tr>
                  <a:tr h="665150">
                    <a:tc>
                      <a:txBody>
                        <a:bodyPr/>
                        <a:lstStyle/>
                        <a:p>
                          <a:pPr marL="0" marR="0" algn="ctr">
                            <a:spcBef>
                              <a:spcPts val="0"/>
                            </a:spcBef>
                            <a:spcAft>
                              <a:spcPts val="0"/>
                            </a:spcAft>
                          </a:pPr>
                          <a14:m>
                            <m:oMathPara xmlns:m="http://schemas.openxmlformats.org/officeDocument/2006/math">
                              <m:oMathParaPr>
                                <m:jc m:val="centerGroup"/>
                              </m:oMathParaPr>
                              <m:oMath xmlns:m="http://schemas.openxmlformats.org/officeDocument/2006/math">
                                <m:r>
                                  <a:rPr lang="en-US" sz="2100" i="1">
                                    <a:effectLst/>
                                    <a:latin typeface="Cambria Math" charset="0"/>
                                    <a:ea typeface="Verdana" charset="0"/>
                                    <a:cs typeface="Verdana" charset="0"/>
                                  </a:rPr>
                                  <m:t>∠</m:t>
                                </m:r>
                                <m:r>
                                  <a:rPr lang="en-US" sz="2100" i="1">
                                    <a:effectLst/>
                                    <a:latin typeface="Cambria Math" charset="0"/>
                                    <a:ea typeface="Verdana" charset="0"/>
                                    <a:cs typeface="Verdana" charset="0"/>
                                  </a:rPr>
                                  <m:t>𝐿</m:t>
                                </m:r>
                              </m:oMath>
                            </m:oMathPara>
                          </a14:m>
                          <a:endParaRPr lang="en-US" sz="2100">
                            <a:effectLst/>
                            <a:latin typeface="Verdana" charset="0"/>
                            <a:ea typeface="Verdana" charset="0"/>
                            <a:cs typeface="Verdana" charset="0"/>
                          </a:endParaRPr>
                        </a:p>
                      </a:txBody>
                      <a:tcPr marL="73689" marR="73689"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marL="0" marR="0" algn="ctr">
                            <a:spcBef>
                              <a:spcPts val="0"/>
                            </a:spcBef>
                            <a:spcAft>
                              <a:spcPts val="0"/>
                            </a:spcAft>
                          </a:pPr>
                          <a:r>
                            <a:rPr lang="en-US" sz="2100" b="1" dirty="0">
                              <a:effectLst/>
                              <a:latin typeface="Verdana" charset="0"/>
                              <a:ea typeface="Verdana" charset="0"/>
                              <a:cs typeface="Verdana" charset="0"/>
                            </a:rPr>
                            <a:t> </a:t>
                          </a:r>
                          <a:endParaRPr lang="en-US" sz="2100" dirty="0">
                            <a:effectLst/>
                            <a:latin typeface="Verdana" charset="0"/>
                            <a:ea typeface="Verdana" charset="0"/>
                            <a:cs typeface="Verdana" charset="0"/>
                          </a:endParaRPr>
                        </a:p>
                      </a:txBody>
                      <a:tcPr marL="73689" marR="73689"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extLst>
                      <a:ext uri="{0D108BD9-81ED-4DB2-BD59-A6C34878D82A}">
                        <a16:rowId xmlns:a16="http://schemas.microsoft.com/office/drawing/2014/main" val="10003"/>
                      </a:ext>
                    </a:extLst>
                  </a:tr>
                </a:tbl>
              </a:graphicData>
            </a:graphic>
          </p:graphicFrame>
        </mc:Choice>
        <mc:Fallback xmlns="">
          <p:graphicFrame>
            <p:nvGraphicFramePr>
              <p:cNvPr id="2" name="Table 1"/>
              <p:cNvGraphicFramePr>
                <a:graphicFrameLocks noGrp="1"/>
              </p:cNvGraphicFramePr>
              <p:nvPr>
                <p:extLst>
                  <p:ext uri="{D42A27DB-BD31-4B8C-83A1-F6EECF244321}">
                    <p14:modId xmlns:p14="http://schemas.microsoft.com/office/powerpoint/2010/main" val="2356364452"/>
                  </p:ext>
                </p:extLst>
              </p:nvPr>
            </p:nvGraphicFramePr>
            <p:xfrm>
              <a:off x="1647823" y="1093936"/>
              <a:ext cx="6250869" cy="2504669"/>
            </p:xfrm>
            <a:graphic>
              <a:graphicData uri="http://schemas.openxmlformats.org/drawingml/2006/table">
                <a:tbl>
                  <a:tblPr firstRow="1" firstCol="1" bandRow="1"/>
                  <a:tblGrid>
                    <a:gridCol w="2966533">
                      <a:extLst>
                        <a:ext uri="{9D8B030D-6E8A-4147-A177-3AD203B41FA5}">
                          <a16:colId xmlns:a16="http://schemas.microsoft.com/office/drawing/2014/main" val="20000"/>
                        </a:ext>
                      </a:extLst>
                    </a:gridCol>
                    <a:gridCol w="3284336">
                      <a:extLst>
                        <a:ext uri="{9D8B030D-6E8A-4147-A177-3AD203B41FA5}">
                          <a16:colId xmlns:a16="http://schemas.microsoft.com/office/drawing/2014/main" val="20001"/>
                        </a:ext>
                      </a:extLst>
                    </a:gridCol>
                  </a:tblGrid>
                  <a:tr h="509219">
                    <a:tc>
                      <a:txBody>
                        <a:bodyPr/>
                        <a:lstStyle/>
                        <a:p>
                          <a:pPr marL="0" marR="0" algn="ctr">
                            <a:spcBef>
                              <a:spcPts val="0"/>
                            </a:spcBef>
                            <a:spcAft>
                              <a:spcPts val="0"/>
                            </a:spcAft>
                          </a:pPr>
                          <a:r>
                            <a:rPr lang="en-US" sz="2100" b="1" dirty="0">
                              <a:effectLst/>
                              <a:latin typeface="Verdana" charset="0"/>
                              <a:ea typeface="Verdana" charset="0"/>
                              <a:cs typeface="Verdana" charset="0"/>
                            </a:rPr>
                            <a:t>Part</a:t>
                          </a:r>
                          <a:endParaRPr lang="en-US" sz="2100" dirty="0">
                            <a:effectLst/>
                            <a:latin typeface="Verdana" charset="0"/>
                            <a:ea typeface="Verdana" charset="0"/>
                            <a:cs typeface="Verdana" charset="0"/>
                          </a:endParaRPr>
                        </a:p>
                      </a:txBody>
                      <a:tcPr marL="73689" marR="73689"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rgbClr val="BFBFBF"/>
                        </a:solidFill>
                      </a:tcPr>
                    </a:tc>
                    <a:tc>
                      <a:txBody>
                        <a:bodyPr/>
                        <a:lstStyle/>
                        <a:p>
                          <a:pPr marL="0" marR="0" algn="ctr">
                            <a:spcBef>
                              <a:spcPts val="0"/>
                            </a:spcBef>
                            <a:spcAft>
                              <a:spcPts val="0"/>
                            </a:spcAft>
                          </a:pPr>
                          <a:r>
                            <a:rPr lang="en-US" sz="2100" b="1" dirty="0">
                              <a:effectLst/>
                              <a:latin typeface="Verdana" charset="0"/>
                              <a:ea typeface="Verdana" charset="0"/>
                              <a:cs typeface="Verdana" charset="0"/>
                            </a:rPr>
                            <a:t>Measurement</a:t>
                          </a:r>
                          <a:endParaRPr lang="en-US" sz="2100" dirty="0">
                            <a:effectLst/>
                            <a:latin typeface="Verdana" charset="0"/>
                            <a:ea typeface="Verdana" charset="0"/>
                            <a:cs typeface="Verdana" charset="0"/>
                          </a:endParaRPr>
                        </a:p>
                      </a:txBody>
                      <a:tcPr marL="73689" marR="73689"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rgbClr val="BFBFBF"/>
                        </a:solidFill>
                      </a:tcPr>
                    </a:tc>
                    <a:extLst>
                      <a:ext uri="{0D108BD9-81ED-4DB2-BD59-A6C34878D82A}">
                        <a16:rowId xmlns:a16="http://schemas.microsoft.com/office/drawing/2014/main" val="10000"/>
                      </a:ext>
                    </a:extLst>
                  </a:tr>
                  <a:tr h="665150">
                    <a:tc>
                      <a:txBody>
                        <a:bodyPr/>
                        <a:lstStyle/>
                        <a:p>
                          <a:endParaRPr lang="en-US"/>
                        </a:p>
                      </a:txBody>
                      <a:tcPr marL="73689" marR="73689"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blipFill>
                          <a:blip r:embed="rId5"/>
                          <a:stretch>
                            <a:fillRect l="-205" t="-77982" r="-111088" b="-202752"/>
                          </a:stretch>
                        </a:blipFill>
                      </a:tcPr>
                    </a:tc>
                    <a:tc>
                      <a:txBody>
                        <a:bodyPr/>
                        <a:lstStyle/>
                        <a:p>
                          <a:pPr marL="0" marR="0" algn="ctr">
                            <a:spcBef>
                              <a:spcPts val="0"/>
                            </a:spcBef>
                            <a:spcAft>
                              <a:spcPts val="0"/>
                            </a:spcAft>
                          </a:pPr>
                          <a:r>
                            <a:rPr lang="en-US" sz="2100" b="1">
                              <a:effectLst/>
                              <a:latin typeface="Verdana" charset="0"/>
                              <a:ea typeface="Verdana" charset="0"/>
                              <a:cs typeface="Verdana" charset="0"/>
                            </a:rPr>
                            <a:t> </a:t>
                          </a:r>
                          <a:endParaRPr lang="en-US" sz="2100">
                            <a:effectLst/>
                            <a:latin typeface="Verdana" charset="0"/>
                            <a:ea typeface="Verdana" charset="0"/>
                            <a:cs typeface="Verdana" charset="0"/>
                          </a:endParaRPr>
                        </a:p>
                      </a:txBody>
                      <a:tcPr marL="73689" marR="73689"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extLst>
                      <a:ext uri="{0D108BD9-81ED-4DB2-BD59-A6C34878D82A}">
                        <a16:rowId xmlns:a16="http://schemas.microsoft.com/office/drawing/2014/main" val="10001"/>
                      </a:ext>
                    </a:extLst>
                  </a:tr>
                  <a:tr h="665150">
                    <a:tc>
                      <a:txBody>
                        <a:bodyPr/>
                        <a:lstStyle/>
                        <a:p>
                          <a:endParaRPr lang="en-US"/>
                        </a:p>
                      </a:txBody>
                      <a:tcPr marL="73689" marR="73689"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blipFill>
                          <a:blip r:embed="rId5"/>
                          <a:stretch>
                            <a:fillRect l="-205" t="-176364" r="-111088" b="-100909"/>
                          </a:stretch>
                        </a:blipFill>
                      </a:tcPr>
                    </a:tc>
                    <a:tc>
                      <a:txBody>
                        <a:bodyPr/>
                        <a:lstStyle/>
                        <a:p>
                          <a:pPr marL="0" marR="0" algn="ctr">
                            <a:spcBef>
                              <a:spcPts val="0"/>
                            </a:spcBef>
                            <a:spcAft>
                              <a:spcPts val="0"/>
                            </a:spcAft>
                          </a:pPr>
                          <a:r>
                            <a:rPr lang="en-US" sz="2100" b="1">
                              <a:effectLst/>
                              <a:latin typeface="Verdana" charset="0"/>
                              <a:ea typeface="Verdana" charset="0"/>
                              <a:cs typeface="Verdana" charset="0"/>
                            </a:rPr>
                            <a:t> </a:t>
                          </a:r>
                          <a:endParaRPr lang="en-US" sz="2100">
                            <a:effectLst/>
                            <a:latin typeface="Verdana" charset="0"/>
                            <a:ea typeface="Verdana" charset="0"/>
                            <a:cs typeface="Verdana" charset="0"/>
                          </a:endParaRPr>
                        </a:p>
                      </a:txBody>
                      <a:tcPr marL="73689" marR="73689"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extLst>
                      <a:ext uri="{0D108BD9-81ED-4DB2-BD59-A6C34878D82A}">
                        <a16:rowId xmlns:a16="http://schemas.microsoft.com/office/drawing/2014/main" val="10002"/>
                      </a:ext>
                    </a:extLst>
                  </a:tr>
                  <a:tr h="665150">
                    <a:tc>
                      <a:txBody>
                        <a:bodyPr/>
                        <a:lstStyle/>
                        <a:p>
                          <a:endParaRPr lang="en-US"/>
                        </a:p>
                      </a:txBody>
                      <a:tcPr marL="73689" marR="73689"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blipFill>
                          <a:blip r:embed="rId5"/>
                          <a:stretch>
                            <a:fillRect l="-205" t="-278899" r="-111088" b="-1835"/>
                          </a:stretch>
                        </a:blipFill>
                      </a:tcPr>
                    </a:tc>
                    <a:tc>
                      <a:txBody>
                        <a:bodyPr/>
                        <a:lstStyle/>
                        <a:p>
                          <a:pPr marL="0" marR="0" algn="ctr">
                            <a:spcBef>
                              <a:spcPts val="0"/>
                            </a:spcBef>
                            <a:spcAft>
                              <a:spcPts val="0"/>
                            </a:spcAft>
                          </a:pPr>
                          <a:r>
                            <a:rPr lang="en-US" sz="2100" b="1" dirty="0">
                              <a:effectLst/>
                              <a:latin typeface="Verdana" charset="0"/>
                              <a:ea typeface="Verdana" charset="0"/>
                              <a:cs typeface="Verdana" charset="0"/>
                            </a:rPr>
                            <a:t> </a:t>
                          </a:r>
                          <a:endParaRPr lang="en-US" sz="2100" dirty="0">
                            <a:effectLst/>
                            <a:latin typeface="Verdana" charset="0"/>
                            <a:ea typeface="Verdana" charset="0"/>
                            <a:cs typeface="Verdana" charset="0"/>
                          </a:endParaRPr>
                        </a:p>
                      </a:txBody>
                      <a:tcPr marL="73689" marR="73689"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extLst>
                      <a:ext uri="{0D108BD9-81ED-4DB2-BD59-A6C34878D82A}">
                        <a16:rowId xmlns:a16="http://schemas.microsoft.com/office/drawing/2014/main" val="10003"/>
                      </a:ext>
                    </a:extLst>
                  </a:tr>
                </a:tbl>
              </a:graphicData>
            </a:graphic>
          </p:graphicFrame>
        </mc:Fallback>
      </mc:AlternateContent>
    </p:spTree>
    <p:extLst>
      <p:ext uri="{BB962C8B-B14F-4D97-AF65-F5344CB8AC3E}">
        <p14:creationId xmlns:p14="http://schemas.microsoft.com/office/powerpoint/2010/main" val="252435754"/>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Shape 308"/>
        <p:cNvGrpSpPr/>
        <p:nvPr/>
      </p:nvGrpSpPr>
      <p:grpSpPr>
        <a:xfrm>
          <a:off x="0" y="0"/>
          <a:ext cx="0" cy="0"/>
          <a:chOff x="0" y="0"/>
          <a:chExt cx="0" cy="0"/>
        </a:xfrm>
      </p:grpSpPr>
      <p:sp>
        <p:nvSpPr>
          <p:cNvPr id="309" name="Google Shape;309;g104476d1465_1_39"/>
          <p:cNvSpPr/>
          <p:nvPr/>
        </p:nvSpPr>
        <p:spPr>
          <a:xfrm>
            <a:off x="0" y="-8225"/>
            <a:ext cx="2731200" cy="6866100"/>
          </a:xfrm>
          <a:prstGeom prst="rect">
            <a:avLst/>
          </a:prstGeom>
          <a:solidFill>
            <a:srgbClr val="41BFAC"/>
          </a:solidFill>
          <a:ln w="9525" cap="flat" cmpd="sng">
            <a:solidFill>
              <a:srgbClr val="41BFAC"/>
            </a:solidFill>
            <a:prstDash val="solid"/>
            <a:round/>
            <a:headEnd type="none" w="sm" len="sm"/>
            <a:tailEnd type="none" w="sm" len="sm"/>
          </a:ln>
          <a:effectLst>
            <a:outerShdw blurRad="50800" dist="38100" dir="2700000" algn="tl" rotWithShape="0">
              <a:prstClr val="black">
                <a:alpha val="40000"/>
              </a:prstClr>
            </a:outerShdw>
          </a:effectLst>
        </p:spPr>
        <p:txBody>
          <a:bodyPr spcFirstLastPara="1" wrap="square" lIns="91425" tIns="91425" rIns="91425" bIns="91425" anchor="ctr" anchorCtr="0">
            <a:noAutofit/>
          </a:bodyPr>
          <a:lstStyle/>
          <a:p>
            <a:endParaRPr/>
          </a:p>
        </p:txBody>
      </p:sp>
      <p:sp>
        <p:nvSpPr>
          <p:cNvPr id="310" name="Google Shape;310;g104476d1465_1_39"/>
          <p:cNvSpPr txBox="1"/>
          <p:nvPr/>
        </p:nvSpPr>
        <p:spPr>
          <a:xfrm>
            <a:off x="8889924" y="6457674"/>
            <a:ext cx="2634000" cy="400200"/>
          </a:xfrm>
          <a:prstGeom prst="rect">
            <a:avLst/>
          </a:prstGeom>
          <a:noFill/>
          <a:ln>
            <a:noFill/>
          </a:ln>
        </p:spPr>
        <p:txBody>
          <a:bodyPr spcFirstLastPara="1" wrap="square" lIns="91425" tIns="91425" rIns="91425" bIns="91425" anchor="t" anchorCtr="0">
            <a:spAutoFit/>
          </a:bodyPr>
          <a:lstStyle/>
          <a:p>
            <a:pPr lvl="0" algn="r"/>
            <a:r>
              <a:rPr lang="it-IT" i="1" dirty="0">
                <a:latin typeface="Calibri"/>
                <a:ea typeface="Calibri"/>
                <a:cs typeface="Calibri"/>
                <a:sym typeface="Calibri"/>
              </a:rPr>
              <a:t>volume 1, </a:t>
            </a:r>
            <a:r>
              <a:rPr lang="it-IT" i="1" dirty="0" err="1">
                <a:latin typeface="Calibri"/>
                <a:ea typeface="Calibri"/>
                <a:cs typeface="Calibri"/>
                <a:sym typeface="Calibri"/>
              </a:rPr>
              <a:t>pg</a:t>
            </a:r>
            <a:r>
              <a:rPr lang="it-IT" i="1" dirty="0">
                <a:latin typeface="Calibri"/>
                <a:ea typeface="Calibri"/>
                <a:cs typeface="Calibri"/>
                <a:sym typeface="Calibri"/>
              </a:rPr>
              <a:t>. 439</a:t>
            </a:r>
          </a:p>
        </p:txBody>
      </p:sp>
      <p:pic>
        <p:nvPicPr>
          <p:cNvPr id="311" name="Google Shape;311;g104476d1465_1_39"/>
          <p:cNvPicPr preferRelativeResize="0"/>
          <p:nvPr/>
        </p:nvPicPr>
        <p:blipFill>
          <a:blip r:embed="rId3" cstate="screen">
            <a:alphaModFix/>
            <a:extLst>
              <a:ext uri="{28A0092B-C50C-407E-A947-70E740481C1C}">
                <a14:useLocalDpi xmlns:a14="http://schemas.microsoft.com/office/drawing/2010/main"/>
              </a:ext>
            </a:extLst>
          </a:blip>
          <a:stretch>
            <a:fillRect/>
          </a:stretch>
        </p:blipFill>
        <p:spPr>
          <a:xfrm>
            <a:off x="11628150" y="6200599"/>
            <a:ext cx="563850" cy="657276"/>
          </a:xfrm>
          <a:prstGeom prst="rect">
            <a:avLst/>
          </a:prstGeom>
          <a:noFill/>
          <a:ln>
            <a:noFill/>
          </a:ln>
          <a:effectLst>
            <a:outerShdw blurRad="57150" dist="19050" dir="5400000" algn="bl" rotWithShape="0">
              <a:srgbClr val="000000">
                <a:alpha val="50000"/>
              </a:srgbClr>
            </a:outerShdw>
          </a:effectLst>
        </p:spPr>
      </p:pic>
      <p:sp>
        <p:nvSpPr>
          <p:cNvPr id="313" name="Google Shape;313;g104476d1465_1_39"/>
          <p:cNvSpPr txBox="1">
            <a:spLocks noGrp="1"/>
          </p:cNvSpPr>
          <p:nvPr>
            <p:ph type="title" idx="4294967295"/>
          </p:nvPr>
        </p:nvSpPr>
        <p:spPr>
          <a:xfrm>
            <a:off x="5250339" y="2779100"/>
            <a:ext cx="4480750" cy="1325700"/>
          </a:xfrm>
          <a:prstGeom prst="rect">
            <a:avLst/>
          </a:prstGeom>
          <a:noFill/>
          <a:ln>
            <a:noFill/>
          </a:ln>
        </p:spPr>
        <p:txBody>
          <a:bodyPr spcFirstLastPara="1" wrap="square" lIns="91425" tIns="45700" rIns="91425" bIns="45700" anchor="ctr" anchorCtr="0">
            <a:normAutofit/>
          </a:bodyPr>
          <a:lstStyle/>
          <a:p>
            <a:pPr algn="ctr">
              <a:buClr>
                <a:schemeClr val="lt1"/>
              </a:buClr>
              <a:buSzPts val="4800"/>
            </a:pPr>
            <a:r>
              <a:rPr lang="en-US" sz="5500" b="1" dirty="0">
                <a:solidFill>
                  <a:srgbClr val="3F2A67"/>
                </a:solidFill>
                <a:latin typeface="Verdana"/>
                <a:ea typeface="Verdana"/>
                <a:cs typeface="Verdana"/>
                <a:sym typeface="Verdana"/>
              </a:rPr>
              <a:t>Wrap-Up</a:t>
            </a:r>
            <a:endParaRPr sz="5100" b="1" dirty="0">
              <a:solidFill>
                <a:srgbClr val="3F2A67"/>
              </a:solidFill>
              <a:latin typeface="Verdana"/>
              <a:ea typeface="Verdana"/>
              <a:cs typeface="Verdana"/>
              <a:sym typeface="Verdana"/>
            </a:endParaRPr>
          </a:p>
        </p:txBody>
      </p:sp>
      <p:pic>
        <p:nvPicPr>
          <p:cNvPr id="7" name="Google Shape;450;g103996e1364_0_457">
            <a:extLst>
              <a:ext uri="{FF2B5EF4-FFF2-40B4-BE49-F238E27FC236}">
                <a16:creationId xmlns:a16="http://schemas.microsoft.com/office/drawing/2014/main" id="{DE95225C-59B5-E847-AFA2-B83DCFFA10D8}"/>
              </a:ext>
            </a:extLst>
          </p:cNvPr>
          <p:cNvPicPr preferRelativeResize="0"/>
          <p:nvPr/>
        </p:nvPicPr>
        <p:blipFill rotWithShape="1">
          <a:blip r:embed="rId4">
            <a:alphaModFix/>
          </a:blip>
          <a:srcRect/>
          <a:stretch/>
        </p:blipFill>
        <p:spPr>
          <a:xfrm>
            <a:off x="4429333" y="2933695"/>
            <a:ext cx="1008299" cy="1016513"/>
          </a:xfrm>
          <a:prstGeom prst="rect">
            <a:avLst/>
          </a:prstGeom>
          <a:noFill/>
          <a:ln>
            <a:noFill/>
          </a:ln>
          <a:effectLst>
            <a:outerShdw blurRad="50800" dist="38100" dir="2700000" algn="tl" rotWithShape="0">
              <a:prstClr val="black">
                <a:alpha val="40000"/>
              </a:prstClr>
            </a:outerShdw>
          </a:effectLst>
        </p:spPr>
      </p:pic>
    </p:spTree>
    <p:extLst>
      <p:ext uri="{BB962C8B-B14F-4D97-AF65-F5344CB8AC3E}">
        <p14:creationId xmlns:p14="http://schemas.microsoft.com/office/powerpoint/2010/main" val="676908715"/>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Shape 277"/>
        <p:cNvGrpSpPr/>
        <p:nvPr/>
      </p:nvGrpSpPr>
      <p:grpSpPr>
        <a:xfrm>
          <a:off x="0" y="0"/>
          <a:ext cx="0" cy="0"/>
          <a:chOff x="0" y="0"/>
          <a:chExt cx="0" cy="0"/>
        </a:xfrm>
      </p:grpSpPr>
      <p:sp>
        <p:nvSpPr>
          <p:cNvPr id="282" name="Google Shape;282;g104476d1465_1_17"/>
          <p:cNvSpPr txBox="1"/>
          <p:nvPr/>
        </p:nvSpPr>
        <p:spPr>
          <a:xfrm>
            <a:off x="8889924" y="6457799"/>
            <a:ext cx="2634000" cy="400200"/>
          </a:xfrm>
          <a:prstGeom prst="rect">
            <a:avLst/>
          </a:prstGeom>
          <a:noFill/>
          <a:ln>
            <a:noFill/>
          </a:ln>
        </p:spPr>
        <p:txBody>
          <a:bodyPr spcFirstLastPara="1" wrap="square" lIns="91425" tIns="91425" rIns="91425" bIns="91425" anchor="t" anchorCtr="0">
            <a:spAutoFit/>
          </a:bodyPr>
          <a:lstStyle/>
          <a:p>
            <a:pPr lvl="0" algn="r"/>
            <a:r>
              <a:rPr lang="it-IT" i="1" dirty="0">
                <a:latin typeface="Calibri"/>
                <a:ea typeface="Calibri"/>
                <a:cs typeface="Calibri"/>
                <a:sym typeface="Calibri"/>
              </a:rPr>
              <a:t>volume 1, </a:t>
            </a:r>
            <a:r>
              <a:rPr lang="it-IT" i="1" dirty="0" err="1">
                <a:latin typeface="Calibri"/>
                <a:ea typeface="Calibri"/>
                <a:cs typeface="Calibri"/>
                <a:sym typeface="Calibri"/>
              </a:rPr>
              <a:t>pg</a:t>
            </a:r>
            <a:r>
              <a:rPr lang="it-IT" i="1" dirty="0">
                <a:latin typeface="Calibri"/>
                <a:ea typeface="Calibri"/>
                <a:cs typeface="Calibri"/>
                <a:sym typeface="Calibri"/>
              </a:rPr>
              <a:t>. 439</a:t>
            </a:r>
          </a:p>
        </p:txBody>
      </p:sp>
      <p:pic>
        <p:nvPicPr>
          <p:cNvPr id="283" name="Google Shape;283;g104476d1465_1_17"/>
          <p:cNvPicPr preferRelativeResize="0"/>
          <p:nvPr/>
        </p:nvPicPr>
        <p:blipFill>
          <a:blip r:embed="rId3" cstate="screen">
            <a:alphaModFix/>
            <a:extLst>
              <a:ext uri="{28A0092B-C50C-407E-A947-70E740481C1C}">
                <a14:useLocalDpi xmlns:a14="http://schemas.microsoft.com/office/drawing/2010/main"/>
              </a:ext>
            </a:extLst>
          </a:blip>
          <a:stretch>
            <a:fillRect/>
          </a:stretch>
        </p:blipFill>
        <p:spPr>
          <a:xfrm>
            <a:off x="11628150" y="6200724"/>
            <a:ext cx="563850" cy="657276"/>
          </a:xfrm>
          <a:prstGeom prst="rect">
            <a:avLst/>
          </a:prstGeom>
          <a:noFill/>
          <a:ln>
            <a:noFill/>
          </a:ln>
          <a:effectLst>
            <a:outerShdw blurRad="57150" dist="19050" dir="5400000" algn="bl" rotWithShape="0">
              <a:srgbClr val="000000">
                <a:alpha val="50000"/>
              </a:srgbClr>
            </a:outerShdw>
          </a:effectLst>
        </p:spPr>
      </p:pic>
      <p:sp>
        <p:nvSpPr>
          <p:cNvPr id="7" name="Google Shape;456;g103996e1364_0_463">
            <a:extLst>
              <a:ext uri="{FF2B5EF4-FFF2-40B4-BE49-F238E27FC236}">
                <a16:creationId xmlns:a16="http://schemas.microsoft.com/office/drawing/2014/main" id="{68C03D65-F0BF-3F41-B52A-024F47388982}"/>
              </a:ext>
            </a:extLst>
          </p:cNvPr>
          <p:cNvSpPr txBox="1">
            <a:spLocks/>
          </p:cNvSpPr>
          <p:nvPr/>
        </p:nvSpPr>
        <p:spPr>
          <a:xfrm>
            <a:off x="1092068" y="-82446"/>
            <a:ext cx="8019300" cy="1325700"/>
          </a:xfrm>
          <a:prstGeom prst="rect">
            <a:avLst/>
          </a:prstGeom>
          <a:noFill/>
          <a:ln>
            <a:noFill/>
          </a:ln>
        </p:spPr>
        <p:txBody>
          <a:bodyPr spcFirstLastPara="1" wrap="square" lIns="91425" tIns="45700" rIns="91425" bIns="45700" anchor="ctr" anchorCtr="0">
            <a:noAutofit/>
          </a:bodyP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a:lstStyle>
          <a:p>
            <a:pPr>
              <a:lnSpc>
                <a:spcPct val="90000"/>
              </a:lnSpc>
              <a:buClr>
                <a:schemeClr val="dk1"/>
              </a:buClr>
              <a:buSzPts val="5400"/>
              <a:buFont typeface="Century Gothic"/>
              <a:buNone/>
            </a:pPr>
            <a:r>
              <a:rPr lang="en-US" sz="3600" b="1" dirty="0">
                <a:solidFill>
                  <a:srgbClr val="3F2A67"/>
                </a:solidFill>
                <a:latin typeface="Verdana"/>
                <a:ea typeface="Verdana"/>
                <a:cs typeface="Verdana"/>
                <a:sym typeface="Verdana"/>
              </a:rPr>
              <a:t>7.H2.6 Wrap-Up: Cool Down</a:t>
            </a:r>
          </a:p>
        </p:txBody>
      </p:sp>
      <p:pic>
        <p:nvPicPr>
          <p:cNvPr id="9" name="Google Shape;458;g103996e1364_0_463">
            <a:extLst>
              <a:ext uri="{FF2B5EF4-FFF2-40B4-BE49-F238E27FC236}">
                <a16:creationId xmlns:a16="http://schemas.microsoft.com/office/drawing/2014/main" id="{EEA44D6C-2366-AC41-B1B5-EDDC34786A66}"/>
              </a:ext>
            </a:extLst>
          </p:cNvPr>
          <p:cNvPicPr preferRelativeResize="0"/>
          <p:nvPr/>
        </p:nvPicPr>
        <p:blipFill rotWithShape="1">
          <a:blip r:embed="rId4">
            <a:alphaModFix/>
          </a:blip>
          <a:srcRect/>
          <a:stretch/>
        </p:blipFill>
        <p:spPr>
          <a:xfrm>
            <a:off x="262618" y="60450"/>
            <a:ext cx="747300" cy="747300"/>
          </a:xfrm>
          <a:prstGeom prst="rect">
            <a:avLst/>
          </a:prstGeom>
          <a:noFill/>
          <a:ln>
            <a:noFill/>
          </a:ln>
          <a:effectLst>
            <a:outerShdw blurRad="50800" dist="38100" dir="2700000" algn="tl" rotWithShape="0">
              <a:prstClr val="black">
                <a:alpha val="40000"/>
              </a:prstClr>
            </a:outerShdw>
          </a:effectLst>
        </p:spPr>
      </p:pic>
      <p:sp>
        <p:nvSpPr>
          <p:cNvPr id="12" name="TextBox 11">
            <a:extLst>
              <a:ext uri="{FF2B5EF4-FFF2-40B4-BE49-F238E27FC236}">
                <a16:creationId xmlns:a16="http://schemas.microsoft.com/office/drawing/2014/main" id="{0370EDB7-6994-3D43-ABF9-E04CBAFB9CD9}"/>
              </a:ext>
            </a:extLst>
          </p:cNvPr>
          <p:cNvSpPr txBox="1"/>
          <p:nvPr/>
        </p:nvSpPr>
        <p:spPr>
          <a:xfrm>
            <a:off x="611687" y="1126410"/>
            <a:ext cx="8369475" cy="400110"/>
          </a:xfrm>
          <a:prstGeom prst="rect">
            <a:avLst/>
          </a:prstGeom>
          <a:noFill/>
        </p:spPr>
        <p:txBody>
          <a:bodyPr wrap="square" rtlCol="0">
            <a:spAutoFit/>
          </a:bodyPr>
          <a:lstStyle/>
          <a:p>
            <a:pPr marL="457200" indent="-457200">
              <a:buFont typeface="+mj-lt"/>
              <a:buAutoNum type="arabicPeriod"/>
            </a:pPr>
            <a:r>
              <a:rPr lang="en-US" sz="2000" dirty="0">
                <a:latin typeface="Verdana" charset="0"/>
                <a:ea typeface="Verdana" charset="0"/>
                <a:cs typeface="Verdana" charset="0"/>
              </a:rPr>
              <a:t>Write a summary of what you learned today.</a:t>
            </a:r>
          </a:p>
        </p:txBody>
      </p:sp>
      <p:sp>
        <p:nvSpPr>
          <p:cNvPr id="8" name="Google Shape;278;g104476d1465_1_17">
            <a:extLst>
              <a:ext uri="{FF2B5EF4-FFF2-40B4-BE49-F238E27FC236}">
                <a16:creationId xmlns:a16="http://schemas.microsoft.com/office/drawing/2014/main" id="{C9825640-5649-F74D-866E-EC8F188D5640}"/>
              </a:ext>
            </a:extLst>
          </p:cNvPr>
          <p:cNvSpPr/>
          <p:nvPr/>
        </p:nvSpPr>
        <p:spPr>
          <a:xfrm>
            <a:off x="0" y="-8100"/>
            <a:ext cx="223200" cy="6866100"/>
          </a:xfrm>
          <a:prstGeom prst="rect">
            <a:avLst/>
          </a:prstGeom>
          <a:solidFill>
            <a:srgbClr val="41BFAC"/>
          </a:solidFill>
          <a:ln w="9525" cap="flat" cmpd="sng">
            <a:solidFill>
              <a:srgbClr val="41BFAC"/>
            </a:solidFill>
            <a:prstDash val="solid"/>
            <a:round/>
            <a:headEnd type="none" w="sm" len="sm"/>
            <a:tailEnd type="none" w="sm" len="sm"/>
          </a:ln>
          <a:effectLst>
            <a:outerShdw blurRad="57150" dist="19050" dir="5400000" algn="bl" rotWithShape="0">
              <a:srgbClr val="000000">
                <a:alpha val="50000"/>
              </a:srgbClr>
            </a:outerShdw>
          </a:effectLst>
        </p:spPr>
        <p:txBody>
          <a:bodyPr spcFirstLastPara="1" wrap="square" lIns="91425" tIns="91425" rIns="91425" bIns="91425" anchor="ctr" anchorCtr="0">
            <a:noAutofit/>
          </a:bodyPr>
          <a:lstStyle/>
          <a:p>
            <a:endParaRPr dirty="0">
              <a:highlight>
                <a:srgbClr val="FFFF00"/>
              </a:highlight>
            </a:endParaRPr>
          </a:p>
        </p:txBody>
      </p:sp>
    </p:spTree>
    <p:extLst>
      <p:ext uri="{BB962C8B-B14F-4D97-AF65-F5344CB8AC3E}">
        <p14:creationId xmlns:p14="http://schemas.microsoft.com/office/powerpoint/2010/main" val="553995615"/>
      </p:ext>
    </p:extLst>
  </p:cSld>
  <p:clrMapOvr>
    <a:masterClrMapping/>
  </p:clrMapOvr>
</p:sld>
</file>

<file path=ppt/theme/theme1.xml><?xml version="1.0" encoding="utf-8"?>
<a:theme xmlns:a="http://schemas.openxmlformats.org/drawingml/2006/main" name="1_Office Theme">
  <a:themeElements>
    <a:clrScheme name="Office">
      <a:dk1>
        <a:srgbClr val="000000"/>
      </a:dk1>
      <a:lt1>
        <a:srgbClr val="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2.xml><?xml version="1.0" encoding="utf-8"?>
<a:theme xmlns:a="http://schemas.openxmlformats.org/drawingml/2006/main" name="Office Theme">
  <a:themeElements>
    <a:clrScheme name="Office">
      <a:dk1>
        <a:srgbClr val="000000"/>
      </a:dk1>
      <a:lt1>
        <a:srgbClr val="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otalTime>1259</TotalTime>
  <Words>923</Words>
  <Application>Microsoft Macintosh PowerPoint</Application>
  <PresentationFormat>Widescreen</PresentationFormat>
  <Paragraphs>167</Paragraphs>
  <Slides>22</Slides>
  <Notes>22</Notes>
  <HiddenSlides>0</HiddenSlides>
  <MMClips>0</MMClips>
  <ScaleCrop>false</ScaleCrop>
  <HeadingPairs>
    <vt:vector size="6" baseType="variant">
      <vt:variant>
        <vt:lpstr>Fonts Used</vt:lpstr>
      </vt:variant>
      <vt:variant>
        <vt:i4>7</vt:i4>
      </vt:variant>
      <vt:variant>
        <vt:lpstr>Theme</vt:lpstr>
      </vt:variant>
      <vt:variant>
        <vt:i4>1</vt:i4>
      </vt:variant>
      <vt:variant>
        <vt:lpstr>Slide Titles</vt:lpstr>
      </vt:variant>
      <vt:variant>
        <vt:i4>22</vt:i4>
      </vt:variant>
    </vt:vector>
  </HeadingPairs>
  <TitlesOfParts>
    <vt:vector size="30" baseType="lpstr">
      <vt:lpstr>Arial</vt:lpstr>
      <vt:lpstr>Arial Black</vt:lpstr>
      <vt:lpstr>Calibri</vt:lpstr>
      <vt:lpstr>Cambria Math</vt:lpstr>
      <vt:lpstr>Century Gothic</vt:lpstr>
      <vt:lpstr>Verdana</vt:lpstr>
      <vt:lpstr>Wingdings</vt:lpstr>
      <vt:lpstr>1_Office Theme</vt:lpstr>
      <vt:lpstr>Geometry  Unit 7, Lesson H2  Law of Cosines  Volume 1, pg. 433  </vt:lpstr>
      <vt:lpstr>Benchmark</vt:lpstr>
      <vt:lpstr>PowerPoint Presentation</vt:lpstr>
      <vt:lpstr>PowerPoint Presentation</vt:lpstr>
      <vt:lpstr>Warm-Up</vt:lpstr>
      <vt:lpstr>PowerPoint Presentation</vt:lpstr>
      <vt:lpstr>Collaboration</vt:lpstr>
      <vt:lpstr>PowerPoint Presentation</vt:lpstr>
      <vt:lpstr>PowerPoint Presentation</vt:lpstr>
      <vt:lpstr>PowerPoint Presentation</vt:lpstr>
      <vt:lpstr>PowerPoint Presentation</vt:lpstr>
      <vt:lpstr>Guided Instruction</vt:lpstr>
      <vt:lpstr>PowerPoint Presentation</vt:lpstr>
      <vt:lpstr>PowerPoint Presentation</vt:lpstr>
      <vt:lpstr>Guided Practice</vt:lpstr>
      <vt:lpstr>PowerPoint Presentation</vt:lpstr>
      <vt:lpstr>PowerPoint Presentation</vt:lpstr>
      <vt:lpstr>Your Turn</vt:lpstr>
      <vt:lpstr>PowerPoint Presentation</vt:lpstr>
      <vt:lpstr>PowerPoint Presentation</vt:lpstr>
      <vt:lpstr>Wrap-Up</vt:lpstr>
      <vt:lpstr>PowerPoint Presentation</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Algebra 2 Unit 4 Lesson 4</dc:title>
  <dc:creator>Karen McKenzie</dc:creator>
  <cp:lastModifiedBy>Diana Barnett</cp:lastModifiedBy>
  <cp:revision>25</cp:revision>
  <dcterms:created xsi:type="dcterms:W3CDTF">2015-03-17T18:51:18Z</dcterms:created>
  <dcterms:modified xsi:type="dcterms:W3CDTF">2023-02-28T19:48:31Z</dcterms:modified>
</cp:coreProperties>
</file>