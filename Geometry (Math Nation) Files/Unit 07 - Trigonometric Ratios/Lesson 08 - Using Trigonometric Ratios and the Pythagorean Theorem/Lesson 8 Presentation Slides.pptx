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32" r:id="rId10"/>
    <p:sldId id="349" r:id="rId11"/>
    <p:sldId id="342" r:id="rId12"/>
    <p:sldId id="343" r:id="rId13"/>
    <p:sldId id="344" r:id="rId14"/>
    <p:sldId id="345" r:id="rId15"/>
    <p:sldId id="346" r:id="rId16"/>
    <p:sldId id="347" r:id="rId17"/>
    <p:sldId id="302" r:id="rId18"/>
    <p:sldId id="303" r:id="rId19"/>
    <p:sldId id="340" r:id="rId20"/>
    <p:sldId id="306" r:id="rId21"/>
    <p:sldId id="30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90"/>
    <p:restoredTop sz="94695"/>
  </p:normalViewPr>
  <p:slideViewPr>
    <p:cSldViewPr snapToGrid="0">
      <p:cViewPr varScale="1">
        <p:scale>
          <a:sx n="103" d="100"/>
          <a:sy n="103" d="100"/>
        </p:scale>
        <p:origin x="114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868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9531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457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0825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8349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226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3583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0.png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Using Trigonometric Ratios and the Pythagorean Theorem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416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31721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MA.912.T.1.2 </a:t>
            </a:r>
          </a:p>
          <a:p>
            <a:pPr marL="460375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Solve mathematical and real-world problems involving right triangles using trigonometric ratios and the Pythagorean Theorem.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791"/>
            <a:ext cx="89184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416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69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81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2701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416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71268" y="1600324"/>
            <a:ext cx="1105265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trigonometric ratios to solve mathematical problems.</a:t>
            </a:r>
          </a:p>
          <a:p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 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the Pythagorean Theorem to solve mathematical problems.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-87032"/>
            <a:ext cx="928445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7.8.1 Warm-Up: Critical Thinking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18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0516" y="1386150"/>
            <a:ext cx="11077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digits 0-9 one time each to find the missing side lengths of the right triangle. The triangle is not drawn to scale.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7595" y="2159418"/>
            <a:ext cx="5452979" cy="428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417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7" y="60449"/>
            <a:ext cx="97711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7.8.2 Collaboration: Overlapping Triangles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417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50516" y="1386149"/>
                <a:ext cx="11077634" cy="2248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𝑀𝑊𝑁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𝐶𝑁𝑊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right triangles that share side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intersection point of sides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𝐶𝑊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In the triangles,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𝑀𝑊𝑁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𝐶𝑁𝑊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=4.4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𝑁𝐶𝐾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𝐶𝑁𝐾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an isosceles triangle with base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𝐶𝐾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𝑀𝑊𝐾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an isosceles triangle with base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49"/>
                <a:ext cx="11077634" cy="2248180"/>
              </a:xfrm>
              <a:prstGeom prst="rect">
                <a:avLst/>
              </a:prstGeom>
              <a:blipFill>
                <a:blip r:embed="rId5"/>
                <a:stretch>
                  <a:fillRect l="-550" t="-1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0506" y="2803499"/>
            <a:ext cx="4901577" cy="36543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09917" y="2877042"/>
            <a:ext cx="50860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Mark the figure with all information given in the problem. 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96384" y="520518"/>
            <a:ext cx="9692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Jasmine redrew the diagram as two separate triangles, as shown. Mark Jasmine’s diagram using the given information.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6716" y="1518167"/>
            <a:ext cx="8992293" cy="381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80342" y="520517"/>
            <a:ext cx="9782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Find the measures of the segments and angles listed in the table. Round to the nearest thousandth.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0931099"/>
                  </p:ext>
                </p:extLst>
              </p:nvPr>
            </p:nvGraphicFramePr>
            <p:xfrm>
              <a:off x="1353231" y="1475999"/>
              <a:ext cx="9184218" cy="472472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41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4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137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1459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7454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Measure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484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𝑀𝑁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𝑀𝑁𝑊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763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𝐶𝑁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𝑊𝑀𝑁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763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𝐶𝑊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𝐶𝑊𝑁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7454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𝐾𝑁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𝑊𝐶𝑁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7454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𝑀𝐾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𝐶𝐾𝑁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0931099"/>
                  </p:ext>
                </p:extLst>
              </p:nvPr>
            </p:nvGraphicFramePr>
            <p:xfrm>
              <a:off x="1353231" y="1475999"/>
              <a:ext cx="9184218" cy="472472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41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4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137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1459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7454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Measure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484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91429" r="-310326" b="-3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05" t="-91429" r="-100526" b="-3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763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211024" r="-310326" b="-3023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05" t="-211024" r="-100526" b="-3023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763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308594" r="-31032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05" t="-308594" r="-10052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745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411811" r="-310326" b="-101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05" t="-411811" r="-100526" b="-101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745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511811" r="-310326" b="-1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706" marR="547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05" t="-511811" r="-100526" b="-1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4706" marR="5470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99453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418</a:t>
            </a:r>
          </a:p>
        </p:txBody>
      </p:sp>
    </p:spTree>
    <p:extLst>
      <p:ext uri="{BB962C8B-B14F-4D97-AF65-F5344CB8AC3E}">
        <p14:creationId xmlns:p14="http://schemas.microsoft.com/office/powerpoint/2010/main" val="1069413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843" y="2792399"/>
            <a:ext cx="4489254" cy="3384869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8" y="-85855"/>
            <a:ext cx="1103951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7.8.3 Guided Instruction: Solving Problems With Right Triangles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2618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75920" y="1354066"/>
                <a:ext cx="1085223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𝑅𝐵𝐾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right triangles that share side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𝑅𝐵𝐾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both right angles,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𝐵𝐶𝑅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=38.7°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𝑅𝐾𝐶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0750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given information to complete the table. Whenever possible, give lengths as exact values. If necessary, round to the nearest hundredth.</a:t>
                </a: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20" y="1354066"/>
                <a:ext cx="10852230" cy="4708981"/>
              </a:xfrm>
              <a:prstGeom prst="rect">
                <a:avLst/>
              </a:prstGeom>
              <a:blipFill>
                <a:blip r:embed="rId6"/>
                <a:stretch>
                  <a:fillRect l="-561" t="-647" r="-168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2521725"/>
                  </p:ext>
                </p:extLst>
              </p:nvPr>
            </p:nvGraphicFramePr>
            <p:xfrm>
              <a:off x="6275230" y="3154343"/>
              <a:ext cx="4026247" cy="30245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148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114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059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37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𝑅𝐶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37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𝐶𝐵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37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𝑅𝐾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37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𝐾𝐵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37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𝐶𝐾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7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2521725"/>
                  </p:ext>
                </p:extLst>
              </p:nvPr>
            </p:nvGraphicFramePr>
            <p:xfrm>
              <a:off x="6275230" y="3154343"/>
              <a:ext cx="4026247" cy="30245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148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114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059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37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035" marR="8103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18" t="-95349" r="-111146" b="-4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37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035" marR="8103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18" t="-195349" r="-111146" b="-3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37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035" marR="8103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18" t="-295349" r="-111146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37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035" marR="8103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18" t="-395349" r="-111146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7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37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035" marR="8103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18" t="-495349" r="-111146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7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1035" marR="810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988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3" y="528618"/>
                <a:ext cx="10062012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𝑅𝐺𝐻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𝑅𝐻𝐺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𝑅𝑊𝐻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=50.2°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𝑊𝑅𝐺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=16.5°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𝑅𝐺𝐻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=33.7°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037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approximate perimeter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𝑅𝑊𝐺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Round your answer to the nearest hundredth.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528618"/>
                <a:ext cx="10062012" cy="5940088"/>
              </a:xfrm>
              <a:prstGeom prst="rect">
                <a:avLst/>
              </a:prstGeom>
              <a:blipFill>
                <a:blip r:embed="rId4"/>
                <a:stretch>
                  <a:fillRect l="-606" t="-616" b="-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8468" y="1697325"/>
            <a:ext cx="47752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3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4006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39714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8618"/>
                <a:ext cx="11026091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𝐾𝐷𝑋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𝐻𝐾𝑋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share side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𝐾𝑋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𝐻𝐾𝑋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an isosceles triangle with base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𝐻𝑋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𝐾𝐷𝑋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right triangle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𝐾𝐷𝑋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037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𝐾𝑋𝐷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=34°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is the perimeter of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𝐾𝐷𝑋𝐻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Round your answer to the nearest hundredth. 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8618"/>
                <a:ext cx="11026091" cy="5632311"/>
              </a:xfrm>
              <a:prstGeom prst="rect">
                <a:avLst/>
              </a:prstGeom>
              <a:blipFill>
                <a:blip r:embed="rId4"/>
                <a:stretch>
                  <a:fillRect l="-553" t="-649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7868" y="1798925"/>
            <a:ext cx="42037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419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79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1844" y="2276723"/>
            <a:ext cx="4521200" cy="3670300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7" y="-108240"/>
            <a:ext cx="1013986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7.8.4 Guided Practice: Right Triangle Trigonometry and the Pythagorean Theorem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419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1289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50516" y="1386150"/>
                <a:ext cx="1097340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𝑅𝐻𝑇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𝑇𝐵𝐿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right triangles,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midpoint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𝑅𝐻𝑇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𝑇𝐵𝐿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𝑅𝑇𝐻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𝑅𝐻𝑇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50"/>
                <a:ext cx="10973408" cy="5016758"/>
              </a:xfrm>
              <a:prstGeom prst="rect">
                <a:avLst/>
              </a:prstGeom>
              <a:blipFill>
                <a:blip r:embed="rId6"/>
                <a:stretch>
                  <a:fillRect l="-556" t="-608" b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66220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420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4646" y="1380574"/>
            <a:ext cx="4983504" cy="4498825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51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09918" y="5487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7.8.5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2618" y="5487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3619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50515" y="1380576"/>
                <a:ext cx="7325123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diagram,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𝐷𝑆𝐸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𝑌𝐾𝑆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right triangles that share the vertex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𝐷𝑆𝐸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𝑌𝐾𝑆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𝐷𝐸𝑆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=31°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𝐾𝑆𝑌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𝐾𝐸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037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5" y="1380576"/>
                <a:ext cx="7325123" cy="4708981"/>
              </a:xfrm>
              <a:prstGeom prst="rect">
                <a:avLst/>
              </a:prstGeom>
              <a:blipFill>
                <a:blip r:embed="rId6"/>
                <a:stretch>
                  <a:fillRect l="-915" t="-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0" y="-1367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287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464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3" y="520517"/>
                <a:ext cx="10828928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𝑃𝑊𝐸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𝐹𝑍𝐻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𝑃𝑊𝐸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𝑊𝐸𝑃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=49.3°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𝑃𝐸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=30.6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𝑃𝑊𝐸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right angle.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037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𝐹𝑍𝐻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right angle,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𝐹𝑍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two-thirds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𝐸𝑊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𝑍𝐻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1.2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times longer than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𝐹𝐻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520517"/>
                <a:ext cx="10828928" cy="5632311"/>
              </a:xfrm>
              <a:prstGeom prst="rect">
                <a:avLst/>
              </a:prstGeom>
              <a:blipFill>
                <a:blip r:embed="rId4"/>
                <a:stretch>
                  <a:fillRect l="-563" t="-541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626DD4B-AF0E-B846-831C-21AC8FD45F48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969" y="1771583"/>
            <a:ext cx="81280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421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421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2068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7.8.6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0516" y="1386150"/>
            <a:ext cx="11077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a summary of what you learned in this lesson.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918</Words>
  <Application>Microsoft Office PowerPoint</Application>
  <PresentationFormat>Widescreen</PresentationFormat>
  <Paragraphs>201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7, Lesson 8  Using Trigonometric Ratios and the Pythagorean Theorem  Volume 1, pg. 416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Heather  Rideout</cp:lastModifiedBy>
  <cp:revision>27</cp:revision>
  <dcterms:created xsi:type="dcterms:W3CDTF">2015-03-17T18:51:18Z</dcterms:created>
  <dcterms:modified xsi:type="dcterms:W3CDTF">2023-02-27T21:45:57Z</dcterms:modified>
</cp:coreProperties>
</file>